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2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3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theme/theme4.xml" ContentType="application/vnd.openxmlformats-officedocument.theme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theme/theme5.xml" ContentType="application/vnd.openxmlformats-officedocument.theme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6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5.xml" ContentType="application/inkml+xml"/>
  <Override PartName="/ppt/notesSlides/notesSlide10.xml" ContentType="application/vnd.openxmlformats-officedocument.presentationml.notesSlide+xml"/>
  <Override PartName="/ppt/ink/ink6.xml" ContentType="application/inkml+xml"/>
  <Override PartName="/ppt/notesSlides/notesSlide11.xml" ContentType="application/vnd.openxmlformats-officedocument.presentationml.notesSlide+xml"/>
  <Override PartName="/ppt/ink/ink7.xml" ContentType="application/inkml+xml"/>
  <Override PartName="/ppt/notesSlides/notesSlide12.xml" ContentType="application/vnd.openxmlformats-officedocument.presentationml.notesSlide+xml"/>
  <Override PartName="/ppt/ink/ink8.xml" ContentType="application/inkml+xml"/>
  <Override PartName="/ppt/notesSlides/notesSlide13.xml" ContentType="application/vnd.openxmlformats-officedocument.presentationml.notesSlide+xml"/>
  <Override PartName="/ppt/ink/ink9.xml" ContentType="application/inkml+xml"/>
  <Override PartName="/ppt/notesSlides/notesSlide14.xml" ContentType="application/vnd.openxmlformats-officedocument.presentationml.notesSlide+xml"/>
  <Override PartName="/ppt/ink/ink10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1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2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3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4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5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6.xml" ContentType="application/inkml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41" r:id="rId1"/>
    <p:sldMasterId id="2147483842" r:id="rId2"/>
    <p:sldMasterId id="2147483843" r:id="rId3"/>
    <p:sldMasterId id="2147483844" r:id="rId4"/>
    <p:sldMasterId id="2147483845" r:id="rId5"/>
    <p:sldMasterId id="2147483846" r:id="rId6"/>
    <p:sldMasterId id="2147483847" r:id="rId7"/>
  </p:sldMasterIdLst>
  <p:notesMasterIdLst>
    <p:notesMasterId r:id="rId4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9144000" cy="5143500" type="screen16x9"/>
  <p:notesSz cx="6858000" cy="9144000"/>
  <p:embeddedFontLst>
    <p:embeddedFont>
      <p:font typeface="Barlow Light" panose="020B0604020202020204" charset="0"/>
      <p:regular r:id="rId48"/>
      <p:bold r:id="rId49"/>
      <p:italic r:id="rId50"/>
      <p:boldItalic r:id="rId51"/>
    </p:embeddedFont>
    <p:embeddedFont>
      <p:font typeface="Bree Serif" panose="020B0604020202020204" charset="0"/>
      <p:regular r:id="rId52"/>
    </p:embeddedFon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Cambria Math" panose="02040503050406030204" pitchFamily="18" charset="0"/>
      <p:regular r:id="rId57"/>
    </p:embeddedFont>
    <p:embeddedFont>
      <p:font typeface="Comic Sans MS" panose="030F0702030302020204" pitchFamily="66" charset="0"/>
      <p:regular r:id="rId58"/>
      <p:bold r:id="rId59"/>
      <p:italic r:id="rId60"/>
      <p:boldItalic r:id="rId61"/>
    </p:embeddedFont>
    <p:embeddedFont>
      <p:font typeface="Impact" panose="020B0806030902050204" pitchFamily="34" charset="0"/>
      <p:regular r:id="rId62"/>
    </p:embeddedFont>
    <p:embeddedFont>
      <p:font typeface="Joti One" panose="020B0604020202020204" charset="0"/>
      <p:regular r:id="rId63"/>
    </p:embeddedFont>
    <p:embeddedFont>
      <p:font typeface="Lora" panose="020B0604020202020204" charset="0"/>
      <p:regular r:id="rId64"/>
      <p:bold r:id="rId65"/>
      <p:italic r:id="rId66"/>
      <p:boldItalic r:id="rId67"/>
    </p:embeddedFont>
    <p:embeddedFont>
      <p:font typeface="Merriweather" panose="020B0604020202020204" charset="0"/>
      <p:regular r:id="rId68"/>
      <p:bold r:id="rId69"/>
      <p:italic r:id="rId70"/>
      <p:boldItalic r:id="rId71"/>
    </p:embeddedFont>
    <p:embeddedFont>
      <p:font typeface="Montserrat" panose="020B0604020202020204" charset="0"/>
      <p:regular r:id="rId72"/>
      <p:bold r:id="rId73"/>
      <p:italic r:id="rId74"/>
      <p:boldItalic r:id="rId75"/>
    </p:embeddedFont>
    <p:embeddedFont>
      <p:font typeface="Poppins" panose="020B0604020202020204" charset="0"/>
      <p:regular r:id="rId76"/>
      <p:bold r:id="rId77"/>
      <p:italic r:id="rId78"/>
      <p:boldItalic r:id="rId79"/>
    </p:embeddedFont>
    <p:embeddedFont>
      <p:font typeface="Proxima Nova" panose="020B0604020202020204" charset="0"/>
      <p:regular r:id="rId80"/>
      <p:bold r:id="rId81"/>
      <p:italic r:id="rId82"/>
      <p:boldItalic r:id="rId83"/>
    </p:embeddedFont>
    <p:embeddedFont>
      <p:font typeface="Proxima Nova Semibold" panose="020B0604020202020204" charset="0"/>
      <p:regular r:id="rId84"/>
      <p:bold r:id="rId85"/>
      <p:boldItalic r:id="rId86"/>
    </p:embeddedFont>
    <p:embeddedFont>
      <p:font typeface="Raleway" panose="020B0604020202020204" charset="0"/>
      <p:regular r:id="rId87"/>
      <p:bold r:id="rId88"/>
      <p:italic r:id="rId89"/>
      <p:boldItalic r:id="rId90"/>
    </p:embeddedFont>
    <p:embeddedFont>
      <p:font typeface="Roboto" panose="020B0604020202020204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notesMaster" Target="notesMasters/notesMaster1.xml"/><Relationship Id="rId63" Type="http://schemas.openxmlformats.org/officeDocument/2006/relationships/font" Target="fonts/font16.fntdata"/><Relationship Id="rId68" Type="http://schemas.openxmlformats.org/officeDocument/2006/relationships/font" Target="fonts/font21.fntdata"/><Relationship Id="rId84" Type="http://schemas.openxmlformats.org/officeDocument/2006/relationships/font" Target="fonts/font37.fntdata"/><Relationship Id="rId89" Type="http://schemas.openxmlformats.org/officeDocument/2006/relationships/font" Target="fonts/font42.fntdata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74" Type="http://schemas.openxmlformats.org/officeDocument/2006/relationships/font" Target="fonts/font27.fntdata"/><Relationship Id="rId79" Type="http://schemas.openxmlformats.org/officeDocument/2006/relationships/font" Target="fonts/font32.fntdata"/><Relationship Id="rId5" Type="http://schemas.openxmlformats.org/officeDocument/2006/relationships/slideMaster" Target="slideMasters/slideMaster5.xml"/><Relationship Id="rId90" Type="http://schemas.openxmlformats.org/officeDocument/2006/relationships/font" Target="fonts/font43.fntdata"/><Relationship Id="rId95" Type="http://schemas.openxmlformats.org/officeDocument/2006/relationships/presProps" Target="presProps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font" Target="fonts/font1.fntdata"/><Relationship Id="rId64" Type="http://schemas.openxmlformats.org/officeDocument/2006/relationships/font" Target="fonts/font17.fntdata"/><Relationship Id="rId69" Type="http://schemas.openxmlformats.org/officeDocument/2006/relationships/font" Target="fonts/font22.fntdata"/><Relationship Id="rId80" Type="http://schemas.openxmlformats.org/officeDocument/2006/relationships/font" Target="fonts/font33.fntdata"/><Relationship Id="rId85" Type="http://schemas.openxmlformats.org/officeDocument/2006/relationships/font" Target="fonts/font3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font" Target="fonts/font12.fntdata"/><Relationship Id="rId67" Type="http://schemas.openxmlformats.org/officeDocument/2006/relationships/font" Target="fonts/font20.fntdata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70" Type="http://schemas.openxmlformats.org/officeDocument/2006/relationships/font" Target="fonts/font23.fntdata"/><Relationship Id="rId75" Type="http://schemas.openxmlformats.org/officeDocument/2006/relationships/font" Target="fonts/font28.fntdata"/><Relationship Id="rId83" Type="http://schemas.openxmlformats.org/officeDocument/2006/relationships/font" Target="fonts/font36.fntdata"/><Relationship Id="rId88" Type="http://schemas.openxmlformats.org/officeDocument/2006/relationships/font" Target="fonts/font41.fntdata"/><Relationship Id="rId91" Type="http://schemas.openxmlformats.org/officeDocument/2006/relationships/font" Target="fonts/font44.fntdata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73" Type="http://schemas.openxmlformats.org/officeDocument/2006/relationships/font" Target="fonts/font26.fntdata"/><Relationship Id="rId78" Type="http://schemas.openxmlformats.org/officeDocument/2006/relationships/font" Target="fonts/font31.fntdata"/><Relationship Id="rId81" Type="http://schemas.openxmlformats.org/officeDocument/2006/relationships/font" Target="fonts/font34.fntdata"/><Relationship Id="rId86" Type="http://schemas.openxmlformats.org/officeDocument/2006/relationships/font" Target="fonts/font39.fntdata"/><Relationship Id="rId94" Type="http://schemas.openxmlformats.org/officeDocument/2006/relationships/font" Target="fonts/font47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6" Type="http://schemas.openxmlformats.org/officeDocument/2006/relationships/font" Target="fonts/font29.fntdata"/><Relationship Id="rId97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font" Target="fonts/font24.fntdata"/><Relationship Id="rId92" Type="http://schemas.openxmlformats.org/officeDocument/2006/relationships/font" Target="fonts/font4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font" Target="fonts/font19.fntdata"/><Relationship Id="rId87" Type="http://schemas.openxmlformats.org/officeDocument/2006/relationships/font" Target="fonts/font40.fntdata"/><Relationship Id="rId61" Type="http://schemas.openxmlformats.org/officeDocument/2006/relationships/font" Target="fonts/font14.fntdata"/><Relationship Id="rId82" Type="http://schemas.openxmlformats.org/officeDocument/2006/relationships/font" Target="fonts/font35.fntdata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font" Target="fonts/font9.fntdata"/><Relationship Id="rId77" Type="http://schemas.openxmlformats.org/officeDocument/2006/relationships/font" Target="fonts/font30.fntdata"/><Relationship Id="rId8" Type="http://schemas.openxmlformats.org/officeDocument/2006/relationships/slide" Target="slides/slide1.xml"/><Relationship Id="rId51" Type="http://schemas.openxmlformats.org/officeDocument/2006/relationships/font" Target="fonts/font4.fntdata"/><Relationship Id="rId72" Type="http://schemas.openxmlformats.org/officeDocument/2006/relationships/font" Target="fonts/font25.fntdata"/><Relationship Id="rId93" Type="http://schemas.openxmlformats.org/officeDocument/2006/relationships/font" Target="fonts/font46.fntdata"/><Relationship Id="rId9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38:24.9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16397 11062 801 0,'0'0'259'0,"0"0"-192"0,0 0-61 15,0 0-6-15,0 0 13 16,0 0 22-16,0 0 12 15,0-15-13-15,5 32 1 16,9 10-12-16,-2 3-2 16,2 7-7-16,-2 1 1 15,0 5 4-15,-1 0 1 16,-2 1 0-16,-1-3-2 16,-1-8 0-16,-2-11 3 15,-2-10 1-15,1-5 9 16,1-5-1-16,2-2 1 15,7-2-12-15,7-30 1 16,9-21 0-16,6-30-10 0,9-19-6 16,4-7 0-16,3-2-4 15,-7 22 0-15,-12 21-1 16,-9 18-3-16,-9 12-11 16,-3 11-37-16,-4 11-22 15,-3 3 4-15,-4 13-1 16,-1 0-18-16,0 0-51 15,-6 9-53-15,-11 14-46 16,-4 4-63-16</inkml:trace>
  <inkml:trace contextRef="#ctx0" brushRef="#br0" timeOffset="398.12">16553 10992 789 0,'0'0'212'15,"0"0"-173"-15,0 0-36 16,0 0 13-16,0 0 37 16,0 0 25-16,30 116-11 15,-9-70-30-15,1 9-12 16,-3 1 2-16,-3-3-4 15,-2-6 0-15,-2-6-6 0,-1-10 9 16,-2-9 1-16,-1-7 2 16,2-15 1-16,0 0 7 15,7-20 7-15,3-21-7 16,5-25-15-16,4-18-7 16,2-14-9-16,4-14-5 15,6-3-1-15,2 4-2 16,2 10-5-16,-2 16-19 15,-6 16-39-15,-8 16-78 16,-6 10-70-16,-3 4-108 16,2 3-284-16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39:11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13157 3582 937 0,'0'0'243'0,"0"0"-204"15,0 0-33-15,0 0 6 16,0 0 55-16,0 0-9 15,0 0-39-15,6-33-19 16,-3 33-8-16,1 0-3 16,8 14 4-16,4 11 7 15,0 7 4-15,-1 2-4 16,-3-4 4-16,-2-4 4 0,-4-9-1 16,0-5 1-1,-2-6 33-15,0-5 1 0,-1-1 9 16,6 0 21-16,16-17 5 15,21-25-14-15,23-20-19 16,20-22-20-16,9-9-12 16,13-9-5-16,14-6-4 15,12 1-2-15,4 11-1 16,-14 22-3-16,-29 23-12 16,-30 24-40-16,-20 17-47 15,-20 10-116-15,-14 21-67 16,-14 19-104-16,-17 14-139 15</inkml:trace>
  <inkml:trace contextRef="#ctx0" brushRef="#br0" timeOffset="5898.8">13564 6936 929 0,'0'0'170'0,"0"0"-121"15,0 0-49-15,0 0 0 16,0 0 7-16,0 0 72 16,0 0-6-16,-66-7-31 15,43 7-24-15,-10 3 5 16,-9 4 8-16,-7 0 3 15,-3-2-5-15,-3-1-6 16,3 0-1-16,2-3-1 16,5 1 0-16,5-2-7 15,8 0 0-15,7 0-4 16,8 0-3-16,7 1 0 16,7-1-4-16,1 1-3 15,2-1 1-15,-2 0-1 16,2 0-1-16,0 2-1 0,0 2 0 15,-3 9 0-15,0 6 2 16,-4 8 2-16,0 8-1 16,1 7 1-16,1 16-1 15,0 12 2-15,0 18 2 16,1 24 7-16,3 13-4 16,1 16-3-16,-2 14 2 15,2 4-2-15,-1 7 1 16,-2-1-3-16,2 2 2 15,-5 2-1-15,0-4-1 16,-4-7 5-16,0-9-5 0,-2-17 0 16,-1-7 3-1,-4-10 4-15,-1-16 4 0,-2-11-6 16,0-5 0-16,3-6-2 16,1-8 2-16,3-10-7 15,1-15 4-15,3-18-4 16,5-9 6-16,1-7-7 15,3-4 3-15,0-2-3 16,0-2-4-16,0 3 4 16,7-3 1-16,15 2 4 15,6-2 0-15,9-2-5 16,4 0 4-16,4-6-3 16,1-8 0-16,9 0-2 15,6-1 0-15,4-1-13 0,5 3-15 16,0 2-15-16,-3 3-47 15,-4 2-152-15,-4-1-168 16</inkml:trace>
  <inkml:trace contextRef="#ctx0" brushRef="#br0" timeOffset="10531.66">10462 7093 406 0,'0'0'150'0,"0"0"-89"16,0 0-29-16,0 0 44 16,-1-83 27-16,1 78 12 15,0 5-44-15,0 0-67 16,0 2-4-16,0 24 0 15,0 20 35-15,0 17 56 0,-6 11-55 16,-7 7-18 0,-3 4-7-16,-4 1 6 15,-4-5-2-15,0-10-3 0,1-16-3 16,7-25-6-16,6-15-2 16,4-11 5-16,6-4 1 15,0 0 5-15,0-7 3 16,-1-22-7-16,-2-11-8 15,1-1-4-15,2 2-1 16,0 9 3-16,2 8-1 16,15 8 1-16,5 7 1 15,8 6 0-15,2 1-2 16,5 0 3-16,1 11 0 16,3 0 0-16,1 2 0 15,-4-4 0-15,-3-4 0 16,-5 0 0-16,-6-5 1 0,-6 0-2 15,-3 0 1-15,-5-9-8 16,-4-12 8-16,-2-3 2 16,-4-6 2-16,0-4-1 15,0 5-3-15,-7-3 2 16,-9 5 0-16,-3 5 5 16,4 7 1-16,3 5 2 15,4 6 5-15,1 4 17 16,2 0-4-16,-1 10-23 15,-3 18-3-15,2 9 1 16,6 5 7-16,1 4-6 0,0-5 1 16,7 0 0-16,9-8-4 15,3-6 0-15,2-7 1 16,3-8-2-16,1-5 3 16,0-5-3-16,2-2-8 15,0 0-55-15,0-11-11 16,-4-8-34-16,-1-8-19 15,-4-5-35-15,-3-4-12 16,-5-2 12-16,-4 2 80 16,-2 3 70-16,-2 4 12 15,-2 4 45-15,0 3 67 16,0 4 18-16,0 5-7 16,0 7-10-16,0 3-10 15,0 3-38-15,4 6-51 0,2 19-14 16,4 13 58-16,0 3-13 15,2 5-21-15,1-5-13 16,-2-4-2-16,-2-12 2 16,-4-10-2-16,-1-8 1 15,-4-7-4-15,1 0 3 16,1 0 46-16,-1-5 10 16,5-18-19-16,-2-8-35 15,2-7-10-15,0 3 0 16,-1 4 0-16,2 10-1 15,1 10 0-15,1 8-3 16,4 3-9-16,4 0-5 16,5 4 11-16,4 9-1 0,4-4-22 15,5-3-87-15,2-5 41 16,1-1 20-16,-4 0 16 16,-9-13 1-16,-7-4 28 15,-8-3 10-15,-6 0 6 16,-4 2 12-16,0 2 36 15,-5 6-6-15,-9 2 0 16,4 8-5-16,-1 0-8 16,1 2-13-16,1 18-15 15,3 2-2-15,4 1 2 16,2-1-5-16,0-1-1 16,0-3 0-16,8-1 1 0,4-4-2 15,1-2 0-15,4-3 1 16,0-6-1-16,5-2-6 15,1 0-21-15,2-6 6 16,0-10-6-16,-3-5 5 16,-4-2 21-16,-1-2 0 15,-5 1 2-15,-6-1 0 16,-2 0 1-16,-4-2 0 16,0-5 0-16,0-1 0 15,0-1 3-15,0-1 4 16,-6 2 12-16,2 7 8 15,-2 6 21-15,2 7-4 0,0 9-6 16,1 2 12 0,3 2-36-16,0 19-16 0,0 17 0 15,0 11 8-15,8 9 6 16,4-3-9-16,3-5-4 16,0-6 1-16,0-6-2 15,-1-4-1-15,-1-3 1 16,-3-5-3-16,-1-1-42 15,-5 0-71-15,-4 0-92 16,0-4-117-16,0 3-266 16</inkml:trace>
  <inkml:trace contextRef="#ctx0" brushRef="#br0" timeOffset="11314.42">10730 8166 795 0,'0'0'192'0,"0"0"-153"0,0 0 35 16,0 0-2-1,0 0-39-15,0 0-17 0,0 116 62 16,3-53-45-16,7 2-17 16,5-6-8-16,5-7 2 15,2-11-6-15,2-14-3 16,-3-12-1-16,-1-12 0 15,0-3 2-15,0-13 7 16,0-18 2-16,-3-8-7 16,-4-7-4-16,-6-6 2 15,-7 0-2-15,0 1-5 16,0 7 5-16,-10 13 1 16,3 11 0-16,4 9 0 15,2 7-1-15,1 4-1 16,0 0-11-16,0 10-6 0,14 10 15 15,7 1 2-15,2 1-14 16,2-2-49-16,-1-4-11 16,-1-8 3-16,0-5-4 15,-4-3 36-15,-3 0 36 16,-3-17 4-16,-3-1 3 16,-3-7 5-16,-4 0 6 15,-3-1 19-15,0-5 4 16,0 2-11-16,-10-4-9 15,-3-1 11-15,-2 6 3 16,4 8 14-16,2 7 20 0,4 9-8 16,3 4-5-1,2 0-33-15,0 13-19 0,0 23 2 16,0 18 9-16,0 15 33 16,14 8-15-16,1 4 9 15,0 4-19-15,-2-1-12 16,-3 0-4-16,-1-3-3 15,-2-3 0-15,-4-9 0 16,0-15-41-16,-1-17-61 16,1-15-66-16,0-12-55 15,-1-10-158-15,0-13-136 16</inkml:trace>
  <inkml:trace contextRef="#ctx0" brushRef="#br0" timeOffset="11519.16">11156 8360 926 0,'0'0'188'16,"0"0"-121"-16,10-90-33 16,5 84 43-16,7 6 5 15,1 8-8-15,3 20-21 16,-3 11-4-16,-10 5-16 16,-4-2-17-16,-9-4-8 15,0-2-8-15,0-6 0 16,-19-2-2-16,-6-2-51 15,-5-2-65-15,0 0-69 16,-7-3-200-16</inkml:trace>
  <inkml:trace contextRef="#ctx0" brushRef="#br0" timeOffset="11832.95">10350 9122 1241 0,'0'0'150'16,"0"0"-150"-16,115-49-41 0,-31 29 41 15,13 2 66-15,8 1-12 16,4 6-37-16,-4 5-8 15,-8 4-5-15,-11 2 2 16,-16 0-4-16,-10-1-2 16,-18 1-9-16,-16-1-93 15,-12 1-73-15,-14 0-131 16,-11 0-208-16</inkml:trace>
  <inkml:trace contextRef="#ctx0" brushRef="#br0" timeOffset="12064.07">10394 9431 804 0,'0'0'720'0,"0"0"-720"16,158-58-93-16,-61 38 57 15,10-1 36-15,2 3 22 16,-2 3-22-16,-3 1-85 16,-4 1-108-16,-8-1-67 15,-14-1-100-15</inkml:trace>
  <inkml:trace contextRef="#ctx0" brushRef="#br0" timeOffset="12182.38">11504 9172 629 0,'0'0'425'0,"0"0"-254"16,0 0-101-16,0 0-9 15,0 0-16-15,0 0-40 16,8-22-5-16,4 22-25 16,4 0-70-16,1 1-105 15,-4-1-250-15</inkml:trace>
  <inkml:trace contextRef="#ctx0" brushRef="#br0" timeOffset="14548.91">10047 3721 752 0,'0'0'94'0,"0"0"-87"16,0 0 9-16,0 0 41 15,0 0-22-15,0 0-26 16,0 0 41-16,-16 144 14 15,7-55-23-15,-2 7-26 16,-6-5-7-16,-5-6-4 0,-3-10 0 16,-4-12 6-16,3-15-5 15,4-16-3-15,7-17 1 16,7-9 1-16,3-6 6 16,0-7 2-16,-2-20-12 15,1-13-2-15,2-4 2 16,4 2 5-16,0 8-4 15,0 10 2-15,9 10 1 16,11 12-2-16,5 2-3 16,9 4 2-16,7 18 6 15,4 2-3-15,2 0-4 16,-2-4 2-16,-3-8-2 0,-6-9 0 16,-4-3 2-1,-5 0 1-15,-5-16-1 0,-6-4-2 16,-4-4 3-16,-7 0 1 15,-5-3-2-15,0-2 0 16,0 1 2-16,-13 0 1 16,-2 6 4-16,3 7 16 15,2 6 15-15,4 9-13 16,0 0-3-16,2 26-24 16,0 16-2-16,4 10 0 15,0 1 3-15,4-2-1 16,17-9 1-16,4-9-1 15,2-9-11-15,1-11-71 16,-1-6-38-16,1-7-118 0,-2-7-31 16,-4-18-68-1</inkml:trace>
  <inkml:trace contextRef="#ctx0" brushRef="#br0" timeOffset="15246.33">10454 4157 604 0,'0'0'259'0,"0"0"-189"16,0 0-37-16,0 0-17 15,0 0 18-15,0 0 84 16,59 96-56-16,-36-51-31 16,-3-3-18-16,-2-9-6 15,-3-12 1-15,-6-8-4 16,-3-9 0-16,-2-4 5 16,-4 0 40-16,2-8 63 0,-1-19-38 15,1-14-62-15,-2-5-1 16,0 0-1-16,0 3-7 15,0 13 0-15,0 13-1 16,0 10-2-16,0 7-3 16,5 3-13-16,18 20-6 15,9 8 22-15,6 1 0 16,6-5 0-16,3-9-21 16,-1-9-41-16,-5-9 13 15,-8 0 23-15,-11-14-4 16,-11-4 10-16,-7-1 20 15,-4-3 7-15,-2 2 5 0,-17 2 6 16,0 4 11 0,-3 8 1-16,2 6-3 0,5 0-3 15,1 15-18-15,10 9-6 16,4 6 0-16,0-1 3 16,6-1-1-16,14-9-2 15,7-7 0-15,3-9 0 16,3-3 5-16,4-13-5 15,0-12-15-15,-5-5-11 16,-5 2-5-16,-6-3 21 16,-6-2 3-16,-5-1 1 15,-4-8 5-15,-6-3 1 16,0-8 1-16,-4-1 1 0,-8 6-1 16,0 14 8-1,2 14 31-15,4 11 18 0,1 5-25 16,2 4-6-16,-3 13-27 15,3 31 2-15,0 12-1 16,3 12 11-16,0-2-5 16,5-9-2-16,10-7 0 15,-2-10-3-15,2-5 0 16,2-10-2-16,-1-3-1 16,5-9-15-16,2-8-119 15,0-5-69-15,4 0-57 16,-3-9-129-16</inkml:trace>
  <inkml:trace contextRef="#ctx0" brushRef="#br0" timeOffset="15335.37">11349 4205 715 0,'0'0'236'0,"0"0"-231"0,0 0 0 16,0 0-5-16,0 0-65 16,0 0-300-16</inkml:trace>
  <inkml:trace contextRef="#ctx0" brushRef="#br0" timeOffset="15814.7">11880 3806 865 0,'0'0'376'0,"0"0"-369"15,0 0-5-15,0 0-2 16,-72 83 21-16,70-33 17 16,2 4-16-16,0-3-6 15,10-8-2-15,6-9-9 16,2-11 0-16,-1-9-3 15,1-6 2-15,2-8 8 0,0 0-12 16,2-6 18-16,-2-14-14 16,-2-5 2-16,-6-7 1 15,-5-5 21-15,-7-4-1 16,0-5 10-16,-12 0 3 16,-16 1-17-16,-6 3-10 15,-1 7-5-15,-2 11-2 16,8 6-4-16,10 8-2 15,7 5-6-15,5 5 2 16,6 0-15-16,1 16-87 16,0 21-39-16,0 14-36 15,0 9-162-15,0 6-293 16</inkml:trace>
  <inkml:trace contextRef="#ctx0" brushRef="#br0" timeOffset="16131.02">10740 4677 1280 0,'0'0'0'0,"0"0"-5"0,97 0-26 16,-15 0 31-16,21 0 33 15,24-1 21-15,17-7-6 16,9 0 3-16,-1 3-28 16,-14 0-16-16,-16 2-7 15,-18-1-1-15,-23 0-72 16,-20 1-101-16,-25-1-211 15</inkml:trace>
  <inkml:trace contextRef="#ctx0" brushRef="#br0" timeOffset="16267.71">12061 4676 1448 0,'0'0'38'15,"0"0"-38"-15,0 0-130 16,0 0 128-16,0 0-45 15,0 0-205-15,-56 49-325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40:35.5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8683 424 56 0,'0'0'1022'0,"0"0"-979"16,0 0-38-1,0 0 23-15,0 0-2 0,0 0-19 16,0 0-3-16,-38 83 0 16,38-1 32-16,0 11 3 15,-7 1-20-15,1-2-9 16,-3-10-6-16,2-11 3 16,4-13-6-16,-2-13 3 15,2-8-4-15,0-12-1 16,-1-10-3-16,1-13-238 15,0-2-237-15</inkml:trace>
  <inkml:trace contextRef="#ctx0" brushRef="#br0" timeOffset="300.56">8640 481 1121 0,'0'0'70'0,"0"0"-69"16,0 0 2-16,0 0-3 15,0 0 2-15,0 0 9 16,107 96 23-16,-57-42 6 16,-2 8-24-16,1 3-3 15,-4 0-2-15,-2-7-1 16,-1-4-5-16,-4-9-4 15,-7-4 3-15,-6-9-4 16,-6-6 0-16,-8-4 0 0,-4-7-5 16,-4-7-122-16,-1-6-94 15,-2-2-110-15,0-13-111 16</inkml:trace>
  <inkml:trace contextRef="#ctx0" brushRef="#br0" timeOffset="590.49">9188 371 855 0,'0'0'230'0,"0"0"-204"0,0 0-26 16,0 0 4-16,0 0-4 15,-12 85 14-15,9-28 5 16,3 6-1-16,-1-1-9 16,-3 2-2-16,1-3-3 15,0-5-3-15,3-6-1 16,0-11 0-16,0-8-2 16,0-9-29-16,11-10-198 15,6-12-24-15,0 0-131 16</inkml:trace>
  <inkml:trace contextRef="#ctx0" brushRef="#br0" timeOffset="949.38">9341 614 963 0,'0'0'69'0,"0"0"-67"0,-27 120-2 16,27-65 21-16,0 1 44 15,13-5-22-15,10-8-26 16,6-7-11-16,1-12-6 16,2-11 3-16,0-7 4 15,-5-6-4-15,2-1 18 16,-2-19-4-16,-7-7-3 16,-5-6 17-16,-8-6 16 0,-7-7 13 15,0-5 2-15,-27-5-29 16,-9 2 17-16,-8 4-34 15,-3 6-4-15,2 14 21 16,3 8-25-16,10 12-6 16,7 9-2-16,8 1-7 15,9 2-1-15,8 15-90 16,0 3-73-16,22-4-50 16,16-7-145-16,6-9-344 15</inkml:trace>
  <inkml:trace contextRef="#ctx0" brushRef="#br0" timeOffset="1160.17">9810 364 1181 0,'0'0'51'0,"0"0"-51"15,0 0-13-15,-5 76 13 16,7-22 31-16,9 3-1 15,1 6-19-15,0 3-4 16,-2 3-7-16,-3 3 0 16,-3 3-71-16,-2-6-279 0,-2-4-250 15</inkml:trace>
  <inkml:trace contextRef="#ctx0" brushRef="#br0" timeOffset="1288.57">9884 1210 1258 0,'0'0'30'0,"0"0"-29"0,0 0 0 16,0 0-1-16,0 0-101 15,0 0-274-15</inkml:trace>
  <inkml:trace contextRef="#ctx0" brushRef="#br0" timeOffset="1571.89">10144 368 1260 0,'0'0'28'15,"0"0"-13"-15,0 0-2 16,0 0-13-16,0 0 7 16,0 0-7-16,3 116 5 15,8-57-4-15,-1 3-1 16,-2 4-2-16,1 4-14 16,-3 1-212-16,3-2-143 0</inkml:trace>
  <inkml:trace contextRef="#ctx0" brushRef="#br0" timeOffset="1718.06">10338 1155 1273 0,'0'0'112'0,"0"0"-107"16,0 0 5-16,0 0 5 16,0 0-15-16,0 0-2 15,-70-13-194-15,70 12-291 16</inkml:trace>
  <inkml:trace contextRef="#ctx0" brushRef="#br0" timeOffset="2031.08">10540 464 870 0,'0'0'227'0,"0"0"-202"16,0 0-5-16,0 0 47 16,0 0 3-16,0 0-70 15,0 25-1-15,0 18 1 16,0 13 11-16,0 7-7 15,0 5-2-15,0 2-1 16,0 4-1-16,0 0-24 16,0-5-235-16,0-11-167 15</inkml:trace>
  <inkml:trace contextRef="#ctx0" brushRef="#br0" timeOffset="2158.73">10621 1166 1139 0,'0'0'148'0,"0"0"-148"16,0 0 0-16,0 0 0 16,-88-9-27-16,82 9-372 15</inkml:trace>
  <inkml:trace contextRef="#ctx0" brushRef="#br0" timeOffset="16580.04">1384 752 741 0,'0'0'306'0,"0"0"-288"16,0 0-13-16,0 0 1 15,0 0 63-15,0 0-4 16,0 0-32-16,0 0-18 16,-15-7-15-16,15 18-2 15,0 16-7-15,0 13 9 16,1 7 4-16,9 5 0 15,2 1-2-15,-2-2 0 16,-1 0 0-16,-5-2-1 16,-1-1 2-16,-3-2-2 15,0-6-1-15,0-5-2 16,0-10-63-16,0-5-41 0,0-5-42 16,0-10-70-1,0-5-102-15</inkml:trace>
  <inkml:trace contextRef="#ctx0" brushRef="#br0" timeOffset="17014.68">1536 954 1087 0,'0'0'27'0,"0"0"-27"16,-30 96-8-16,30-52 3 0,0-1 5 15,6-4 2-15,16-3 12 16,2-11-14-16,4-6 0 16,-1-7-6-16,-2-8 14 15,-2-4-8-15,-3 0 8 16,-3-4-16-16,-2-16 0 15,-6-5 8-15,-6-5 2 16,-3-4 11-16,0-2 1 16,-10-1 4-16,-8-3 21 15,-6 6-19-15,-1 4-2 16,-4 7-8-16,1 8-2 16,1 10-8-16,2 3-7 0,5 2 3 15,6 0-10-15,2 0-42 16,3 9-26-16,4 4-78 15,3 5-32-15,2 2-24 16,0-1-215-16</inkml:trace>
  <inkml:trace contextRef="#ctx0" brushRef="#br0" timeOffset="17363.23">2114 701 1183 0,'0'0'8'0,"0"0"-7"15,0 0-2-15,0 0 0 16,0 0-5-16,-16 102 6 15,16-45 6-15,1 9 16 16,5 7 7-16,-2 7-13 16,-4 2 2-16,0 1 1 15,0-4-9-15,-3-2 0 16,-8-3-4-16,-5-5-6 16,2-9 0-16,-5-9 2 15,3-13-2-15,-1-11-30 0,3-14-95 16,4-13-220-16,2 0-80 15</inkml:trace>
  <inkml:trace contextRef="#ctx0" brushRef="#br0" timeOffset="17886.65">1892 967 852 0,'0'0'226'0,"0"0"-226"16,0 0-10-16,0 0 10 16,0 0 15-16,0 0-15 15,0-2-7-15,0 2 7 16,0 2 0-16,0 4 7 15,0-2-7-15,0 1 1 16,0-2 9-16,0 0 11 16,0 0-14-16,0-3 1 15,0 1-5-15,0 1-3 16,0-2 0-16,0 0 0 16,0 0 10-16,0 0 0 0,0 0-3 15,0 0-7-15,0 0 0 16,0 0-11-16,0 0-2 15,0 0 6-15,0 0 7 16,0 1 2-16,0-1-2 16,0 0 5-16,0 0 4 15,0 0 1-15,0 0 3 16,-1 0 10-16,-5 0 7 16,2-1-9-16,-5-8-21 15,4 0 1-15,0 0-1 16,2 1 0-16,1 4-33 15,2-1-33-15,0 2-72 16,0 2-162-16,14-1-151 0</inkml:trace>
  <inkml:trace contextRef="#ctx0" brushRef="#br0" timeOffset="18262.18">2374 1297 731 0,'0'0'36'0,"0"0"-34"0,0 0 10 15,0 0 26-15,0 0 18 16,0 0-12-16,-40-19-3 16,37 5 18-16,-1-2-22 15,4-1 19-15,0 3-11 16,0 1 11-16,0 6-54 16,0 1 19-16,5 4-21 15,1 2-1-15,1 0-10 16,2 0 4-16,-3 5 2 15,-2 5 2-15,-4 6-34 16,0 3-127-16,-6-1-181 16</inkml:trace>
  <inkml:trace contextRef="#ctx0" brushRef="#br0" timeOffset="19346.14">1560 2284 687 0,'0'0'174'0,"0"0"-160"15,0 0 10-15,0 0 95 16,0 0-2-16,0 0-61 16,0-58-18-16,0 47 18 15,0 0-11-15,-7-1 2 0,-3 1-27 16,-1 0-15-16,0 3 31 15,-1 5-18-15,1 3-2 16,-3 0-16-16,-1 7-2 16,0 16 0-16,-2 10 0 15,4 5-2-15,4-1 2 16,8-5-3-16,1-3 1 16,0-6-3-16,7-7-2 15,6-6-2-15,4-4 8 16,-2-4-7-16,2-2 3 15,-1 0 0-15,1-2-7 16,1-13-10-16,-1 1-5 16,-4-5-2-16,-3 2 20 0,-4-2-21 15,-3 1 30-15,-3 0-11 16,0 2 13-16,0 1 0 16,-3 2 4-16,-3 6 4 15,2 3 6-15,0 2 9 16,4 2-11-16,0 0-12 15,0 0 0-15,0 0-2 16,0 6-6-16,0 15 6 16,0 7 2-16,0 4 1 15,0 6 2-15,4 4 0 16,2 2-2-16,1 1 5 16,0 0-5-16,-2-2 3 0,-2-5-2 15,-3-3 2-15,0-7-1 16,0 0 0-16,-10-6 9 15,-7-1 36-15,-3-3-38 16,0-7 5-16,-3-2 2 16,-2-5-11-16,-1-4-1 15,1 0-5-15,5-3-3 16,4-12-60-16,7-6-42 16,9-4-72-16,0-2-182 15,15-4-244-15</inkml:trace>
  <inkml:trace contextRef="#ctx0" brushRef="#br0" timeOffset="19745.18">1710 2364 1119 0,'0'0'14'0,"0"0"-14"15,0 0-2-15,-13 102 2 16,13-68 24-16,8 3-8 16,2-4-7-16,4-3-5 15,-1-6-4-15,0-7-2 16,4-8-6-16,-2-9 8 16,3 0 2-16,4-5 17 15,0-16-15-15,0-2 1 0,-9 0 3 16,-9-2-3-16,-4-2 14 15,0-1-15-15,-6-4 60 16,-14-3-22-16,-3 2 7 16,-6 4-3-16,3 5-18 15,0 7-9-15,6 7-11 16,7 5-5-16,1 3-1 16,4 2-4-16,0 0-1 15,1 14-40-15,7 1-117 16,0-2-51-16,0-4-94 15,16-6-159-15</inkml:trace>
  <inkml:trace contextRef="#ctx0" brushRef="#br0" timeOffset="20078.73">2133 2188 973 0,'0'0'191'0,"0"0"-186"15,0 0-5-15,0 0 0 16,0 0 4-16,13 77 29 16,-5-26-15-16,-1 11 21 0,-2 7 5 15,-1 4 9-15,-4 6-16 16,0-3-14-16,0-2-9 15,0-6-1-15,0-12-8 16,0-8-4-16,0-10 1 16,-2-7-2-16,-1-9-1 15,-2-4-1-15,1-7-91 16,2-8-59-16,-1-3-191 16,0-3-27-16</inkml:trace>
  <inkml:trace contextRef="#ctx0" brushRef="#br0" timeOffset="20286.72">2043 2376 1150 0,'0'0'30'0,"0"0"-30"16,0 0-6-16,0 0 5 16,0 0-94-16,0 0-227 15,20 2-140-15</inkml:trace>
  <inkml:trace contextRef="#ctx0" brushRef="#br0" timeOffset="20478.24">2283 2647 1447 0,'0'0'55'16,"0"0"-53"-16,0 0 8 16,0 0 11-16,0 0-21 15,0 0-83-15,-16-26-128 16,16 19-225-16</inkml:trace>
  <inkml:trace contextRef="#ctx0" brushRef="#br0" timeOffset="21945.17">1076 1894 879 0,'0'0'127'0,"0"0"-105"16,0 0 31-16,0 0 29 15,0 0 9-15,0 0-2 16,-7-49-20-16,7 49-27 16,0-1-25-16,7-2-15 15,28-2 1-15,26-1 4 0,32-1 0 16,26 0 8-16,23 0 10 15,15 4-16-15,12 0 5 16,5-1-10-16,-1-3 0 16,-15 1-4-16,-24 0-6 15,-25 4 0-15,-28 0-72 16,-24 1-84-16,-27-2-81 16,-30 3-345-16</inkml:trace>
  <inkml:trace contextRef="#ctx0" brushRef="#br0" timeOffset="49591.96">14462 556 850 0,'0'0'234'15,"0"0"-189"-15,0 0-43 16,0 0 25-16,0 0 53 16,0 0-11-16,0 0-37 15,-61 6-24-15,41 5 0 16,-5 1 0-16,-4 0 8 16,-2-2 0-16,0 0 10 15,1-6 10-15,4-1-5 16,-1-2 0-16,2-1-8 15,2 0 1-15,-1 0-8 0,7 0 1 16,4 0-6 0,5-1-4-16,1-2 1 0,2 3-3 15,3 0-5-15,1 0 0 16,-1 0 3-16,2 0-3 16,-1 0-7-16,-2 0 1 15,0 4-6-15,0 13 5 16,-5 6 6-16,-1 4-2 15,3-3 3-15,-1-2 0 16,0-2 1-16,4-4-2 16,-2-2 2-16,3-4 1 15,0-7-1-15,1 0-1 16,1-1 0-16,0-2-1 16,0 0 1-16,0 0 5 15,0 0-3-15,0 0-2 0,0 0-4 16,0 0 2-16,0 0-1 15,15-3 3-15,6-2 2 16,9-1-1-16,1 6-1 16,1 0-3-16,2 20-1 15,0 11 0-15,0 7 0 16,-6 3 1-16,-6 1 3 16,-7-5-2-16,-9-3 0 15,-4-7 0-15,-2-2-2 16,-6-2 4-16,-18-1 13 15,-7 1 7-15,-10-5-8 16,-1-5 1-16,0-5-2 0,4-5-8 16,1-3 2-16,5 0-3 15,2-2-2-15,4-10-4 16,7-3-30-16,11-1-38 16,8-4-110-16,11-2-44 15,28-2-124-15,10-5-71 16</inkml:trace>
  <inkml:trace contextRef="#ctx0" brushRef="#br0" timeOffset="49972.82">14430 843 830 0,'0'0'119'0,"0"0"-117"0,0 0-2 15,-22 109 8-15,22-70 6 16,16-1-3-16,8-3-6 16,3-5 1-16,-1-7-6 15,1-7 0-15,-3-7 1 16,0-5 10-16,0-4 9 16,3 0 18-16,-2-18-9 15,-2-8 9-15,-3-4 11 16,-8-5 1-16,-8 0 3 15,-4 1 7-15,-4 0-9 0,-23-1-12 16,-8 2-12-16,-3 5-8 16,-3 6 6-16,5 9-20 15,4 5 1-15,9 7-6 16,6 1-4-16,5 0-8 16,9 9-102-16,3 11-35 15,3-2-87-15,20-2-156 16</inkml:trace>
  <inkml:trace contextRef="#ctx0" brushRef="#br0" timeOffset="50163.26">14853 937 1091 0,'0'0'147'0,"0"0"-147"15,0 0-7-15,0 0 7 16,117-11 4-16,-69 8-4 16,2 0-47-16,-1-1-187 15,-6-4-222-15</inkml:trace>
  <inkml:trace contextRef="#ctx0" brushRef="#br0" timeOffset="50872.15">15573 678 962 0,'0'0'173'0,"0"0"-157"15,0 0 19-15,0 0 70 16,0 0-32-16,0 0-51 15,-30-4-12-15,10 5-2 16,-2 7 6-16,-4 0 32 16,-5-1-18-16,-1 0-7 0,1-1 0 15,3-1-11 1,4-2 2-16,9-3-3 16,5 0 6-16,3 0 4 0,2 0-7 15,4 0-12-15,1 0 4 16,0 0 1-16,0 0-1 15,0 0-3-15,0 0-1 16,0 0-2-16,-2 0-5 16,0 9-2-16,0 12 2 15,-2 10 7-15,-2 5-1 16,0 0 1-16,-4 1 0 16,1-7 1-16,1-6-1 15,3-6 0-15,1-6 0 16,4-8 0-16,0-1 0 15,0-3 0-15,0 0-3 0,0 0-10 16,20-10 12 0,8-5 1-16,5-5 12 0,3 4-12 15,-2 2-7-15,0 5 1 16,-5 9-6-16,2 0 6 16,-3 3-2-16,-1 18 3 15,-2 5 2-15,-5 3 1 16,-5-2 2-16,-8 0 0 15,-7-3 1-15,0-2 2 16,-5-2 0-16,-19-1 13 16,-7-1 4-16,-8-4-10 15,-5-3-2-15,3-7-1 16,3-3-2-16,3-1-2 0,6 0-3 16,9 0-2-16,7-7-40 15,7-8-50-15,6-6-102 16,12-6-144-16,22-6-147 15</inkml:trace>
  <inkml:trace contextRef="#ctx0" brushRef="#br0" timeOffset="51242.23">15683 865 657 0,'0'0'483'0,"0"0"-477"0,0 0-2 15,0 0-4-15,-5 107 23 16,9-69 14-16,14 3-10 16,7-5-21-16,4-6-1 15,3-7 0-15,2-6 0 16,1-8 3-16,3-9 5 16,-2 0-2-16,3-9 13 15,-4-13-4-15,-7-2 14 16,-6-4 32-16,-12-2-12 15,-8-4 10-15,-2-2-24 16,-10-3-11-16,-19-2-4 16,-1 4-8-16,-4 3-7 15,6 10-2-15,3 11 7 16,3 7-10-16,0 6-5 0,2 0-4 16,1 15-1-16,2 9-9 15,12 5-84 1,5-1-117-16,3-6-63 0,17-7-297 15</inkml:trace>
  <inkml:trace contextRef="#ctx0" brushRef="#br0" timeOffset="52722.64">16521 801 1061 0,'0'0'124'0,"0"0"-124"0,0 0 5 16,0 0 43-16,0 0-8 15,101-52-38-15,-62 77 1 16,5 9 0-16,-3 10 4 16,-5 2-1-16,-10 0-4 15,-8-1 2-15,-8-5-4 16,-9-7 7-16,-1-9-5 16,0-9 5-16,-1-8 38 15,-15-4 33-15,-2-3-1 16,-4 0-26-16,-1-21-29 15,1-10-7-15,4-15-3 16,8-4-8-16,8-5-4 0,2 4-3 16,13 6 2-16,18 9-6 15,4 7 4-15,1 8-21 16,1 9 16-16,-2 8-9 16,-3 4-11-16,0 0 5 15,-4 2 8-15,-1 11 4 16,-2 0 9-16,-5-1-1 15,-5-1 3-15,-3-2-4 16,-6 0-1-16,-2 0 5 16,-2 1-3-16,-1-1 2 0,-1 2 0 15,0 3 2 1,0-1-1-16,0 3 2 16,0 4-2-16,0 2 2 0,0 0 0 15,0 0-2-15,0-1 2 16,3-1-1-16,4-2-1 15,3-6 2-15,0-4 0 16,1-2-1-16,-1-6 4 16,0 0 1-16,1 0 3 15,1-6 1-15,0-10 8 16,-2-2-10-16,-2-2 8 16,-3-4-7-16,-4-1-2 15,1-3 6-15,-2-4-9 16,0-4 1-16,0-2 2 15,0 3-6-15,0 9 2 0,0 8 6 16,0 9 10 0,0 6-7-16,0 3-5 0,0 0-7 15,0 10-11-15,0 19-1 16,4 10 12-16,6 6 2 16,-1-5-1-16,5-2 0 15,-1-6 0-15,2-8-1 16,1-4 1-16,-2-9-3 15,3-5 5-15,0-6-2 16,1 0 1-16,4 0-2 16,-2-15-5-16,-1-3 4 15,-4-6 0-15,-5-3 1 0,-3-5 0 16,-4-5 2-16,-3-4-2 16,0-3 1-16,0-2 0 15,0 1-1-15,-9 6 3 16,-1 7 4-16,4 10-4 15,0 10 8-15,3 5 1 16,3 7 6-16,-1 0-17 16,1 2-1-16,0 28-16 15,0 17 14-15,0 16 2 16,0 6 4-16,13-1-4 16,2-3 1-16,3-10-2 15,6-6 1-15,0-12 0 16,2-10 0-16,0-11 1 15,2-9-2-15,-4-7-1 16,1-2-2-16,1-16-9 0,-5-7-5 16,-4-6 4-16,-6-3 5 15,-4-3 1-15,-5-3 8 16,-2 4-1-16,0 5-1 16,0 5 4-16,-3 9 0 15,-4 8 5-15,1 5 17 16,0 4-1-16,5 0-11 15,-2 0-12-15,-1 13-2 16,2 12 2-16,2 6 0 16,0 0 0-16,14-2 1 15,12-3 1-15,8-7-2 16,3-6 2-16,1-4-1 0,1-6-1 16,-3-3-70-16,-7 0-157 15,-9-7-75-15,-14-9-427 16</inkml:trace>
  <inkml:trace contextRef="#ctx0" brushRef="#br0" timeOffset="124374.53">13778 333 971 0,'0'0'117'0,"0"0"-92"0,0 0-17 16,0 0 3-16,0 0 51 16,0 0 10-16,0 0-22 15,0 0-23-15,0 0-2 16,-2 0 10-16,-6 0-2 16,-3-6 0-16,-2-1-12 15,-4 0-9-15,-1-2 2 16,-7-2-2-16,0-2-2 15,-2 3 2-15,0-1 2 16,6-2 5-16,4 2-6 16,3 2 11-16,8 2-3 15,2 3-10-15,3 0 6 16,1 4-9-16,0 0-7 16,0 0 3-16,0 0-4 15,0 0-8-15,0 10-5 0,0 24-1 16,0 22 14-16,8 19 2 15,2 17 0-15,-2 9 2 16,1 5-2-16,-4 4-1 16,-2 2 0-16,-1-7 1 15,-1-6 0-15,-1-12 1 16,0-10-1-16,0-14 2 16,0-12 2-16,0-7 8 15,0-10-5-15,0-8-1 16,0-9 0-16,0-10 0 15,0-4-1-15,0-3 3 16,0 0 16-16,0 0-8 0,0 0-4 16,0 0-3-16,0 0-7 15,0 0 2-15,2 0-6 16,15-3 3-16,9-7-3 16,10-1 4-16,6-1-4 15,3 3-4-15,5 1-35 16,8 1-42-16,12 0-81 15,4-2-137-15,-2-2-160 16</inkml:trace>
  <inkml:trace contextRef="#ctx0" brushRef="#br0" timeOffset="125474.06">17879 313 839 0,'0'0'142'0,"0"0"-109"16,0 0-29-16,0 0-4 15,0 0 54-15,0 0-28 16,36-24-2-16,-9 18-9 15,4-1 4-15,-2 3 5 16,-3 1-8-16,-9 1-4 16,-3 2 8-16,-3 0-11 15,-7 0-2-15,1 5-7 16,0 12 0-16,0 8 0 16,0 9 22-16,-2 7 5 0,-3 9-4 15,0 7-1-15,0 11 1 16,0 4 18-16,-4 9 10 15,-2 5-28-15,0 0-14 16,1-2 4-16,2-4-6 16,0-10-3-16,0-7-3 15,2-10 1-15,-2-11 4 16,1-7 17-16,-3-9 4 16,1-6-17-16,0-5 0 15,1-5 3-15,2-6-2 0,-1-3 1 16,1-1 4-1,-1 0 5-15,2 0 4 0,-1 0-2 16,1 0 0-16,-3 0 3 16,0 0-9-16,-7 0-3 15,-13-7-5-15,-10-5-9 16,-14 1-2-16,-9 7-2 16,-7 4-10-16,-7 0-48 15,-7 22-77-15,-2 3-213 16,6 0-257-16</inkml:trace>
  <inkml:trace contextRef="#ctx0" brushRef="#br0" timeOffset="170050.72">1747 1973 850 0,'0'0'112'0,"0"0"-90"16,0 0-20-16,0 0 69 0,0 0 33 15,0 0-40-15,0 0-19 16,1-7 10-16,-1 4 20 15,0-3-10-15,0-1-19 16,0-2-8-16,-6 0-10 16,-3-3 1-16,-1 0-13 15,-1 2 2-15,-1-2-9 16,-4 3 12-16,2-2-4 16,-3 1-9-16,0 1-4 15,3 1-2-15,-3 2 5 16,2 3-3-16,-1 2 0 15,0-1-3-15,-1 2 0 0,-2 0 0 16,3 0-1-16,-2 3 1 16,-1 6-1-16,3 2 1 15,-3 2-1-15,3 2 0 16,-3 1 0-16,-1 6 0 16,0 3 0-16,-4 4 0 15,0 2 1-15,0 4 0 16,0 0 2-16,4-3-2 15,4-1 2-15,0 1-3 16,3-1 2-16,0 2 1 16,1 2 2-16,4-2-3 15,5 1-1-15,-1 1 0 16,2 3 0-16,2-1-1 16,0 1 2-16,0-2 0 0,0-2-2 15,0 4 2-15,0 1 2 16,7 3-1-16,3 2-2 15,2-2 1-15,1 0-1 16,3-1 0-16,2-4 0 16,2 0 1-16,1-3-2 15,3-2 0-15,4 0 0 16,4-3 0-16,3 1 1 16,4-1 1-16,-1-5-2 15,2-2 3-15,1-3 0 16,0-2-3-16,-1-3 2 15,2-3-1-15,0-3 1 16,1 1-1-16,4-7 1 0,0 2-2 16,3-4 4-16,0 0-4 15,-3-2 0-15,-2-9 0 16,-6 1-1-16,-4-4 1 16,0-1 0-16,0-1 0 15,2-4 1-15,3-1-1 16,0-1 0-16,-1-4 0 15,-3 3 0-15,-4 1 1 16,-5 2 0-16,-4 4 1 16,-1 1-2-16,-2-5 1 15,-2 0-1-15,1-2 1 16,-2-3 0-16,-3-1-1 16,2-2 4-16,-3-5-4 0,-3-4 3 15,-1 1-3-15,-5-2 3 16,-2 2-2-16,-2 5 0 15,0-1 0-15,0 1-1 16,-9-3 3-16,-5 0-1 16,-8-2-2-16,-1 0 3 15,-6 0-3-15,-1 1 0 16,-2 2 4-16,-1 3-1 16,-1 0 2-16,-1 4-1 15,1 2 4-15,-4 3-3 16,5 2 0-16,-2 0 1 15,2 4-3-15,-3 0 1 0,3 1 0 16,-2 1-3-16,1 3 3 16,0-1-2-16,-4 2 3 15,-4 3 1-15,1 0-4 16,-1 3 0-16,2 0-2 16,8 2 0-16,4 1 0 15,3-2 0-15,2 2 0 16,2 0-1-16,3 0 0 15,1 0-2-15,2 9-3 16,2 7-8-16,1 8-36 16,2 10-28-16,5 5-27 15,5 2-162-15,0-4-174 0,2-5-264 16</inkml:trace>
  <inkml:trace contextRef="#ctx0" brushRef="#br0" timeOffset="171031.01">2832 2600 851 0,'0'0'221'16,"0"0"-158"-16,0 0-45 16,0 0 74-16,0 0 21 15,0 0 6-15,0-51-77 0,0 51-41 16,0 0-1-16,0 14-17 16,15 15 16-16,3 14 1 15,4 8 9-15,-2 0 1 16,-3-7 0-16,-6-11-5 15,0-12-1-15,-4-9 4 16,-3-6 20-16,-1-6-8 16,-1 0 16-16,2 0 11 15,4-18 9-15,7-22-1 16,11-15-28-16,6-10-13 16,1-1-5-16,2 6-2 0,-4 7-2 15,-3 5-5 1,-2 11-1-16,-7 7 1 15,-2 10-23-15,-8 7-32 16,-3 5-57-16,-6 3-156 0,0 5-150 16,-15 0-419-16</inkml:trace>
  <inkml:trace contextRef="#ctx0" brushRef="#br0" timeOffset="171347.3">3037 2344 1227 0,'0'0'116'16,"0"0"-116"-16,0 0-39 0,0 0 32 15,0 0 7 1,16 85 28-16,7-38 1 16,2 0-10-16,-1 2 15 0,-6-5-3 15,-1-9-2-15,-6-7-1 16,-1-9 19-16,-5-11-1 15,-3-5-10-15,0-3-7 16,-1 0 18-16,9-19 19 16,11-20-18-16,12-18-31 15,12-20-13-15,5-10-4 16,4-5-2-16,-8-4-8 16,-5 5-16-16,-9 3-70 15,-15 6-155-15,-17 2-377 16</inkml:trace>
  <inkml:trace contextRef="#ctx0" brushRef="#br0" timeOffset="172030.68">2859 975 217 0,'0'0'944'0,"0"0"-867"15,0 0-65-15,0 0 61 16,0 0 48-16,0 0-54 16,-6 1-51-16,12 0-15 15,15 2-1-15,13-3 15 16,9 0 18-16,9 0-1 16,6-7-3-16,6-7 6 15,6-4-10-15,-6 0-13 16,-9 3-2-16,-13 3-5 15,-17 3-3-15,-12 3 5 16,-8 3 5-16,-3 1 2 16,-2 2 6-16,0 0 5 15,0 0-3-15,0 0-2 16,0 0-8-16,0 0 3 0,0-3-7 16,0 2-4-16,-3-2 0 15,-3-1-4 1,2 0-1-16,-2 0 0 0,2 1 1 15,-5 1-19-15,2-1-12 16,-1 3-20-16,-2 3-40 16,-5 18-186-16,-4 8-511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44:28.56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7443 4837 415 0,'0'0'273'0,"0"0"-196"16,0 0-34-16,0 0 69 15,0 0 11-15,0 0-34 16,-5-80-40-16,5 71 4 16,-2 4 10-16,0 3 4 15,1 2-12-15,-1 0-24 16,2 0-31-16,0 7-14 16,0 21 12-16,0 17 2 0,0 24 32 15,0 14-19 1,7 15 7-16,1 6 22 0,1-1-16 15,-1-10-9-15,0-14-8 16,-1-11-6-16,0-17 3 16,-3-12-3-16,0-10 3 15,-1-10-3-15,-1-8-3 16,-2-5 3-16,0-4-3 16,0 0 0-16,0-2-1 15,0 0-44-15,0-3-79 16,-3-19-123-16,-7-16-311 15</inkml:trace>
  <inkml:trace contextRef="#ctx0" brushRef="#br0" timeOffset="1450.3">7583 4805 616 0,'0'0'133'0,"0"0"-129"16,0 0 20-16,0 0 99 15,0 0 28-15,0 0-64 16,-18-51-40-16,16 47-4 16,1-2 14-16,-5 3-5 15,3-2 2-15,-2 2-10 16,0 0-1-16,0 0-8 16,1 1-8-16,0 1-8 15,-2-1-2-15,3 1 0 16,0-1 9-16,2 1 7 15,1-1-10-15,0 2 3 16,0 0-7-16,0 0-10 16,0 0-5-16,0 0-4 0,0 0-1 15,0 0-2-15,6 0 3 16,12 0 6-16,9 2 3 16,8 1-1-16,7-2 0 15,5 1-4-15,3-2 4 16,5 0-4-16,2 0-2 15,2 0 4-15,-1 0-4 16,-1 0 0-16,-4 0 0 16,-2-3-1-16,-5 3 0 15,1-2 0-15,-5 2 0 16,-2 0 1-16,-4 0-2 16,-3 0 0-16,-1 0 0 0,1 0 1 15,0 2-1 1,1 2 2-16,-1 2-2 0,2-1 2 15,1 0-2-15,2-4 1 16,-1-1-1-16,-1 0 0 16,1 0 0-16,-3 0 0 15,1 0-1-15,-2 0 0 16,-1 0-1-16,-2-3 2 16,4 0-1-16,-3-2 0 15,1 2 0-15,2-1 1 16,-6 1 0-16,0 0-1 15,1 0 1-15,-1 1 0 16,2 1 1-16,2-1-1 16,1 1 0-16,1-1 0 15,1 2 1-15,-1 0-1 0,-1 0 0 16,0 0 0 0,-1 0 0-16,3 0 0 0,1 0 0 15,-2 2 0-15,1 1 2 16,0-3-2-16,-1 1 1 15,-4-1 1-15,-1 0-2 16,-5 0 0-16,2 0-1 16,-3 0 1-16,1 0 0 15,0 0 0-15,2 0 0 16,0 0 0-16,-1 0 0 16,2 0 0-16,0 0 0 15,0 0 0-15,3 0 0 0,-2 0 0 16,1 0 0-1,-5 0-1-15,2 0 0 0,-3 0-2 16,-1 0 3-16,3 0 0 16,0 0 0-16,2 0-2 15,-2 0 2-15,3 0-1 16,-3-1 1-16,1-4 0 16,-3-1 0-16,-4 1 1 15,-2 1 0-15,-1 0-2 16,-4 1 1-16,-1-1 0 15,-1 2 2-15,0-3-2 16,0 3 0-16,-1-4 1 16,-3 5-1-16,-3-2 1 15,0 0 2-15,-2 2-3 16,1-1 1-16,-2 1 2 0,0-2-2 16,0 3-1-16,0 0 0 15,0 0-2-15,0 0 1 16,0 0-1-16,0 0 2 15,0 0 1-15,0 0-1 16,0 0-1-16,0 13-3 16,0 15 1-16,0 18 3 15,0 8 6-15,0 10 3 16,0 9 5-16,0 2-7 16,0 0 4-16,0-6-5 15,0-10 2-15,7-8-5 16,-3-6-2-16,1-9-1 0,0-4 1 15,-1-6 0-15,-1-7-1 16,-1-6-1-16,0-3 0 16,-1-4-21-16,-1-3-25 15,0-2-28-15,-23-1-80 16,-18-1-315-16</inkml:trace>
  <inkml:trace contextRef="#ctx0" brushRef="#br0" timeOffset="2949.63">7755 5681 217 0,'0'0'521'16,"0"0"-472"-16,0 0-14 15,0 0 102-15,0 0 24 16,0 0-55-16,-37-6-27 15,37 5 3-15,0 0-1 16,0-1-15-16,0 1-6 16,0 1-20-16,0 0-9 15,0 0-5-15,0-2-7 16,0 2-9-16,0 0-5 16,14 0-5-16,13 0 12 15,10 0 2-15,9-1 1 0,6-2-8 16,5 1 5-16,-2 1-1 15,-3 1-1-15,-6 0-3 16,-5 0 0-16,-4 0-5 16,-2 0 3-16,-3 0 0 15,0 1-3-15,-2 4-1 16,-1 1 1-16,0-2 1 16,-2 0-1-16,-1 0-1 15,-1-1-1-15,2-1 2 16,-2 0 2-16,2 1-3 15,1-3-1-15,1 2 2 16,1-1 2-16,0 0-3 16,2-1 1-16,3 0 0 15,-3 2-2-15,0-2 0 0,0 2 0 16,-5-2 0 0,4 2-2-16,-3-2 2 0,3 1-1 15,-3-1 1-15,0 1 0 16,1 1 1-16,0-2-1 15,3 0 0-15,2 0 0 16,0 0 0-16,-5 0 2 16,1 0-2-16,-2 0 2 15,-2 0-2-15,1-3 0 16,-1 0 0-16,2 1 1 16,0-1 0-16,2 2-1 15,0-1 0-15,2 1 0 0,0 1 1 16,-1-2-1-1,0 2 0-15,-2 0 0 0,0 0 0 16,-3 0 3-16,0 0-3 16,-3 0 0-16,-1 0-3 15,0 0 6-15,-2 0-5 16,0 0 2-16,2 0 0 16,-2 0 1-16,0 0-1 15,2 0 0-15,-1 0 0 16,3 2 1-16,0-1 0 15,4 1-2-15,1-1 2 16,0-1 0-16,1 0 0 16,-4 1-1-16,0-1-2 15,-3 0 0-15,-3 0 2 16,1 0-1-16,-4 0 2 0,4 0 0 16,-3 0 0-16,2 0-1 15,-2 0 1-15,2 0 0 16,-1 0-1-16,0 0 1 15,-3 0-1-15,2 0 0 16,-1-1 1-16,0 1-1 16,-2-1 0-16,-3-1 0 15,0 1 2-15,-4-1-2 16,1 2 0-16,0-2 0 16,-1 2 1-16,-1-4 0 15,-2 4 0-15,-2-1 0 16,-3-1 2-16,0 2-1 0,0-2 1 15,0 2 1-15,0 0 0 16,0 0-4-16,0-2 1 16,0-3-1-16,0 1-34 15,-11-4-66-15,-14-4-226 16,-14-1-838-16</inkml:trace>
  <inkml:trace contextRef="#ctx0" brushRef="#br0" timeOffset="5965.33">15015 4215 1009 0,'0'0'80'0,"0"0"-66"16,0 0 63-16,0 0 3 15,0 0-17-15,0 0-29 16,0 0-17-16,0 0-5 16,72-24 8-16,-44 48 1 15,7 12 8-15,3 13-7 16,1 7-2-16,-4 5-4 16,-5-3-6-16,-6-2-3 0,-10-5 0 15,-5-8-5-15,-9-9 3 16,0-8 3-16,0-10-2 15,-10-7 7-15,2-4 8 16,1-4 4-16,0-1 18 16,-3-3 5-16,-3-24-15 15,-4-14-27-15,3-10-6 16,8-7 4-16,5 0 6 16,1 0-4-16,0 4 0 15,16 6 3-15,4 7-9 16,3 8-1-16,5 9 1 15,0 6-1-15,0 6-4 16,2 6 1-16,-6 6 1 0,-3 0-17 16,0 6-36-1,-7 17-31-15,2 7-28 0,-3 2-87 16,-1 4-49-16,-5-4-177 16</inkml:trace>
  <inkml:trace contextRef="#ctx0" brushRef="#br0" timeOffset="7402.06">15603 4451 651 0,'0'0'279'16,"0"0"-219"-16,0 0 44 15,0 0 17-15,0 0-43 16,0 0-38-16,47-31-11 0,-30 14 24 16,-2 2-5-1,-5 0-15-15,-2 0 3 0,-5 2 6 16,-3 1-13-16,0-3-6 15,0 1-8-15,-1 1-4 16,-11 0 0-16,0 6-7 16,2 4 1-16,-3 3 8 15,-2 1-9-15,-3 23-4 16,-2 11-2-16,1 8 2 16,6 6 4-16,6-3-4 15,7-1 4-15,0-8-4 16,3-5 0-16,14-9 0 15,6-7 0-15,5-5-3 16,3-6 2-16,4-5-2 16,3 0-19-16,4-7-21 0,0-9-32 15,0-3-34-15,-3-2-33 16,-6-2-5-16,-8-2-9 16,-7-4 55-16,-8-3 20 15,-3-2 63-15,-7 2 18 16,0 4 87-16,0 6 33 15,0 10-4-15,0 7-3 16,0 3-22-16,0 2-45 16,0 7-46-16,7 21 1 15,3 9 41-15,3 5 23 0,1 3-27 16,-1-2-9 0,-1-8-12-16,-2-6 2 0,-2-6-7 15,-3-8-10 1,-2-8 4-16,-1-3-3 0,0-4 3 15,0 0 7-15,1 0 0 16,2-15 1-16,1-10-5 16,1-9-8-16,-1-5 2 15,1-2-2-15,2 2-1 16,-1 3 0-16,4 9 0 16,-2 7-3-16,0 9-6 15,0 10 9-15,-2 1-5 16,4 5-2-16,-1 17-4 15,3 8 10-15,-2 5 1 16,0 1 5-16,-1-1-2 0,-1-5 1 16,2-6-2-16,-2-5-1 15,-3-5-1-15,-2-8 3 16,-4-3-3-16,3-3 3 16,-4 0 0-16,2 0-1 15,1 0 4-15,1-6-1 16,6-17 4-16,1-12-6 15,3-6-2-15,-4-3 0 16,-3 4 1-16,0 9-2 16,0 8 4-16,-2 12-4 15,-2 3 3-15,3 8-2 16,2 0-1-16,4 15-7 0,4 14 7 16,3 7 2-1,1 3 6-15,-2-1-5 0,2-6-3 16,1-3 0-16,3-6 0 15,0-7 0-15,4-7-33 16,2-8-32-16,3-1-31 16,1-2-2-16,-3-16 13 15,-5-5 25-15,-11-1 46 16,-8-3 14-16,-7-2 2 16,0-2 2-16,-4 0 18 15,-12 6 31-15,-1 6 23 16,2 10-9-16,0 6-12 15,-2 3 2-15,0 19-40 16,1 16-8-16,0 8 21 0,8 1-21 16,8-7 7-16,0-6-12 15,2-13-4-15,17-6 0 16,0-10 1-16,3-2 3 16,3 0-4-16,-2-11-5 15,1-9-13-15,-4-5 3 16,-3-4 4-16,-2-2 5 15,-5-3-6-15,-2 9-1 16,-3 6 10-16,-3 11 3 16,-2 6 2-16,0 2-2 15,3 3-10-15,4 17-11 16,1 7 21-16,5 0 17 16,1-3-10-16,3-8-2 0,1-1-4 15,0-12 3 1,1-1 0-16,-2-2-3 0,3 0 1 15,3-12 1-15,-1-6-3 16,-2-1-13-16,-5-4 1 16,-4-1 4-16,-4-1-8 15,-2 3 10-15,-5 9 2 16,0 5 4-16,0 7 4 16,0 1 0-16,0 1-4 15,0 19-17-15,0 6 17 16,2 2 4-16,5-1-1 15,0-1-3-15,3-4-27 16,1-5-169-16,-3-6-192 0</inkml:trace>
  <inkml:trace contextRef="#ctx0" brushRef="#br0" timeOffset="8648.2">17196 4240 315 0,'0'0'943'0,"0"0"-943"16,0 0-12-16,0 0 12 15,0 0 57-15,34 115 15 16,-20-68-27-16,-4 0 12 0,-4-5 14 16,-2-6-22-16,-1-7-29 15,0-5-11-15,0-10-2 16,1-5-6-16,-3-6 2 15,4-3-3-15,1 0-4 16,2 0-1-16,4-13 4 16,1-10 1-16,2-6-16 15,0-1-4-15,-3 1 8 16,-4 3 1-16,2 4-3 16,-3 9 8-16,0 7 5 15,1 6-2-15,0 0-16 16,6 0 12-16,2 10 6 15,4 3-2-15,0 5 3 16,2-3 1-16,1-1-1 16,1-3 0-16,3-3-4 0,1-5-55 15,2-3-36-15,0 0 28 16,-3-3 21-16,-5-7 26 16,-9-4 1-16,-7 2 12 15,-2 0 7-15,-4 1 2 16,0 4 5-16,0 3 19 15,0 4 18-15,-11 0-1 16,-3 7-17-16,-1 10 0 16,0 3 11-16,7-4 4 15,6-1-16-15,2-6-21 16,0-3-1-16,6-5-2 16,10-1 3-16,0 0 14 0,3-14-4 15,-2-6-4-15,-2-2-3 16,-5-2 0-16,0-1-4 15,-4-5 3-15,-2-6 12 16,-4-7 3-16,0-3-4 16,-4-4 2-16,-9 1-6 15,-2 8 9-15,2 9 5 16,3 14-5-16,1 11 11 16,4 5-6-16,0 2-26 15,0 13-1-15,-3 21 0 16,1 19 0-16,4 7 1 15,3 3-1-15,0-3 1 16,8-6-1-16,12-10 0 0,5-9 0 16,3-11-2-16,4-11 2 15,1-7-2-15,3-6-14 16,2 0-11-16,-1-6 4 16,-3-9 4-16,-6-4-11 15,-7-3 4-15,-4 1-6 16,-6-1-1-16,-8 2 4 15,-3 5 13-15,0 6 12 16,0 6 4-16,0 1 3 16,0 2 11-16,0 0-14 15,0 0 0-15,0 0-6 16,0 0-6-16,0 0 12 0,4 0 1 16,-3 2 0-16,2-2 1 15,-1 0 7-15,-1 0 7 16,3 0 9-16,2 0-3 15,8-9 6-15,3-3-12 16,1 2-3-16,4 1-3 16,3 7-10-16,2 2-2 15,5 0-1-15,3 16 3 16,-4 8 4-16,-3 7 9 16,-4 1-3-16,-7-4 6 15,-9-1 3-15,-5-7-5 16,-3-7 3-16,0-4 6 15,-4-6 4-15,-12-3 5 16,-2 0 22-16,-2 0-9 16,-2-9-11-16,7-13-6 0,3-9-13 15,8-7-14-15,4 1-2 16,0 3 0-16,6 5-8 16,11 6 0-16,1 4-25 15,7 2-18-15,6 4-15 16,3 4-7-16,4 0-63 15,1 0-209-15,2-3-189 16</inkml:trace>
  <inkml:trace contextRef="#ctx0" brushRef="#br0" timeOffset="8868.87">18833 3926 1130 0,'0'0'59'0,"0"0"20"15,0 0 91-15,0 0-45 16,0 0-112-16,0 0-11 16,0 38-2-16,9 15 41 15,-1 7 3-15,2 3-13 16,-2 0-13-16,2-2-12 16,0-7-5-16,-5-1-1 15,-3-7-26-15,-2-2-90 16,0-9-133-16,-13-10-225 15</inkml:trace>
  <inkml:trace contextRef="#ctx0" brushRef="#br0" timeOffset="9181.52">18798 4298 878 0,'0'0'265'0,"0"0"-263"15,0 0 0-15,109-71 4 16,-68 64-4-16,3 5-2 15,-6 2-4-15,-4 13-3 16,-6 12 7-16,-6 5 4 16,-3 0 31-16,-3-3 13 15,0-6 8-15,-2-7-13 16,3-10-8-16,-2-4 19 0,0 0 34 16,-5-11 23-16,-5-13-29 15,-5-5-16-15,0 0-38 16,-7-3-10-16,-11 2-15 15,0 9-3-15,1 8-6 16,1 7-13-16,0 6-57 16,0 0-113-16,0 6-284 15</inkml:trace>
  <inkml:trace contextRef="#ctx0" brushRef="#br0" timeOffset="11152">19788 4273 248 0,'0'0'690'0,"0"0"-614"15,32-96-12-15,-14 67 67 0,3 5-12 16,5 7-72-16,-1 8-12 16,2 9-7-16,-1 0-14 15,1 21-13-15,-2 13 8 16,-3 13 22-16,-6 6-16 16,-4 1-9-16,-5-3 39 15,-5-9-32-15,-2-8-10 16,0-10 3-16,0-11 8 15,0-6 4-15,0-5-3 16,0-2-4-16,0 0 13 16,0 0 14-16,0-11-3 15,0-14-15-15,0-14-20 16,0-8 0-16,5-6 2 16,10 3-1-16,3 4-1 0,2 14-2 15,-2 8-4-15,1 9 6 16,-2 8-5-16,-2 6 5 15,0 1 0-15,0 3-5 16,0 17-2-16,3 8 7 16,-3 4 1-16,1 2-1 15,-3 0-2-15,-3 1 2 16,1-4 3-16,1-5-3 16,1-6-6-16,3-6-21 15,2-6-28-15,0-3-20 16,4-5 7-16,0 0 27 15,-1-6 16-15,-2-12-1 16,0-5 13-16,-5-3 13 16,-5-6 2-16,-2-2 1 0,-7 3 9 15,0 3 4-15,0 5 38 16,-9 6-6-16,1 8-7 16,-1 6-5-16,1 3-19 15,-4 7-9-15,0 18-11 16,2 11 6-16,6 1-3 15,4 1 0-15,1-6 0 16,21-8-1-16,10-11 1 16,7-7-8-16,10-6 7 15,5 0-1-15,3-17-23 16,-2-9 7-16,-10-3-17 16,-10-1 30-16,-10 3-2 0,-11-1 7 15,-8 6 6-15,-6 0-6 16,0 3 8-16,0 4 12 15,-12 2 2-15,-1 6-4 16,2 5-18-16,-4 2 3 16,1 0-4-16,-1 6 3 15,4 6-4-15,0 1 2 16,4 0-3-16,4-4 3 16,2 0-1-16,1-3 1 15,0 2 0-15,0 1 1 16,0 6 0-16,0 4-1 15,0 8 5-15,0 11-1 16,0 11 4-16,8 12 3 0,7 9 3 16,0 9-4-1,2 5-3-15,-4-1 0 0,-6-7-5 16,-4-10 3-16,-3-12 4 16,0-18-7-16,-8-12 23 15,-10-18 9-15,-9-6 12 16,-14 0 12-16,-7-19-20 15,-5-12-3-15,4-12 6 16,7-8-26-16,14-8-9 16,13-4-6-16,13 2-3 15,2 4-4-15,27 3-16 16,20 4-20-16,16 0-16 0,14 0-6 16,4 2-20-1,0 3-43-15,-4 1-45 0,-3 6 38 16,-9 1 82-16,-13 6 53 15,-19 7 9-15,-14 4 39 16,-14 8 39-16,-5 3 29 16,0 5-9-16,-14-1-43 15,-6 5-23-15,-5 0-5 16,-5 9-14-16,-3 17-12 16,1 5 3-16,5 4-3 15,9-1 2-15,6-3-12 16,9-4 0-16,3-8-1 15,0-5 1-15,0-7-2 16,8-3-3-16,6-4-2 16,4 0-3-16,0 0 2 0,1-17 3 15,-3-1 4-15,0-8-7 16,-3-1-11-16,-3 3-1 16,0 6-1-16,-5 7 6 15,-4 8 12-15,1 3 3 16,0 0-7-16,4 15-26 15,6 10 21-15,3 8 12 16,6 0 1-16,2-5 2 16,6-6 1-16,5-11-2 15,4-6 2-15,4-5 5 16,-3-3-7-16,-7-15 2 16,-7-6-4-16,-7-3 0 0,-5-5 1 15,-4-3 0-15,-6-7 3 16,-3-3-4-16,0-8 3 15,-5 1 0-15,-10 1-3 16,0 9 12-16,2 13 4 16,1 15 5-16,7 8 0 15,0 6-8-15,1 0-13 16,0 26-8-16,-2 13 5 16,2 15 3-16,2 3 1 15,2 1-1-15,0-3 0 16,0-3 0-16,0-5-5 15,10-3-53-15,0-10-127 16,-2-9-201-16,-3-12-411 16</inkml:trace>
  <inkml:trace contextRef="#ctx0" brushRef="#br0" timeOffset="11497.86">21465 4131 360 0,'0'0'1057'16,"0"0"-990"-16,0 0-19 15,10-78 36-15,12 74-54 16,6 4-30-16,3 3-5 16,3 22 0-16,0 7 5 15,-1 7 5-15,-3 0 8 16,-3 0-2-16,-7-5-2 0,-7-3-7 16,-3-12-2-1,-7-5 0-15,0-8 2 0,-3-5 3 16,0-1 1-16,0 0 6 15,0 0 2-15,0-13 1 16,0-11-12-16,-3-5-3 16,0-1-18-16,2 2-4 15,1 8-11-15,0 5 19 16,3 0-8-16,8 2-5 16,5 5-39-16,0-1-20 15,4 4-61-15,-1 5-31 16,0 0-107-16,-6 0-158 15</inkml:trace>
  <inkml:trace contextRef="#ctx0" brushRef="#br0" timeOffset="11966.86">21908 4169 503 0,'0'0'417'0,"0"0"-331"16,0 0 19-16,0 0-5 16,0 0 22-16,18 96-44 15,-5-56-30-15,2-2-6 16,-1-8-16-16,-6-9 7 15,0-10 6-15,-4-7 5 16,-1-4 9-16,-1 0 19 16,1-15 5-16,1-12-6 15,-1-9-31-15,-1-3-8 16,-1-3-14-16,-1 3-15 16,4 5-3-16,-1 6-1 0,4 12-13 15,1 8-23-15,9 7-25 16,6 1-9-16,6 0 20 15,4 7-5-15,5 2-72 16,3-3-71-16,-3-4 68 16,-1-2 84-16,-14 0 42 15,-7-8 5-15,-13-2 53 16,-3-1 96-16,0 2-4 16,-15-1-62-16,-2 7-36 15,1 3-23-15,-3 0-1 16,-1 24-17-16,-2 19-4 15,2 16 18-15,5 10 2 0,13 1-3 16,2-11-1-16,15-12-14 16,14-16-4-1,8-15-4-15,4-16 1 0,6-2-13 16,3-24-40-16,-3-8-91 16,-5-7-168-16,-10-5-428 15</inkml:trace>
  <inkml:trace contextRef="#ctx0" brushRef="#br0" timeOffset="12997.2">22745 3756 680 0,'0'0'684'0,"0"0"-678"0,0 0 8 16,0 0 15-16,0 0-12 15,-13 79-17-15,15-10 50 16,5 9-12-16,-3 0 7 16,-4-2-2-16,0-9 3 15,0-11-32-15,-4-17 1 16,-3-13-9-16,2-15 2 16,1-6-1-16,3-5 3 15,-1 0 5-15,0-2 5 16,1-20-5-16,1-10-15 15,0-2-3-15,1-1-17 16,20 10 10-16,5 5-11 0,7 7 0 16,5 11 17-16,5 2-6 15,0 11-2-15,-1 14 6 16,-8 6 2-16,-10 0 3 16,-12-3 1-16,-8-2 4 15,-4-5 16-15,0-4 3 16,-17-2 2-16,-6-6-10 15,-8 0 2-15,1-5-10 16,2-4-5-16,3 0 1 16,4-4-3-16,10-14-6 15,5-9-23-15,6-5-6 16,3-2-16-16,22-4-4 16,5 0 10-16,5 2 45 0,2-2 0 15,-1 3 0-15,-2-3 3 16,-6 0-1-16,-6 0 9 15,-7 5 31-15,-7 7-17 16,-2 7 8-16,-6 9 4 16,0 7-11-16,0 3-2 15,0 0-24-15,0 3 0 16,0 27-12-16,0 19 12 16,0 12 0-16,0 9 17 15,0-3-3-15,0-6-2 16,1-10-5-16,4-11 0 15,0-15-2-15,-1-12-2 16,-3-9-2-16,-1-3-1 16,2-1 6-16,-1 0 3 0,5-7-1 15,2-22 0-15,4-10-8 16,1-7-2-16,0 3-10 16,1 8-3-16,-6 7 9 15,0 14 3-15,-1 10-6 16,-2 4 4-16,5 0 1 15,2 20-8-15,6 8 9 16,1 10 3-16,1-2 3 16,3-5 0-16,-1-5 3 15,3-8-5-15,2-9 0 16,-2-7 2-16,0-2-2 16,-4-4 3-16,-3-14 3 15,-4-4 0-15,-1-9-3 0,-4-2-3 16,-2-4 3-16,-7 0-4 15,0 8 0-15,0 9 0 16,0 11 3-16,0 9 3 16,0 0-6-16,0 15-7 15,3 20 7-15,7 9 1 16,2 2 4-16,3-4-3 16,0-7-2-16,2-12-1 15,-1-13-36-15,6-10-81 16,1-12-273-16,-2-21-478 15</inkml:trace>
  <inkml:trace contextRef="#ctx0" brushRef="#br0" timeOffset="13095.15">23722 3800 1173 0,'0'0'0'0,"0"0"-48"16,0 0 43-16,0 0-422 15</inkml:trace>
  <inkml:trace contextRef="#ctx0" brushRef="#br0" timeOffset="14548.51">17731 4934 1028 0,'0'0'103'0,"0"0"-90"16,0 0 51-16,0 0 66 0,0 0-20 15,0 0-110 1,-33-47-2-16,33 88 2 0,0 15 21 16,2 6-9-1,3 0-4-15,0-6 3 0,-2-8-2 16,-3-8-3-16,0-12 2 16,0-8-1-16,0-10-4 15,0-7 1-15,0-1-3 16,0-2 6-16,0 0 3 15,0 0 2-15,0-4 0 16,0-11-8-16,2-3-4 16,1-4-1-16,2-2-1 15,3 1 0-15,6 1 2 16,1 4-3-16,0 6 1 16,0 4 3-16,-3 4-2 0,-4 2 1 15,-1 2-1-15,-6 0 1 16,1 0-8-16,0 0 6 15,0 0-3-15,-1 8 5 16,1 1 9-16,-2 2-1 16,0-1 2-16,0-1 1 15,0-1-1-15,0-2 3 16,0-2-4-16,0-1-3 16,0 1 1-16,0-1 0 15,0 2-1-15,-2 0 0 0,-3 2-1 16,0 3 1-1,-2 1-1-15,2 4-4 16,2 3-1-16,3 6 2 0,0 2 2 16,0 3 3-16,5 1 0 15,5-2-2-15,0-4 3 16,-1-3 0-16,-3-9 0 16,-2-3-3-16,-3-5 0 15,-1-4 1-15,0 0-2 16,0 0 1-16,0 0 2 15,0 0 5-15,0 0 5 16,0 0-6-16,0-13-2 16,-1-7-3-16,-6-1-4 15,-2-9-1-15,1 0 0 16,3 0-1-16,4 2 0 0,1 0 1 16,0 3-1-1,0 1 0-15,0 0 0 0,8 5-1 16,5 1-2-16,4 3 1 15,3 6 2-15,1 5-2 16,5 4 1-16,2 2 1 16,4 19-2-16,1 9 2 15,0 8 1-15,-1 2 0 16,-3 1 3-16,-4-3-4 16,-7-3 1-16,-3-4 0 15,-6-5-1-15,-4-5 0 16,-3-4 0-16,-2-3 0 15,0-4-1-15,0 0-21 16,1-5-31-16,2 1-39 0,6-3-132 16,2-3-52-16,7 0-191 15</inkml:trace>
  <inkml:trace contextRef="#ctx0" brushRef="#br0" timeOffset="15081.06">18325 5327 996 0,'0'0'260'0,"0"0"-227"16,0 0 41-16,0 0 45 16,0 0-78-16,-44 76 11 15,44-29-7-15,2-8-25 0,18-6 1 16,7-12-6-16,2-7-4 16,-1-8-5-16,-3-6-4 15,-3 0 3-15,-7-13 4 16,-4-7 2-16,-8-6-2 15,-3-4-5-15,-3-1-4 16,-21 2 0-16,-8 4-1 16,-4 5-6-16,3 9 0 15,5 7 0-15,8 4-11 16,8 0 1-16,8 0 7 16,4 0-30-16,9 0-56 15,26 0 56-15,13-12 40 16,11-11 6-16,1-5 1 0,-6-5 0 15,-11-4-2-15,-8 3 1 16,-6-2 10-16,-9 0 11 16,-5 3-7-16,-7 2-3 15,-1 7 4-15,-5 8 14 16,-2 4-6-16,0 6-5 16,0 3 3-16,0 3-3 15,0 0-12-15,0 0-5 16,0 7-7-16,-2 25-6 15,-2 14 4-15,1 10 2 16,3 4 1-16,0-1 1 16,0-5-2-16,3-2 0 15,9-3-9-15,2-5-66 16,0-6-96-16,0-12-89 16,-6-12-259-16</inkml:trace>
  <inkml:trace contextRef="#ctx0" brushRef="#br0" timeOffset="15530.36">18622 5331 563 0,'0'0'620'16,"0"0"-593"-16,0 0-25 15,7-82 37-15,30 71-21 16,13 6-18-16,10 4 0 16,4 1-36-16,-1 0-64 15,-2 0-29-15,-13 0 40 16,-13 3 18-16,-17-2 46 15,-11 1 25-15,-7-2 15 16,0 0 132-16,-4 0 22 0,-17-5-56 16,-9 3-29-16,-7 2 11 15,-3 0-20-15,0 13-5 16,1 14-11-16,4 8-24 16,7 2-15-16,13 0-5 15,12-6 1-15,3-7-15 16,6-7-1-16,16-9 0 15,7-8 2-15,4 0 0 16,7-18 5-16,1-13 1 16,-2-4-3-16,-7 1-5 15,-5 1 4-15,-8 7-3 16,-6 8-1-16,-7 8 0 16,-1 4-1-16,2 6-8 0,0 0-25 15,4 12-25-15,5 13-5 16,2 4-34-16,5 2-62 15,7-5-34-15,6-6-169 16,2-9-276-16</inkml:trace>
  <inkml:trace contextRef="#ctx0" brushRef="#br0" timeOffset="16496.21">19726 5206 1176 0,'0'0'34'0,"0"0"-15"15,0-111 108-15,0 72-15 16,-7-2-76-16,-3 7 3 16,-2 1-19-16,1 6-2 15,-1 4 23-15,2 8-26 16,3 7-6-16,2 7 10 16,2 1-19-16,-1 7 0 15,1 27-12-15,2 15 12 16,1 16 8-16,0 6 4 15,0-2-3-15,4-6 5 16,3-10-11-16,-2-11 0 16,-1-11-2-16,-3-11 1 15,1-9-1-15,0-8 1 16,-1-3-1-16,-1 0 4 0,2 0 4 16,0 0-2-16,0-16 4 15,2-14-9-15,3-12 2 16,3-7-3-16,3-2 0 15,3 5-2-15,2 7-1 16,2 11-2-16,0 10-2 16,0 13 4-16,2 5-1 15,0 5-6-15,-1 21 4 16,3 5 3-16,-3 5 2 16,1 2-2-16,1-6 0 15,3-2 2-15,4-5-54 16,4-6-108-16,4-5-43 0,0-7-39 15,0-7-107 1,-2 0 58-16,-10-7 141 0,-5-13 152 16,-10-1 50-16,-4-6 85 15,-7 2 67-15,0-4-13 16,-5 2-26-16,-13 3 4 16,-4 3-12-16,0 8-36 15,0 6-21-15,3 7-22 16,-3 2-32-16,0 20-22 15,2 6-16-15,5 6 6 16,3-2-1-16,9-5-10 16,3-8-2-16,0-6 1 15,0-6-4-15,6-5 4 16,10-2-1-16,4 0 3 16,3-10 1-16,3-8 0 0,0-3-3 15,-4 2-3-15,-6 2-2 16,-1 6 5-16,-3 7-2 15,0 4-1-15,4 0-6 16,3 4-2-16,4 14 7 16,4 0 4-16,3 2 0 15,0-7 2-15,-2-4-2 16,1-7 3-16,-4-2 2 16,-5 0-5-16,-3-14-5 15,-8-5-3-15,-2-3 6 16,-5-3 1-16,-2-4-2 15,0-2 3-15,0 4-1 0,-5 9 1 16,0 7 4-16,0 9 23 16,4 2-6-16,1 2-21 15,-2 27-4-15,2 9 4 16,0 9 5-16,0-3-5 16,9-6 3-16,12-8-3 15,6-10-36-15,1-13-90 16,2-7-150-16,-3-7-195 15</inkml:trace>
  <inkml:trace contextRef="#ctx0" brushRef="#br0" timeOffset="16617.65">20607 4919 839 0,'0'0'330'0,"0"0"-330"15,0 0-174-15,0 0 29 16,0 0-386-16</inkml:trace>
  <inkml:trace contextRef="#ctx0" brushRef="#br0" timeOffset="16913.41">19318 5603 1423 0,'0'0'184'0,"0"0"-184"0,0 0 0 15,107-16 54-15,-10 8-3 16,20 1-26-16,12 0-18 16,8-4-2-16,1-3 9 15,-5 4 2-15,-14 2-9 16,-19 7-7-16,-18 1-1 15,-15 0-32-15,-12 0-81 16,-14 0-277-16,-12 0-408 16</inkml:trace>
  <inkml:trace contextRef="#ctx0" brushRef="#br0" timeOffset="17127.33">20475 4806 1608 0,'0'0'0'15,"0"0"-100"-15,0 0 65 16,0 0-14-16,0 0-191 0,0 0-595 15</inkml:trace>
  <inkml:trace contextRef="#ctx0" brushRef="#br0" timeOffset="37211.43">12513 7171 771 0,'0'0'187'16,"0"0"-139"-16,0 0-42 0,0 0 64 16,0 0-4-1,-10-88-29-15,29 71 5 0,3 0-34 16,1 6 2-16,2 4 18 16,-3 5-9-16,2 2-9 15,-3 4-5-15,-3 13 0 16,-4 9 3-16,-6 5-6 15,-8 6 11-15,0-1 8 16,-10 0-9-16,-12-5 1 16,-1-5-9-16,-2-7-2 15,3-4 12-15,5-5-10 16,7-7 2-16,9-3 4 16,1 0 17-16,0 0-3 15,0-14-24-15,1-7-2 16,13-3-37-16,6 5 33 15,7 4-1-15,3 5-6 16,3 10 6-16,2 0 1 0,-2 3 3 16,-2 17-2-16,-10 4 3 15,-5 3-4-15,-11 2 3 16,-5 1 1-16,0 0 2 16,-14-2 21-16,-11 4 25 15,-9-1-7-15,-4 0-11 16,-7-3-5-16,-2-6-2 15,7-4-2-15,3-5-1 16,13-7-14-16,6-5 9 16,7-1-11-16,6 0-1 15,3 0-2-15,2 0-24 16,0 0-46-16,0 0-80 0,15-7-94 16,12-10-275-16</inkml:trace>
  <inkml:trace contextRef="#ctx0" brushRef="#br0" timeOffset="37810.82">13090 7238 918 0,'0'0'123'0,"0"0"-118"15,0 0-4-15,0 0 22 0,0 0 55 16,45-87-38-16,-45 75-1 16,0 0 24-16,0 0 21 15,0 0-3-15,-3 2-23 16,-7 0-34-16,-1 3-10 16,-1 2-7-16,-3 1 7 15,0 3-13-15,2 1 0 16,-3 0-1-16,4 0 4 15,-1 0-4-15,5 7-4 16,3 3 0-16,3 1-2 16,2 1 4-16,0 2 0 15,11 1 1-15,17 1 1 0,5 2 0 16,6 3 4-16,4 2-2 16,-3 0-2-16,-3 3 0 15,-5-1 0-15,-8 2 0 16,-5 0-1-16,-10 1 0 15,-8-1 1-15,-1 0 0 16,-5-3 0-16,-19-3 0 16,-6-3 12-16,-5-2 16 15,-3-7 3-15,0-6 7 16,-3-3-7-16,6-3-7 16,7-17-8-16,4-6 1 15,11-3-13-15,6-3-4 0,7-1 0 16,0 3-1-1,10 1 1-15,14 6-13 0,7 4-27 16,10 2-23-16,2 7-29 16,6 1-99-16,-4 4-56 15,-7 1-305-15</inkml:trace>
  <inkml:trace contextRef="#ctx0" brushRef="#br0" timeOffset="37999.67">13493 7227 1432 0,'0'0'5'0,"0"0"7"16,0 0-12-16,127-17 4 16,-73 17-2-16,-2 0-2 15,-7 0-36-15,-8 4-128 16,-8 2-90-16,-12-1-294 15</inkml:trace>
  <inkml:trace contextRef="#ctx0" brushRef="#br0" timeOffset="38173.5">13560 7414 1168 0,'0'0'48'0,"0"0"-48"15,0 0-36-15,0 0 36 16,125 0 0-16,-71 0-113 16,-2 0-310-16,0 0-209 15</inkml:trace>
  <inkml:trace contextRef="#ctx0" brushRef="#br0" timeOffset="38641.82">14371 7037 1202 0,'0'0'45'0,"0"0"-41"15,0 0 50-15,0 0 59 16,0 0-72-16,0 0-29 15,-80 1 20-15,60 14 20 16,-2 5 1-16,0 7-25 16,1 9-10-16,1 9-4 15,6 6-8-15,7 4-3 16,7 0-2-16,0-2-1 16,10-5 0-16,15-10-4 15,9-13-3-15,3-13 0 0,5-12-11 16,-3 0 3-1,0-20-3-15,-9-4-2 0,-6-1 19 16,-11-1 1-16,-8 1 5 16,-5 2 2-16,-1 0 8 15,-25 4 12-15,-7 3-8 16,-4 6-10-16,2 8-7 16,1 2 3-16,6 0-5 15,3 15-3-15,7 6-10 16,4 3-71-16,11 3-127 15,3-5-72-15,4-6-307 16</inkml:trace>
  <inkml:trace contextRef="#ctx0" brushRef="#br0" timeOffset="38780.14">14585 7376 1322 0,'0'0'0'0,"0"0"-8"15,0 0 4-15,0 0-29 16,0 0-248-16,0 0-390 16</inkml:trace>
  <inkml:trace contextRef="#ctx0" brushRef="#br0" timeOffset="39228.31">14919 7136 229 0,'0'0'981'0,"0"0"-920"15,0 0-2-15,0 0 96 16,0 0-60-16,0 0-63 16,-30-10-22-16,12 29 1 15,-4 9 13-15,2 7-7 16,3 4-8-16,4 6-5 15,6 2 2-15,7 1-5 16,0 1-1-16,12-7 0 16,13-9 0-16,9-12 0 15,2-14-1-15,6-7-11 0,0-4-13 16,-2-20 0-16,-8-8 7 16,-10-2 18-16,-9 5 6 15,-8 0-5-15,-5 4 3 16,-4 1 13-16,-20 3 16 15,-11 5-21-15,-3 9-10 16,2 7 3-16,6 0-5 16,3 1 0-16,9 16-5 15,5 2-7-15,7 1-52 16,6 0-82-16,0-2-51 16,17-8-85-16,5-5-233 15</inkml:trace>
  <inkml:trace contextRef="#ctx0" brushRef="#br0" timeOffset="39447.76">15347 7262 342 0,'0'0'1183'0,"0"0"-1146"16,0 0-36-16,0 0-1 15,0 0 11-15,122-16-9 16,-71 13-2-16,-3-2 0 16,-7 2-1-16,-2-3-3 15,-5 0-149-15,-6-1-70 16,-9-4-162-16,-11-1-425 0</inkml:trace>
  <inkml:trace contextRef="#ctx0" brushRef="#br0" timeOffset="39658.5">15518 7071 1309 0,'0'0'84'16,"0"0"-82"-16,0 0-2 16,-22 106 14-16,24-65 11 0,9 3-15 15,0-1-7-15,-5-1-2 16,-1-3 1-16,-3-2-2 15,-2-4-5-15,0-6-147 16,0-8-97-16,0-9-317 16</inkml:trace>
  <inkml:trace contextRef="#ctx0" brushRef="#br0" timeOffset="40259.57">15981 7111 1230 0,'0'0'63'0,"0"0"-15"16,0 0 49-16,0 0-24 16,36-89-26-16,-1 75-34 15,3 8-9-15,5 6 7 0,-3 0-2 16,-1 12-5-16,-11 14-3 15,-8 4 0-15,-13 6 1 16,-7 3 2-16,-8 3 0 16,-26 0 6-16,-9-3 6 15,-8 0 0-15,-5-1 0 16,1-8-2-16,7-6-2 16,17-11 6-16,13-9 3 15,11-4 13-15,7 0-11 16,0 0-13-16,18-14-3 15,20-6 1-15,11-7-7 16,11 7-1-16,0 3 1 16,-3 8-1-16,-6 7 1 0,-10 2 0 15,-6 2-1 1,-10 14-5-16,-2 4 3 0,-9 0-2 16,-5 2-2-16,-8-1-13 15,-1 1-45-15,0-2-46 16,-1-5-140-16,-13-6-136 15,2-9-359-15</inkml:trace>
  <inkml:trace contextRef="#ctx0" brushRef="#br0" timeOffset="41174.92">16446 6815 404 0,'0'0'33'0,"0"0"-27"15,0 0 90-15,0 0 40 0,0 0-26 16,0 0-12-16,-64-37-17 16,49 27 19-16,-2-4-20 15,1 2-11-15,-3-3-14 16,1 2 15-16,-2 2-5 15,-2 0-18-15,-3 4-9 16,0 1-5-16,-2 3 3 16,-3 3-10-16,2 0-2 15,-1 0-1-15,1 0-1 16,1 9-5-16,1 5-6 16,0 1-3-16,3 3 0 15,1 2-5-15,2 5 2 0,0 3-2 16,2 4 2-1,-1 4-2-15,6 3 3 0,1 3-4 16,4 1 7-16,3 2 0 16,1 6-4-16,3-2 3 15,1-1 2-15,0 2 1 16,3-2-4-16,9 2-3 16,2 3 5-16,2-3-3 15,1 0 3-15,1-6-7 16,2-9 3-16,3-4-5 15,4-8 1-15,2-1-1 16,4-4 0-16,2-5 1 16,-1-5 0-16,-1-4 1 0,3-1-1 15,-3-3 0 1,3 0 2-16,1 0-3 0,3-10 1 16,2-5 1-16,0-6-2 15,-2-3 1-15,-3-5 2 16,-5-5-3-16,-1-6 0 15,-2-5 1-15,-3-8 0 16,-2-1-1-16,-6-2 0 16,-2-4-1-16,-8-5 1 15,-3-1-2-15,-5 1-1 16,0 5 0-16,-10 7 3 16,-9 9-1-16,-4 10-1 0,0 5 1 15,-4 7-2 1,-1 5-1-16,-3 8 1 0,0 4-5 15,-4 5-25-15,-6 0-26 16,1 10-27-16,-3 6-135 16,-4 4-74-16,-2 0-413 15</inkml:trace>
  <inkml:trace contextRef="#ctx0" brushRef="#br0" timeOffset="41856.06">13548 8307 960 0,'0'0'327'0,"0"0"-286"16,0 0-41-16,0 0 5 15,95-28 58-15,-49 22-43 16,4 3-18-16,-1 2-2 16,-4-3 0-16,-5 4-48 0,-12-1-187 15,-18 1-323 1</inkml:trace>
  <inkml:trace contextRef="#ctx0" brushRef="#br0" timeOffset="42036.73">13564 8446 1271 0,'0'0'79'0,"0"0"-79"16,0 0-52-16,0 0 52 15,128 0 1-15,-71 0-1 16,-2 0-238-16,-3 0-81 16,-2-8-117-16</inkml:trace>
  <inkml:trace contextRef="#ctx0" brushRef="#br0" timeOffset="42541.34">14307 8187 1168 0,'0'0'65'15,"0"0"-51"-15,0 0 73 0,0 0 37 16,0 0-72-16,0 0-22 15,-56-13 5-15,36 23 9 16,-5 14-14-16,-2 11-3 16,0 11-12-16,5 6-5 15,5 8-4-15,9 2 5 16,8-1-11-16,0-6 0 16,17-8-2-16,12-10-1 15,2-12 1-15,3-12 1 16,-2-13-1-16,3 0-8 15,-1-16-6-15,1-8-6 16,-3-4 0-16,-10 2 9 16,-11-2 13-16,-7 3 4 15,-4 1 0-15,-5 1 1 16,-20 4 8-16,-5 4 4 0,-2 8-6 16,-1 7-5-16,1 0-1 15,3 9-3-15,4 13-2 16,5 2-1-16,7 3-8 15,6 0-40-15,7-1-95 16,0-7-75-16,16-8-67 16,7-9-256-16</inkml:trace>
  <inkml:trace contextRef="#ctx0" brushRef="#br0" timeOffset="42701.91">14582 8473 1050 0,'0'0'0'15,"0"0"-77"-15,0 0-98 16,0 0 140-16,0 0-291 16</inkml:trace>
  <inkml:trace contextRef="#ctx0" brushRef="#br0" timeOffset="43041.22">14734 8270 1019 0,'0'0'108'0,"0"0"-98"0,0 0 29 16,0 0 20-16,0 0-39 16,0 0-15-16,82-39-2 15,-59 36 5-15,-1 1 10 16,-4 1 2-16,-3 1 0 15,-1 0-1-15,-4 0 0 16,0 0 5-16,0 4-9 16,-2 8-2-16,-1 8 24 15,0 5 7-15,-3 5-5 16,-1 8-8-16,-2 3-11 16,-1 1-8-16,0 1-7 15,0 0-2-15,0-3 1 0,0 0-4 16,0-4-1-16,0-5-5 15,5-4-77-15,6-7-91 16,10-11-74-16,2-9-286 16</inkml:trace>
  <inkml:trace contextRef="#ctx0" brushRef="#br0" timeOffset="43278.86">15475 8410 1294 0,'0'0'90'16,"0"0"-90"-16,0 0 0 15,0 0 7-15,0 0 3 16,103 6-5-16,-59-6-5 15,-1 0-2-15,1 0-93 16,2-11-92-16,-1-3-224 16</inkml:trace>
  <inkml:trace contextRef="#ctx0" brushRef="#br0" timeOffset="43859.63">16176 8120 1137 0,'0'0'181'0,"0"0"-171"16,0 0-10-16,0 0 8 15,0 0-8-15,0 0 1 16,16 42 1-16,-15-17 21 16,-1 4 1-16,-1-2 5 15,-15 0 23-15,-1-5-14 16,-2-1-25-16,2-5-1 15,2-4-10-15,4-2 1 16,2-5-2-16,4-4 2 16,3 1-1-16,2-2 0 15,0 0 0-15,0 0-2 0,0 0 0 16,0 1-4-16,12 2 2 16,10 2 2-16,8 1 1 15,3-2-1-15,6-2 0 16,-3-2-4-16,-4 0-17 15,-8 0 13-15,-9-4 8 16,-7-1 2-16,-3-3 1 16,-4-1 0-16,-1-2-1 15,3 1 1-15,-3-3-3 16,0-1 0-16,0 2 3 0,0 0 2 16,0 2 1-1,0 2 34-15,-4 2-3 0,-1 0-2 16,4 2-8-16,-2 1-2 15,3 3-2-15,-1 0-11 16,1 0-12-16,0 11-5 16,0 15 3-16,0 15 2 15,4 5 0-15,6 7 1 16,-1 3-4-16,4 0 2 16,-7 5-20-16,-6 4-99 15,0-4-236-15,-31-2-686 16</inkml:trace>
  <inkml:trace contextRef="#ctx0" brushRef="#br0" timeOffset="46573.62">16474 8007 567 0,'0'0'389'16,"0"0"-335"-16,0 0-12 15,0 0 61-15,0 0 8 16,0 0-7-16,0 0-17 16,-97-30-25-16,79 17-19 15,-3 0 4-15,0-2-11 16,-2 0 1-16,-4-2-23 16,-2 1 10-16,-1 1-13 0,-2 1 8 15,2 1-11-15,-3 3-2 16,1 0 6-16,-1 3-5 15,-2 1-4-15,1 1 4 16,-3 2-3-16,1 2 3 16,-5-1 1-16,2 2-6 15,0 0 3-15,3 0-2 16,1 0 1-16,6 6 0 16,2 0 0-16,2 3 0 15,2 4 2-15,-1-1-6 16,2-1 6-16,0 1-5 15,1 0 2-15,-1 2 2 16,-1 0-2-16,1 1-2 16,-1 0 3-16,-1 1-3 15,3 0 6-15,-1 1-6 0,2 0 0 16,1 1 1-16,1 1-2 16,1-1 0-16,4 2 0 15,3-1 1-15,0 4-1 16,1 0 0-16,2 1 0 15,1 0 3-15,-1 0-3 16,4 0 1-16,2 0-1 16,1 3 1-16,0 1-1 15,0 1 0-15,3 5 2 16,10 0-1-16,4 2-1 16,-1 0 2-16,4 2-1 15,1-1 1-15,0 1 0 0,-1 2-2 16,1 2 0-16,-1-1 0 15,0 0 1-15,2-5-1 16,1 1 1-16,0-6-1 16,0-1 0-16,2-3 0 15,2 0 0-15,5 1 0 16,3-1 0-16,4 2 1 16,3-2 2-16,3-1-2 15,1-4 3-15,2-1-4 16,-3-2 1-16,-2-5 1 15,2 2 1-15,-2-3 0 16,2-2-1-16,-1-1-1 16,-1-4 2-16,-4-2 1 15,0-4-2-15,-3 0 1 0,-1 0-3 16,-2-4 3-16,2-7 0 16,-2-3-3-16,-1-1 1 15,-3-3 0-15,3-2-1 16,-2 0 2-16,4-1 2 15,-1-1-2-15,0 1-2 16,-1-2 0-16,-2 1 0 16,-1-3-2-16,-3-3 0 15,-2-2 2-15,-2-5 0 16,-2-3 0-16,-5-3 0 16,-2-5 0-16,-1 3 2 0,-4 1-2 15,1 4 1 1,-3 3-1-16,3 3 3 0,-2 1-3 15,-3 1 0-15,0-3 0 16,-2-2 1-16,-2-4 0 16,0 0 0-16,0-1 0 15,-7 0 0-15,-6-2-1 16,-6-1 0-16,-4-1 5 16,-6 2-3-16,3 4-2 15,-3 7 0-15,3 4 0 16,-5 6 0-16,0 3 0 15,-4 5-5-15,-3 3-2 16,0 5-5-16,3 1-21 16,3 4-21-16,0 0-5 15,4 0-42-15,-5 20-118 0,-4 8-270 16</inkml:trace>
  <inkml:trace contextRef="#ctx0" brushRef="#br0" timeOffset="51514.33">12883 6918 577 0,'0'0'211'0,"0"0"-202"15,0 0-5-15,0 0-1 16,0 0 87-16,0 0 22 15,0 0-37-15,0 0-16 16,-47 15 16-16,47-15 10 16,0 0 9-16,0 0-1 15,-3 0-28-15,0 0-15 16,-3-12-23-16,2-3-17 0,0-5 2 16,1-4 3-16,3-3 3 15,0-3-6-15,0-1-5 16,0 2 1-16,0 0-1 15,1 4-1-15,9-1 1 16,2 0-6-16,4 4-1 16,3 0 0-16,7 4 0 15,4-1 0-15,6 0 0 16,5 1-2-16,4 2 2 16,1 5 0-16,3 3 0 15,1 5-1-15,3 3-2 16,5 0 3-16,1 3 0 15,2 12 1-15,-1 4-2 16,-2 0 1-16,3 2 0 16,-6 2-1-16,-2 1 2 0,-3 1-1 15,-4 2 2-15,-4-3-2 16,-6 1 1-16,-4-1-1 16,-3-4 0-16,-6-2 1 15,-5-1-1-15,-3-2 2 16,-2-3-2-16,-2 0 0 15,-3-1 4-15,-5-4-4 16,-1-1 0-16,-1-2 5 16,-1-3-4-16,0-1 3 15,0 0 3-15,0 0-2 16,0 0 4-16,0 0-4 16,0 0-3-16,0 0 0 0,0 0-1 15,0 0-2-15,0 0-13 16,0 0-44-16,0 0-59 15,0 0-212-15,0-7-527 16</inkml:trace>
  <inkml:trace contextRef="#ctx0" brushRef="#br0" timeOffset="52272.56">16695 6348 280 0,'0'0'467'15,"0"0"-325"-15,0 0-33 0,0 0 51 16,0 0-46-16,0 0-31 16,2-15-35-16,-2 15-22 15,4 3-10-15,8 18-3 16,5 12 38-16,3 4 0 16,-2 3-18-16,-1-1-13 15,-4-8-5-15,-3-7 4 16,-1-8 7-16,-6-9-2 15,3-6 2-15,-2-1 14 16,13-4 12-16,15-27-9 16,22-18-7-16,19-20-12 15,16-12-4-15,8-14-1 16,8-6-16-16,2 2 0 16,-5 11-3-16,-14 20-1 0,-19 21 0 15,-24 24-38-15,-15 19-25 16,-15 4-36-16,-9 27-149 15,-6 11-172-15,-18 5-488 16</inkml:trace>
  <inkml:trace contextRef="#ctx0" brushRef="#br0" timeOffset="53675.97">17118 8470 244 0,'0'0'133'0,"0"0"-103"16,0 0 0-1,0 0 18-15,0 0 57 0,0 0-14 16,10-33-33-16,-8 33-1 15,-2-2 35-15,0 2 33 16,0 0-21-16,0 0-18 16,0 0-26-16,0 0-8 15,0 0-13-15,0 0-23 16,0 0 0-16,3 2-11 16,2 15 7-16,1 7 46 15,1 5-19-15,0-4-22 16,1-2-4-16,1-3 2 15,-2-6 0-15,-3-5-6 0,0-3 5 16,-2-4 4 0,-1-2 7-16,1 0 22 0,3 0 8 15,7-21-2-15,11-16-15 16,10-14-27-16,11-9-1 16,8-5 0-16,4-2-8 15,6-1 4-15,7 5-5 16,0 7-1-16,-10 11 0 15,-11 15-3-15,-16 12-3 16,-13 9-45-16,-5 6-43 16,-8 3-105-16,-6 0-149 15,-16 7-352-15</inkml:trace>
  <inkml:trace contextRef="#ctx0" brushRef="#br0" timeOffset="54724.23">13049 8005 594 0,'0'0'130'0,"0"0"-99"0,0 0-18 15,0 0 83-15,-19-88 34 16,19 69-19-16,0 4-25 15,0 6-31-15,0 3 6 16,0 4-5-16,0 2-9 16,-2 0-9-16,2 0-25 15,-1 13-13-15,1 26 0 16,0 25 6-16,0 22 37 16,0 12 11-16,0 6-22 15,5-5-14-15,6-2 8 16,5-8-16-16,-2-8-2 15,0-14 2-15,-4-11-9 16,-3-15 0-16,-4-11 1 0,-3-9-4 16,0-11 2-16,0-4-1 15,0-6-27-15,0 0-24 16,0-29-10-16,0-21-176 16,0-21-180-16,0-13-45 15</inkml:trace>
  <inkml:trace contextRef="#ctx0" brushRef="#br0" timeOffset="55890.79">13184 7696 1140 0,'0'0'68'15,"0"0"-57"-15,0 0-1 16,0 0 71-16,0 0 7 16,0 0-60-16,-12-28-28 15,12 28 0-15,8 0 11 16,10 0 23-16,5 0 27 16,9 2-1-16,8 1-27 15,5-1-7-15,10-2-1 16,9 0-2-16,5 0-8 15,9 0-3-15,-1 0-5 0,-4-2 2 16,-6 1-3 0,-7 1-5-16,-3 0 3 0,-5 0-3 15,-2 0 2-15,-1 0-3 16,-3 1-1-16,-1 2 0 16,-1 0 1-16,3 0 0 15,1 0-1-15,2-2 2 16,4 1-1-16,1-1 4 15,0-1-3-15,2 0-1 16,-2 2 0-16,2-1 0 16,4 3 1-16,-2-1 1 15,2 1-2-15,-2-1 1 16,0 1-1-16,-2 2 1 16,-2-2 0-16,-1 0-1 0,-1-1 2 15,5 0-1-15,-2 0 0 16,2-1 0-16,1-1-1 15,1-1 0-15,0 0 0 16,4 0-3-16,0-1 2 16,-2-5 0-16,-1 1 1 15,-4 4 1-15,0-1-1 16,-4 2 0-16,1 0-1 16,0 0 3-16,-1-1-1 15,4-1-1-15,-1 0 1 16,3-2-1-16,-1 1 1 15,-3 2-1-15,-1 1 1 16,-2 0-1-16,3 0 2 16,-2 0-2-16,3 0 2 0,-6 0-3 15,-1 0 1-15,-6 0-2 16,-1 0 2-16,-4 0-3 16,-3-2 3-16,-1-1 0 15,-4 0-1-15,-2 0 1 16,1 2-1-16,0-3 1 15,0 1 1-15,0-1-1 16,-1-2 0-16,0 2 0 16,0-3 1-16,-5 3 1 15,-5 1-2-15,-4 1-1 16,-7 2 0-16,-3 0 1 0,-2 0 0 16,-2 0 0-16,0 0 1 15,0 0 0-15,0 0 2 16,0 0-1-16,0 0 2 15,0 0-4-15,0 0 4 16,0 0-3-16,0 0 5 16,0 0-4-16,0 0 0 15,0 0-1-15,0 0-1 16,0 4-2-16,0 15 2 16,0 15 18-16,3 12 1 15,-1 14-8-15,1 11 3 16,1 5-1-16,2 4 7 15,1 0-4-15,3-7-7 16,0-2 2-16,-2-6-6 16,1-7-3-16,-4-5 2 0,-2-8-4 15,-1-3 1-15,0-6 0 16,-2-5-2-16,0-4 1 16,0-3-1-16,0-4-15 15,0-1-26-15,-2-2-23 16,-12 0-38-16,-11-6-71 15,-10-10-214-15,-12-1-645 16</inkml:trace>
  <inkml:trace contextRef="#ctx0" brushRef="#br0" timeOffset="57237.96">13166 9176 305 0,'0'0'315'0,"0"0"-242"0,0 0-64 16,0 0 129-16,0 0 41 15,0 0-41-15,-41-8-59 16,41 7-12-16,0-1 20 15,0 2 8-15,0-2-32 16,0 2-23-16,0 0-14 16,0-1-8-16,10 1-4 15,12 0-1-15,10 0 13 16,11 0 7-16,8 0-10 16,4 0-14-16,5 0-2 15,2 0 2-15,0 0 4 16,1 1-5-16,-2 5-2 15,-2 1 5-15,-2 0-6 16,-1-1 0-16,-1 0-3 16,-1-1 0-16,-1 4 1 0,2-4 0 15,2 1 0-15,-2-1-1 16,-2-1-2-16,-2 1 0 16,1-2 0-16,0-2-1 15,3-1 0-15,1 0 1 16,2 0 0-16,-2 0 1 15,1 0-1-15,0 0 0 16,-2 0 2-16,0-4-1 16,1-1-1-16,0 2 2 15,-2 0-2-15,1-1 3 16,-3-1-3-16,-3 3 1 16,2 2 2-16,-1 0-1 0,2 0-1 15,2-2 2-15,2 1-3 16,2-1 0-16,1 2 0 15,-1 0 0-15,1 0-1 16,0 0 3-16,3 0-2 16,0 0 0-16,-1 0 1 15,3 0-1-15,-4 0 0 16,4 0 1-16,-1 0 0 16,-3 0 0-16,-1 0 0 15,-4 0 0-15,-6 0-1 16,-6 0 2-16,-3 0-1 15,-1 0-1-15,-3 0 2 16,6 0 1-16,5-5-3 0,0 1 1 16,3-1 1-16,1-1 3 15,1 2-5-15,-1-3 0 16,-3 2-2-16,-2 2 2 16,-3-2 0-16,0 2-1 15,1-1 1-15,-1-1 0 16,1 1 0-16,-2 1 2 15,-2 0-2-15,-1 1-2 16,0 1 2-16,-5 1 1 16,-3 0-1-16,0 0 2 15,-5 0 1-15,0 0-2 16,-3 0 0-16,-3 0 1 16,-2 0-2-16,-1 0 6 0,-2 0-4 15,-4 0-1-15,1 0 2 16,-4 0-3-16,1 0 2 15,0 0-2-15,-1-2 0 16,-2 1 3-16,0-1-3 16,-3 2 2-16,-3 0-2 15,0 0 1-15,0 0 0 16,0-1-1-16,0-9-1 16,0-7-16-16,-13-13-59 15,-18-14-71-15,-24-13-422 16</inkml:trace>
  <inkml:trace contextRef="#ctx0" brushRef="#br1" timeOffset="76283.56">8733 9906 805 0,'0'0'293'0,"0"0"-240"16,0 0-28-16,0 0 57 16,-33-83 0-16,33 58-3 15,0 2-27-15,15 4-17 16,5 2-22-16,0 9 3 16,2 3-7-16,0 5-4 15,-2 2-5-15,1 21 0 16,-2 11 2-16,-6 7 2 15,-6 9 1-15,-7 4 7 16,0 2-12-16,-20 2 18 16,-10-2-10-16,-7-2 0 0,-3-4-3 15,-2-7-2-15,2-9-2 16,5-10 2-16,6-11-3 16,8-10 0-16,6-3 13 15,1-4-4-15,6-17-3 16,7-4-6-16,1-1-4 15,0 3 1-15,13 5 3 16,8 5 0-16,6 0 5 16,5 6-3-16,6 4-1 15,0 3 3-15,6 0-1 16,0 10 2-16,-3 10-2 16,-1 4-3-16,-2 1 0 15,-7 3 0-15,-4-3-1 0,-5 2-6 16,-4-3-41-1,-2-7-51-15,2-7-90 0,2-10-142 16,0-7-233-16</inkml:trace>
  <inkml:trace contextRef="#ctx0" brushRef="#br1" timeOffset="76461.88">9252 9984 114 0,'0'0'1385'0,"0"0"-1322"16,0 0-63-16,0 0 3 0,0 0-3 16,0 0 7-1,86-16 2-15,-44 16-9 0,-1 0-70 16,-8 0-159-16,-11 0-165 16,-17 0-383-16</inkml:trace>
  <inkml:trace contextRef="#ctx0" brushRef="#br1" timeOffset="76633.98">9262 10181 555 0,'0'0'869'16,"0"0"-869"-16,0 0-19 16,0 0-10-16,0 0 29 15,0 0 0-15,138-10-66 16,-76 7-147-16,-3 0-151 0,-6-6-212 15</inkml:trace>
  <inkml:trace contextRef="#ctx0" brushRef="#br1" timeOffset="77283.82">9905 9837 1001 0,'0'0'173'0,"0"0"-149"15,0 0 36-15,0 0 55 16,0 0-14-16,0 0-41 16,-16-83-38-16,35 74-16 15,5 5 3-15,0 4-3 16,-3 0-1-16,0 3-4 16,-5 15-1-16,-6 2 0 15,-5 8-1-15,-5 6 2 0,0 4 1 16,-14 4 0-1,-10 0-1-15,-5-2 1 0,3-8 7 16,2-4-9-16,7-10-1 16,7-9 1-16,4-6 1 15,6-3 0-15,0 0-1 16,0 0-9-16,0 0-24 16,16-2-12-16,11-7 39 15,8 2 5-15,2 5-1 16,0 2-6-16,-5 0 2 15,-6 14 3-15,-7 5-3 16,-8 3 6-16,-8 4 1 0,-3 1 22 16,0-2 15-1,-17-3-1-15,-7-1 0 0,-7-1 12 16,-8-4-9-16,2-4-17 16,-1-2-6-16,6-2-14 15,8-1-2-15,6-7-1 16,5 0-1-16,4 0-30 15,5 0-46-15,1 0-99 16,3-11-97-16,0-6-439 16</inkml:trace>
  <inkml:trace contextRef="#ctx0" brushRef="#br1" timeOffset="77443.25">10219 10107 1076 0,'0'0'27'16,"0"0"-27"-16,0 0-117 15,0 0 39-15,0 0-187 16,0 0-178-16</inkml:trace>
  <inkml:trace contextRef="#ctx0" brushRef="#br1" timeOffset="77866.6">10439 9913 1061 0,'0'0'156'16,"0"0"-135"-16,0 0-21 15,0 0 49-15,-33 107 47 16,33-63-20-16,14-3-42 15,8-5-21-15,0-8-4 16,3-6 0-16,-1-9-2 16,-1-8-6-16,0-5-1 15,2 0 3-15,-1-8 6 16,-5-8 8-16,-2-7-12 16,-5-1 1-16,-9-3-1 15,-3-6 0-15,0-5-3 0,-10-6 6 16,-13-3 3-1,-7 0 3-15,-4 6 0 0,5 9-2 16,0 12-8-16,7 9 3 16,7 6-4-16,3 5-3 15,8 0-8-15,-2 0 1 16,5 16-50-16,1 3-43 16,0 5-73-16,18-1-49 15,7-2-108-15,1-4-175 16</inkml:trace>
  <inkml:trace contextRef="#ctx0" brushRef="#br1" timeOffset="78082.1">10885 9968 1363 0,'0'0'156'0,"0"0"-156"15,0 0 0-15,0 0 2 16,115-12 33-16,-54 10-17 16,1-1-15-16,-4 3-3 15,-3 0-22-15,-4 0-73 16,-8 0-104-16,-8-2-87 16,-12-3-173-16</inkml:trace>
  <inkml:trace contextRef="#ctx0" brushRef="#br1" timeOffset="78301.7">11171 9869 1220 0,'0'0'236'15,"0"0"-236"-15,-25 77 4 16,25-30-2-16,0 4 22 15,0-4-9-15,12 2-11 16,-2-8-4-16,2-4-29 16,-2-4-104-16,0-12-79 0,-3-8-220 15</inkml:trace>
  <inkml:trace contextRef="#ctx0" brushRef="#br1" timeOffset="78900.08">11781 9850 1202 0,'0'0'119'0,"0"0"-117"16,0 0 4-16,0 0 21 15,0 0 27-15,0 0-29 16,-53 0 1-16,46-10 19 16,-3-4-2-16,0-6-24 15,5-1-16-15,3-1-3 16,2 0-1-16,0 4 0 16,9 5 2-16,4 2-1 15,3 9 0-15,5 2-7 16,2 9 4-16,1 20-2 15,-2 10 3-15,-8 6 2 16,-5 5 0-16,-9 1 3 16,0 0 7-16,-17-3 0 0,-11-7-5 15,-4-8 7-15,-4-8 4 16,3-10-3-16,1-4-1 16,2-7 7-16,4-4 0 15,2 0-5-15,3-12-7 16,4-10-6-16,5-5 1 15,9 0-2-15,3 1-9 16,0 4-4-16,16 5 9 16,4 6 4-16,2 9 0 15,1 2-2-15,3 0-1 16,-1 18-1-16,0 9 3 16,0 3-1-16,-2 1 1 0,-2-1 1 15,-3-3 0 1,-1-3-2-16,-4-6-42 0,1-1-71 15,-3-8-127-15,-3-7-164 16,-1-2-429-16</inkml:trace>
  <inkml:trace contextRef="#ctx0" brushRef="#br1" timeOffset="79533.58">11891 9557 741 0,'0'0'352'0,"0"0"-300"0,-63-84-30 16,38 58 59-16,0-2 25 15,-2 3-16-15,-2 5-45 16,3 2 8-16,-1 4-19 15,-1 7 9-15,1 4-8 16,-1 3-12-16,-2 0-8 16,-4 3-6-16,3 15 2 15,-4 6 4-15,1 9-8 16,0 12 4-16,2 10-2 16,4 10 2-16,5 8-2 15,5 7-4-15,4 4-2 16,4 2 1-16,6 2-1 15,4-5 1-15,0-8-3 0,4-6 2 16,16-7-2-16,8-7-1 16,10-7 1-16,5-7-1 15,5-4-1-15,6-8 1 16,2-6 0-16,6-10 0 16,5-6 0-16,4-7-2 15,1-7-4-15,1-20-3 16,-3-9-3-16,-6-6 6 15,-8-2-8-15,-7-3 11 16,-9-3 0-16,-6-2 0 0,-8 0-4 16,-11-3 4-1,-10-3 0-15,-5-11 3 0,-10-7 0 16,-20-6 0-16,-6 1-1 16,-5 7 1-16,-4 8 0 15,2 6 0-15,-1 11-5 16,6 11-19-16,3 13-45 15,3 15-66-15,-1 10-123 16,-9 13-148-16,-10 24-261 16</inkml:trace>
  <inkml:trace contextRef="#ctx0" brushRef="#br1" timeOffset="80084.14">9514 11085 844 0,'0'0'182'0,"0"0"-126"16,0 0 25-16,0 0 27 15,0 0-32-15,0 0-17 16,62-32-4-16,-18 21-6 16,-1 3-25-16,-3-1-20 15,-1 6-4-15,-8 0-24 16,-4 3-88-16,-7 0-133 16,-15 0-163-16</inkml:trace>
  <inkml:trace contextRef="#ctx0" brushRef="#br1" timeOffset="80250.92">9531 11282 1250 0,'0'0'0'0,"0"0"-261"15,0 0 256-15,114 0 2 16,-66 0-132-16,2-13-285 15</inkml:trace>
  <inkml:trace contextRef="#ctx0" brushRef="#br1" timeOffset="80803.75">9887 11047 1107 0,'0'0'165'0,"0"0"-143"16,0 0-20-16,0 0 52 15,0 0-17-15,21-80-19 16,8 66-12-16,1 5 4 16,-1 5 2-16,-4 4-1 15,-2 0-1-15,-4 4-9 16,-6 12 3-16,-3 8-2 15,-7 4 0-15,-3 5 5 16,0 1-2-16,-5 5-1 16,-12-3 3-16,-3-1-6 0,1-5 1 15,0-8 0-15,2-7-2 16,7-8 2-16,5-5 0 16,4-2-2-16,1 0 0 15,0 0-13-15,0 0-15 16,12-9-9-16,4-8-3 15,8 5 22-15,1 4 3 16,-1 8-20-16,2 0 17 16,0 12 9-16,-2 13 5 15,-4 6-1-15,-5 1 5 16,-8 2 4-16,-6-6 14 16,-1-2 34-16,-3-3 15 15,-17-7 9-15,-6-5 15 0,-6-2-17 16,-4-1-32-1,-2-6-22-15,6-2-11 0,4 0-9 16,6 0 0-16,9-13-40 16,10 0-79-16,3-4-129 15,11 3-205-15</inkml:trace>
  <inkml:trace contextRef="#ctx0" brushRef="#br1" timeOffset="80955.2">10307 11282 67 0,'0'0'1240'16,"0"0"-1240"-16,0 0-46 15,0 0 33-15,0 0-41 16,0 0-150-16,25-13-248 16</inkml:trace>
  <inkml:trace contextRef="#ctx0" brushRef="#br1" timeOffset="81188.16">10513 10962 1143 0,'0'0'100'0,"0"0"-99"0,0 0 20 15,27 104 72-15,-11-52 1 16,-1 1-43-16,-5 1-24 15,-3-10-13-15,-6-4-9 16,-1-3-3-16,0-9-2 16,0-2-40-16,0-10-80 15,0-5-73-15,0-5-258 16</inkml:trace>
  <inkml:trace contextRef="#ctx0" brushRef="#br1" timeOffset="81510.61">11045 11178 616 0,'0'0'595'16,"0"0"-549"-16,0 0-38 15,0 0 13-15,0 0 86 16,0 0-28-16,113-4-49 16,-77 1-15-16,1 1-14 0,0-1 0 15,0 2-1-15,-2-3-74 16,3-1-80-16,-1-7-132 15,0-4-244-15</inkml:trace>
  <inkml:trace contextRef="#ctx0" brushRef="#br1" timeOffset="81743.57">11705 10868 1211 0,'0'0'154'16,"0"0"-154"-16,0 0 1 0,0 0 26 16,0 0 37-1,24 116-33-15,-7-60-12 0,-5 9-6 16,-6-4-1-16,0 1-12 16,-5-8 0-16,1-6-34 15,-2-2-75-15,0-6-96 16,-2-6-307-16</inkml:trace>
  <inkml:trace contextRef="#ctx0" brushRef="#br1" timeOffset="83566.28">11871 10971 313 0,'0'0'81'0,"0"0"-80"16,0 0 6-16,0 0 47 16,0 0 43-16,0 0-8 15,0-6-25-15,0 6 1 16,0-1 10-16,0-1 15 16,0-2 0-16,-3-1-25 15,-1-2-20-15,-2-4-1 16,-2 0 0-16,-2 1-6 15,-4-4-14-15,-2 1 13 16,-3-1-16-16,-2 0 1 16,-1-1 4-16,-4-2-4 0,3 0-3 15,-2 1-3-15,2 2-3 16,-3-3 3-16,2 3-3 16,0 2 1-16,3 3-8 15,-3 0 17-15,1 1-11 16,-1-1 1-16,1 1-1 15,4 2-3-15,4 0 5 16,1 0-1-16,-3-2-7 16,2 4 1-16,-1-1-2 15,0 3 1-15,-1-1 0 0,-3 3-3 16,-2 0-1 0,2 0-3-16,1 0 2 0,-2 0 1 15,3 0 2-15,-2 5-3 16,1 3 4-16,3 1-1 15,-1 3 5-15,0 3-2 16,2 2-4-16,2 0 3 16,0 3-4-16,1 3 0 15,-4 3 3-15,2 3-4 16,1 0-1-16,1 0 3 16,2 2 0-16,1 3 0 15,2 1-1-15,1 6 5 16,1 0-4-16,2 5 4 15,1 2-4-15,2 1 1 16,0-2 2-16,0 0 1 16,0 0-5-16,6 1 0 15,3 2 2-15,2-1-3 0,1-2 1 16,0-2 0-16,2 0-2 16,0-4 2-16,5-3-2 15,1-2 0-15,3-3 0 16,4 1 2-16,1-4 0 15,4-4-1-15,2-2-1 16,4-6 0-16,2 2 5 16,3-7-2-16,3 0-1 15,-2-4-2-15,-1-3 0 16,-1-6-5-16,1 0 5 0,2-4-1 16,-1-11 1-16,2-7-1 15,-1-2-4-15,-1-4 2 16,-2-1 2-16,-5-2-5 15,-5-1-4-15,-5-3-1 16,-2 0-4-16,-8 0 8 16,-5-4 5-16,-7-1 1 15,-5-5 0-15,0-5-2 16,-10-7 5-16,-10-3-2 16,-5-11 1-16,0-3-1 15,0-6 2-15,2 4-2 16,-1 8 1-16,0 9 0 15,0 7 0-15,-5 8-2 16,-1 5 0-16,-5 9-2 16,-2 6 1-16,-6 12-19 0,-6 12-69 15,-9 16-144-15,-14 23-189 16</inkml:trace>
  <inkml:trace contextRef="#ctx0" brushRef="#br1" timeOffset="85215.43">9051 11323 381 0,'0'0'502'0,"0"0"-434"16,-87-8-67-16,71 8 0 15,7 0 15-15,6 0 130 16,3 0-34-16,0 0-43 15,0 0-26-15,0 0-16 16,16-3-11-16,28-3 17 16,28-1 16-16,30 0 5 15,30-3-9-15,28 1-21 16,27-3-11-16,31-2 14 0,23-5 3 16,15-5-6-1,4-4-10-15,-9-4 0 0,-12-1-1 16,-21 0-6-16,-26 0 3 15,-27 6-9-15,-38 6-1 16,-34 5-1-16,-35 10 1 16,-28-1-5-16,-18 6-15 15,-12 1-28-15,0 0-67 16,-27 0-27-16,-13 0-96 16,-12 0-393-16</inkml:trace>
  <inkml:trace contextRef="#ctx0" brushRef="#br1" timeOffset="85882.46">12293 10138 932 0,'0'0'190'15,"0"0"-173"-15,0 0-13 16,0 0-1-16,0 0 79 0,0 0-20 16,-7-16-36-16,12 25-15 15,12 16 31-15,5 10 45 16,-2 6-30-16,-2 3-29 16,-3-2-5-16,-2-4 6 15,-3-9-3-15,-3-11 4 16,-3-9 2-16,-1-6-9 15,-1-3 5-15,3 0 0 16,9-11 1-16,15-24-3 16,14-16-7-16,14-15-6 15,11-9-1-15,1-5-9 16,-2 3-2-16,-10 6-1 16,-13 15-3-16,-18 22-20 0,-16 17-29 15,-10 14-53 1,-3 3-205-16,-25 7-288 0</inkml:trace>
  <inkml:trace contextRef="#ctx0" brushRef="#br1" timeOffset="86198.59">12497 10073 1293 0,'0'0'120'0,"0"0"-118"0,0 0-1 16,0 0 10 0,0 0 26-16,0 0 15 0,37 87-1 15,-13-36-11-15,0 5-27 16,0 2 8-16,-9-8 4 16,-4-9-6-16,-2-14 1 15,-6-10 7-15,-2-10-4 16,-1-7 2-16,4 0 2 15,11-19 11-15,14-28-7 16,17-29-20-16,22-24-11 16,20-25-2-16,22-19-1 15,20-14-13-15,16-14-55 16,8-3-57-16,-14-7-268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46:43.58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8110 4288 1087 0,'0'0'192'16,"0"0"-171"-16,0 0-18 16,0 0 7-16,0 0 56 15,0 0-5-15,0 0-37 16,0 0-17-16,20 9-6 0,-7 15 4 16,4 6 8-16,0 3 8 15,-4 0-6-15,-2-1 1 16,-2-7 1-16,-1-4 4 15,-1-5 7-15,-3-9-3 16,-1-3-7-16,1-2 2 16,-1-2 3-16,13 0 5 15,18-25 10-15,21-21 1 16,16-19-13-16,12-10-11 16,-1-3-6-16,-4 4 3 15,-13 11-12-15,-18 17 0 16,-22 18 0-16,-18 17-8 15,-7 11-53-15,-32 20-103 16,-23 22-197-16,-20 11-282 0</inkml:trace>
  <inkml:trace contextRef="#ctx0" brushRef="#br0" timeOffset="4839.37">6734 5784 836 0,'0'0'0'16,"0"0"-343"-16</inkml:trace>
  <inkml:trace contextRef="#ctx0" brushRef="#br0" timeOffset="7812.14">5506 7732 814 0,'0'0'198'0,"0"0"-137"15,0 0-46-15,0 0 73 16,0 0 23-16,0 0-2 16,0 0-47-16,-3-27-40 15,3 27-13-15,0 0-9 16,0 0-4-16,0 12-1 15,0 15 5-15,0 10 7 16,2 5 7-16,3 1-6 16,-2 3-2-16,-1-5 11 15,2-5 4-15,-4-8-9 0,3-7-4 16,-3-5-1 0,0-9 2-16,0-2 0 0,0-3 2 15,0-2 16-15,0 0 3 16,0 0-7-16,1 0-2 15,-1 0-6-15,0 0 3 16,2 0-7-16,0 0-4 16,-1 0-2-16,6 0-4 15,6 0 0-15,11-1 3 16,13-8-1-16,8 0 1 16,8-2-4-16,8 0 2 15,12 0 1-15,9-1-3 16,12-2 3-16,1-1-3 15,2 4-2-15,-2 2-1 16,-5 2 2-16,-3 4 0 0,-8 0 0 16,-6 2 2-1,-2-1-2-15,-6 2 2 0,-1-3-1 16,-6 0 1-16,-5 0 0 16,-2 1-1-16,-6 1 1 15,-5 1 0-15,-4-1-1 16,2 1 1-16,-3-3-1 15,2 0 1-15,-1 0 0 16,1-2-1-16,1-3 3 16,-1-1-3-16,0 0-2 15,-2 0 1-15,-2 0 0 16,-1 2 0-16,-2 1-1 16,-5 1 2-16,-3 3-1 15,0 0 0-15,-2 0 1 0,2 0-1 16,-1 2 1-16,-1-1 0 15,1 0 0-15,-4-2 0 16,-3 2 0-16,-4-2 0 16,-3 1 0-16,-3 0 2 15,-4 1-2-15,0-1 1 16,1 0 0-16,-1 2-1 16,0-1 3-16,0 1-1 15,0-1 0-15,0-1 10 16,0-5 12-16,0-7-3 15,0-6-18-15,-5-8-2 16,-2-2 0-16,2-3-1 16,0 1-3-16,1 6 2 0,-3 4-8 15,-3 12-21-15,-5 7-33 16,-5 3-84-16,-4 3-238 16,-3 12-512-16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47:06.10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6759 6708 768 0,'0'0'263'16,"0"0"-219"-16,0 0 8 16,0 0 68-16,0 0 12 0,0 0-27 15,0 0-39 1,0 0-30-16,-7-37-3 0,34 13-5 15,18-9-21-15,20-9 6 16,14-5-1-16,13-4 1 16,12-4-8-16,3-3 0 15,-6 6 2-15,-8 5 1 16,-17 11 0-16,-14 10-8 16,-15 9 0-16,-15 7 0 15,-17 4-2-15,-8 5-2 16,-6-1-1-16,-1 0-4 15,0 2-6-15,0 0-49 16,0 0-66-16,0 0-77 16,0-3-149-16,0-7-192 15</inkml:trace>
  <inkml:trace contextRef="#ctx0" brushRef="#br0" timeOffset="660.05">8396 5839 1161 0,'0'0'56'16,"0"0"-40"-16,0 0 1 0,0 0 64 15,0 0-4-15,0 0-21 16,0-58-32-16,0 45 7 16,-4 5 26-16,0-1-11 15,-7 0-23-15,0 0-6 16,-6 1-12-16,-2 4 1 16,-3 2-6-16,-1 2 3 15,0 0-3-15,0 0 0 16,1 14 3-16,2 3-3 15,1 1-2-15,8-1 1 16,0 2 1-16,7-2-6 16,4 3 6-16,0 1-2 15,1 1 2-15,20 4-3 16,2 5 1-16,9 2 2 0,1 2 4 16,2 0-4-16,0-2 0 15,-3-2-1-15,-5-4 1 16,-6-6 0-16,-7-5 0 15,-7-5-1-15,-6-7 1 16,-1 1 0-16,0 0 0 16,-22 6 1-16,-18 3 19 15,-15 1-1-15,-12 0 0 16,-3-3 21-16,-2-5-16 16,2-4-12-16,5-3-4 15,10 0-3-15,13 0 0 0,13-6-4 16,16 2 0-1,10-1-2-15,3 2-6 0,0-6-17 16,25-3-37-16,13-6-38 16,12-3-40-16,10 0-57 15,4 0-63-15,-3 2-110 16,-3-3-55-16</inkml:trace>
  <inkml:trace contextRef="#ctx0" brushRef="#br0" timeOffset="1005.46">8443 5995 589 0,'0'0'319'0,"0"0"-285"15,0 0 7-15,0 0 77 0,0 0-31 16,0 0-65-16,1 20-18 16,5 11 51-16,1 7 4 15,3 4-30-15,2-1-2 16,5 0 4-16,3-3-17 15,4-8-5-15,4-8-5 16,4-8-4-16,0-10 2 16,1-4 1-16,-3-1 7 15,-3-18-9-15,-7-6 16 16,-5-4-9-16,-5 0 21 16,-9-1 10-16,-1-2-8 15,0 2-2-15,-8 2-18 16,-5-1-4-16,-1 5-5 15,3 4-2-15,1 5-1 16,5 5-61-16,3 8-76 0,2 2-73 16,0 0-251-16,10 0-186 15</inkml:trace>
  <inkml:trace contextRef="#ctx0" brushRef="#br0" timeOffset="1576.41">8869 6026 791 0,'0'0'364'0,"0"0"-364"16,0 0 0-16,0 0 15 16,5 80 30-16,3-47-7 0,4 1-2 15,-3 1-11 1,-3-3-8-16,1-7 17 0,-4-3-10 16,-2-9-11-16,2-4-4 15,-3-6 4-15,0-3 4 16,0 0 11-16,0 0 28 15,0-16 7-15,0-13-29 16,0-8-30-16,0 0-6 16,6 3 4-16,6 2-4 15,6 7 1-15,4 8-6 16,3 6-5-16,0 8 10 16,2 3 2-16,0 5-7 15,1 14 3-15,0 7 3 16,-4 1 1-16,-4 1 0 15,-7-2-1-15,-3-2 1 0,-4-8-1 16,-3-5 1-16,-3-3-1 16,0-7 1-16,0-1 1 15,0 0 6-15,0 0 5 16,0-13 3-16,0-14-7 16,0-9-4-16,0-5-5 15,7 0 5-15,3 5-3 16,3 8-1-16,3 5-2 15,3 10-3-15,-1 4 10 16,3 7-2-16,0 2-3 16,1 2 1-16,1 15 0 15,-3 3-1-15,-2 3 1 0,-4 2-1 16,-4-1 0-16,-4 2 0 16,-2-2-5-16,-4-2-65 15,0 1-134-15,0-6-88 16,0-4-317-16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47:50.30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5405 4450 671 0,'0'0'364'0,"0"0"-269"15,0 0-63-15,0 0 28 16,0 0 48-16,0 0-11 16,0 0-22-16,0 0-10 15,0 0-15-15,0 0-15 16,0 0-12-16,0 0-3 16,0 0-3-16,1 0 0 15,2 0-1-15,8 0-5 16,6 0-4-16,7 0 11 15,10 0 4-15,-2 0-12 16,-1 0-3-16,1 0-3 16,-3 0 0-16,-3 0-2 0,-4 0 2 15,-7 0-4 1,-4 0 0-16,-7 0-1 0,-2 0-14 16,-2 0-29-16,0 0-34 15,0 0-83-15,0 0-115 16,0 0-216-16</inkml:trace>
  <inkml:trace contextRef="#ctx0" brushRef="#br0" timeOffset="648.69">7206 4453 1183 0,'0'0'148'0,"0"0"-92"16,0 0 24-16,0 0 16 15,0 0-22-15,0 0-24 16,-2-3-15-16,2 3-6 16,0-1-17-16,0-1-5 15,0 0-3-15,0 1 0 16,6-2-1-16,11-1 6 16,4-2-7-16,-2 2-2 15,1 2-1-15,-3 2-27 16,-1 0-67-16,3 0-103 0,-3 2-100 15,-7 5-406 1</inkml:trace>
  <inkml:trace contextRef="#ctx0" brushRef="#br0" timeOffset="3803.33">3284 8735 321 0,'0'0'283'15,"0"0"-199"-15,0 0-73 16,0 0 24-16,0 0 47 15,0 0 9-15,0 0-30 16,0-29 25-16,0 26-13 16,0 1 3-16,0 2 4 0,0-3-12 15,0 3 3 1,0 0-17-16,0 0-21 0,0 0-11 16,0 0-14-16,0 0-8 15,0 0-1-15,0 0-8 16,0 7 9-16,0 5 0 15,0 3 12-15,0 0-6 16,0 1 1-16,0 4-3 16,0 0 0-16,0 2 2 15,0-4 2-15,3-2-3 16,-2-5-1-16,-1-6 0 16,2 0 0-16,-2-5 2 15,0 0-3-15,0 0 0 16,1 0 4-16,1 0 0 0,0 0 0 15,-2 0-3-15,0 0 2 16,0 0 1-16,0 0-2 16,2 0-1-16,-1 0 1 15,6 0-4-15,1 0 9 16,5 0 0-16,4 0-4 16,5 0 2-16,3-1-2 15,5-3-3-15,4-3 4 16,0 3-5-16,5-2 1 15,3-1 0-15,0 4-1 16,3-2 1-16,-2 3-3 16,1-1 3-16,3 2-1 15,-2 1 0-15,2 0-1 0,-1 0 0 16,3 0-1-16,1 0 1 16,0 1 0-16,2 5-1 15,2 1 2-15,2-3-2 16,2-1 1-16,1-2 1 15,3-1 0-15,0 0 0 16,3 0 2-16,1-2-4 16,-4-7 0-16,-4-1 0 15,-6 2-1-15,-9-1 1 16,-1 1-2-16,-2 3 2 16,-2 1-1-16,1 3 1 15,-1-1 0-15,-2 2-2 0,-1 0 2 16,-3 0-2-1,-2 0 1-15,-4 3 1 0,3 3 0 16,-3-2 0-16,-2 1 3 16,0-2-3-16,-4-1 1 15,-1-1-1-15,-2-1 1 16,-2 0 1-16,0 0-2 16,-3 0 0-16,-3 0 2 15,-2 0-2-15,0 0 2 16,-1 0-1-16,-3 0 1 15,0-3 2-15,-3 0-3 16,0 1 11-16,2 1 2 16,-2-1-6-16,0 2 1 15,0-1-2-15,0-2 1 16,0-2 7-16,0-3-11 0,0-1 2 16,0 0 0-16,0 0-1 15,0-1 0-15,-5 3-4 16,2 2-1-16,0 1-1 15,0 2-6-15,-1 1-17 16,0 1-27-16,-2 0-45 16,-1 0-193-16,-5 0-280 15</inkml:trace>
  <inkml:trace contextRef="#ctx0" brushRef="#br0" timeOffset="6116.62">3576 7951 518 0,'0'0'35'16,"0"0"-25"-16,0 0 68 15,0 0 147-15,0 0-48 16,0 0-69-16,0 0-27 16,-20 17 4-16,20-17-11 15,0 0-14-15,0 0-4 16,0 0-2-16,8-21-15 15,22-16-18-15,19-16-13 16,19-17 3-16,20-16 2 16,19-11 0-16,18-9-2 0,10 1-6 15,7 1-1 1,10 8 0-16,-3 5 2 0,-7 6-6 16,-15 11 0-16,-23 11-2 15,-22 15 2-15,-24 15-1 16,-21 11 1-16,-18 11 0 15,-11 6 1-15,-6 4 1 16,-2 1-2-16,0 0 5 16,0 0-3-16,0 0-2 15,0 0 0-15,0 0-7 16,0 0-11-16,-7 0-22 16,-8 0-68-16,-5 8-106 15,-2 1-56-15,2-2-188 16</inkml:trace>
  <inkml:trace contextRef="#ctx0" brushRef="#br0" timeOffset="6666.43">5527 6258 916 0,'0'0'219'0,"0"0"-202"16,0 0 26-16,0 0 53 16,0 0-51-16,0 0-41 15,-14 108 28-15,26-16 57 16,1 8-56-16,0 0-20 16,0-3-3-16,-2-4-4 15,-2-15-3-15,-3-14-3 16,0-13-11-16,-6-13-32 15,0-8-47-15,0-10-73 16,0-16-232-16,-4-4-112 16</inkml:trace>
  <inkml:trace contextRef="#ctx0" brushRef="#br0" timeOffset="6970.44">5560 6605 970 0,'0'0'155'16,"0"0"-142"-16,0 0 31 16,29-82 39-16,-8 80-36 15,6 2-19-15,7 13 18 16,-1 16 18-16,-1 9-39 16,-7 6-8-16,-10 2-13 15,-10-2 10-15,-5-3-14 0,-3-4 5 16,-17-7 19-1,-7-9-14-15,2-6-9 0,1-9 5 16,4-6-1-16,3 0-5 16,4-8-7-16,5-10-40 15,3-2-13-15,5-5-74 16,3 1-52-16,20 3-98 16,6 4-137-16</inkml:trace>
  <inkml:trace contextRef="#ctx0" brushRef="#br0" timeOffset="7816.55">5950 6679 689 0,'0'0'83'15,"0"0"-76"-15,0 0 20 16,0 0 56-16,0 0-45 15,0 0-38-15,-2-2-1 16,2 2-7-16,0 0 5 16,5 0 3-16,0-1 1 15,2-1 1-15,-4 1 0 16,2 1 2-16,-2-2-3 16,4 1 3-16,-2-1 2 15,0 1 0-15,0-1 4 16,-3 1 18-16,0 1 30 0,-2 0 8 15,0 0 8-15,0 0-6 16,0-2-9-16,0 2-11 16,0 0-9-16,0-1-8 15,2-5 2-15,1-4 1 16,4-5-11-16,0-3-14 16,2 2 2-16,-2 0 8 15,-1 0-4-15,1 2-8 16,0-2 2-16,-2 3-1 15,-4 2-4-15,-1 6 1 16,0 3 6-16,0 0 5 16,0 1-3-16,-8 1-13 15,-9 0 0-15,-3 3 0 16,-1 15 7-16,-1 8-1 0,2 5-6 16,5 5 5-16,6 4-2 15,8 1-1-15,1 0 2 16,1-5 2-16,16-7-6 15,5-7-2-15,8-6 1 16,4-7 0-16,9-7-8 16,4-2-42-16,1-9-33 15,5-13-43-15,-4-5-12 16,-4-3-13-16,-10 5 4 16,-11 2 40-16,-9 1 79 15,-10 3 29-15,-5 0 40 16,0-3 45-16,-2 2 29 15,-11 1-28-15,-2 6 13 0,-2 1-15 16,2 8 16-16,0 4-13 16,-3 0-19-16,1 3-32 15,-2 17-12-15,4 7 2 16,5 2 0-16,7 1-12 16,3-2-5-16,0-1-9 15,8-3 0-15,12-6-1 16,2 1 1-16,7-6-1 15,1-2-32-15,3-5-37 16,5-5-61-16,6-1-70 16,1-5-111-16,-3-12-294 15</inkml:trace>
  <inkml:trace contextRef="#ctx0" brushRef="#br0" timeOffset="8718.25">6786 6453 752 0,'0'0'188'15,"0"0"-169"-15,0 0 87 16,0 0 14-16,0 0-66 16,0 0 1-16,-62-50 8 15,50 48 1-15,1 2-22 16,-3 0-6-16,1 0-10 0,-2 17-1 15,2 5-3-15,3 8-8 16,4 7-5-16,5 4 2 16,1-1-7-16,0 0 3 15,4-6-4-15,12-4-2 16,2-6-2-16,0-7-6 16,4-8 6-16,-3-5-1 15,1-4-12-15,0 0-10 16,0-4 0-16,-4-13-3 15,0-2 12-15,-5-5 15 16,-4-6 3-16,-3-3 0 16,-4-3-1-16,0-2 0 0,0 2 0 15,-6 6 1 1,-1 6 7-16,1 7 6 0,3 8 2 16,1 5-2-16,0 2-7 15,2 2 0-15,0 0-9 16,0 8-6-16,0 16 4 15,2 7 2-15,8 6 12 16,0 3-5-16,0-4-6 16,0-3 4-16,-2-3-1 15,2-1 0-15,-5-4-1 16,2-4-2-16,-4-3 1 16,-1-5 0-16,2-7-2 15,-4-3 2-15,0-2 0 0,0-1 1 16,0 0 4-1,0 0 4-15,1 0 7 0,-1 0-3 16,2 0-6-16,-2-4-4 16,1-9-3-16,1 0-1 15,2-3 0-15,0 0 0 16,-1-1 1-16,3 1-1 16,-1 0-1-16,-2 1 2 15,1 1-1-15,-1 2-1 16,-2 7 3-16,3-2-3 15,-2 5 2-15,-2 2 4 16,1 0 0-16,-1 0 1 0,2-2-7 16,2 0 1-1,-1 1 0-15,1-1 3 0,0 2-2 16,-2 0-2-16,-2 0 0 16,3 0-1-16,0 0-2 15,4 0 3-15,0 0 0 16,-1 0 0-16,0 0 0 15,-3 0 0-15,-2 0-1 16,-1 2-2-16,2-1-18 16,-2-1-25-16,0 2-38 15,0 0-56-15,0-2-49 16,0 0-22-16,0 0-106 16,-6-8-175-16</inkml:trace>
  <inkml:trace contextRef="#ctx0" brushRef="#br0" timeOffset="8949.39">6843 6238 874 0,'0'0'62'16,"0"0"-32"-16,0 0 127 16,0 0-41-16,0 0-46 15,0 0-31-15,-38-60-34 16,38 60-5-16,0 0-5 15,0 17 1-15,0 12 4 16,0 9 4-16,4 11-4 16,8 5-23-16,3 2-83 0,0-1-74 15,0-8-197 1,-2-6-101-16</inkml:trace>
  <inkml:trace contextRef="#ctx0" brushRef="#br0" timeOffset="9698.7">7019 6661 866 0,'0'0'194'0,"0"0"-179"16,0 0 11-16,0 0 19 15,0 0-21-15,0 0 17 16,49 6-2-16,-34 10-14 16,2 4 6-16,-2 2-5 15,-1-1-14-15,-3-1-1 16,-3-4-2-16,-1-3-3 16,-4-7-4-16,-1-4-2 15,-2 0-6-15,0-2 5 16,0 0-2-16,0 0 0 15,0 0 3-15,0 0 9 16,0 0-3-16,0 0-1 16,0 0 8-16,0 0-4 15,0 0-6-15,0 0 9 0,2 0 24 16,-2 0-15-16,2 0-9 16,-1 0 0-16,4-6 2 15,3-3 9-15,3-3-6 16,0 0 3-16,1-2-2 15,3-3-9-15,2-4-1 16,0-1 0-16,-3 0-2 16,0 1-4-16,-6 2 5 15,-4 1 1-15,-4 2-6 16,0 1 7-16,0 2 8 16,-2 3-13-16,-10 2-3 15,2 3 1-15,0 2-1 16,2 3 0-16,-2 0 1 0,-2 8 0 15,-2 13 10-15,3 6-12 16,5 1 0-16,6 0 0 16,0-3 2-16,0-3-2 15,13 0 6-15,5-3 0 16,4-4-1-16,1-3-2 16,2-4-1-16,-3-4-2 15,-2-3 1-15,-1-1-1 16,-1 0 1-16,-1 0 4 15,1 0-7-15,-1-8 2 16,0-4-20-16,-4 2-14 16,-2-1-31-16,-1-2-46 0,-3 3-108 15,-3-4-129 1,-3 2-292-16</inkml:trace>
  <inkml:trace contextRef="#ctx0" brushRef="#br0" timeOffset="9910.01">7712 6374 1222 0,'0'0'154'0,"0"0"-141"0,0 0-13 16,0 0 0-16,0 0-49 15,0 0-49-15,-3 47-231 16,3-16-311-16</inkml:trace>
  <inkml:trace contextRef="#ctx0" brushRef="#br0" timeOffset="10048.7">7718 6688 1363 0,'0'0'41'0,"0"0"-32"15,0 0 2-15,0 0-11 16,0 0-97-16,0 0-132 16,14-21-269-16</inkml:trace>
  <inkml:trace contextRef="#ctx0" brushRef="#br0" timeOffset="10498.55">8073 6285 1323 0,'0'0'40'16,"0"0"-36"-16,0 0 23 0,-22 104 36 15,22-45-12-15,4 2-12 16,12-3-9-16,6-4-17 16,3-7-3-16,2-9-9 15,3-11 2-15,0-14-3 16,1-11 0-16,-2-2 0 16,0-15-3-16,-1-15-3 15,-1-6-9-15,-7-5 15 16,-7-5 2-16,-7-5 1 15,-6-10 1-15,0-4 0 16,-7 1 5-16,-17 4 13 16,-4 7-15-16,-2 11-1 0,1 12-3 15,6 11-3 1,3 10-9-16,3 9 6 0,1 4-6 16,2 25-68-16,8 8-46 15,6 7-112-15,0 3-187 16</inkml:trace>
  <inkml:trace contextRef="#ctx0" brushRef="#br0" timeOffset="10689.78">8547 6503 1224 0,'0'0'191'0,"0"0"-190"0,0 0 4 16,0 87 29-16,0-52-8 15,3 1-14-15,0 0-10 16,0-3-2-16,1-3-28 16,0-4-114-16,2-9-117 15,0-7-200-15</inkml:trace>
  <inkml:trace contextRef="#ctx0" brushRef="#br0" timeOffset="11098.46">8740 6366 1295 0,'0'0'167'0,"0"0"-152"0,0 0-5 16,67-83 54-16,-30 82-7 16,3 1-37-16,-1 12-1 15,-8 16-7-15,-6 7-9 16,-12 4 6-16,-9 0-8 15,-4 0 6-15,-10 1-1 16,-17-3 1-16,-8-3-3 16,-2-5 3-16,2-7-5 15,6-13-1-15,10-5 6 16,5-4 1-16,8 0-4 16,6-6-3-16,0-11-1 15,3-1 1-15,19-2-1 16,4 6 2-16,6 1-1 15,2 7-1-15,6 3 0 16,0 3 1-16,2 0-2 0,-2 0-1 16,-3 12-1-16,-7 1-29 15,-5 0-72-15,-8 2-112 16,-11 1-166-16,-6-5-343 16</inkml:trace>
  <inkml:trace contextRef="#ctx0" brushRef="#br0" timeOffset="11337.25">9241 6483 560 0,'0'0'216'15,"0"0"-131"-15,0 0 3 16,17 80 2-16,-15-55-39 16,0 1-29-16,-2 1-17 15,0 0-5-15,0-3-93 16,-2-5-125-16,-1-9-197 16</inkml:trace>
  <inkml:trace contextRef="#ctx0" brushRef="#br0" timeOffset="11765.19">9341 6181 1253 0,'0'0'18'15,"0"0"-10"-15,0 0 7 16,0 90 61-16,9-31-33 15,5 1-7-15,4-6-20 16,0-12-4-16,3-8-6 16,-1-14-4-16,0-8 2 15,-2-9-2-15,0-3 2 0,3-3-4 16,-3-15 0-16,-3-9-2 16,-5-3-3-16,-3-2-1 15,-6-1 3-15,-1 1 3 16,0 1 2-16,0 9 3 15,0 7 9-15,0 7 13 16,0 7 12-16,0 1-5 16,0 0-25-16,0 21-9 15,-3 15 0-15,0 12 22 16,-2 6-10-16,1-2-10 16,1-2-2-16,1-4 0 15,2-4-23-15,0-4-63 16,0-5-73-16,0-7-71 15,0-9-268-15</inkml:trace>
  <inkml:trace contextRef="#ctx0" brushRef="#br0" timeOffset="12070.31">9770 6575 423 0,'0'0'664'0,"0"0"-629"0,0 0-30 16,0 0 51-16,-18 90-13 15,8-60-26-15,3-1-13 16,-1-1-4-16,1-4-28 16,4-4-71-16,3-5-114 15,0-7-134-15,0-8-132 16</inkml:trace>
  <inkml:trace contextRef="#ctx0" brushRef="#br0" timeOffset="12482.25">10041 6225 1139 0,'0'0'119'0,"0"0"-113"15,0 0 70-15,0 0 26 16,-85-23-45-16,66 43-29 15,4 19-13-15,7 15 6 16,5 8 2-16,3 1-15 0,1-6 6 16,19-11-2-1,7-6-7-15,6-13-5 0,4-11 0 16,-2-8-3-16,-1-8-20 16,-4 0 1-16,-7-8 4 15,-4-11 11-15,-8-1 7 16,-7 0 6-16,-4-2-1 15,-2 2 9-15,-21 4 1 16,-8 1-6-16,-2 7-5 16,0 7-4-16,4 1-8 15,4 8 7-15,7 13-13 16,6 4-59-16,10-1-62 16,2-4-130-16,4-7-268 0</inkml:trace>
  <inkml:trace contextRef="#ctx0" brushRef="#br0" timeOffset="12664.33">10399 6485 995 0,'0'0'338'0,"0"0"-338"15,0 0 1-15,0 0 4 16,0 110 9-16,0-77-11 15,0 0-3-15,0-6-86 16,3-7-125-16,4-7-246 16</inkml:trace>
  <inkml:trace contextRef="#ctx0" brushRef="#br0" timeOffset="13115.77">10883 6169 1189 0,'0'0'90'0,"0"0"-79"15,0-102 63-15,-10 78 26 16,-5 5-46-16,2 10-26 16,-2 3-25-16,-2 6-3 15,-3 0 1-15,-1 3 2 16,0 16-3-16,4 0 0 15,10 7-1-15,3 0-2 0,4 2 2 16,4 4 1-16,17-1 0 16,9 3 3-16,5 4 0 15,2 1-1-15,0 3-1 16,-2 2 0-16,-5 0 2 16,-6-4 11-16,-11-5 1 15,-10-8 20-15,-3-5 7 16,-5-6-1-16,-18-6-4 15,-7-7-9-15,-7-3-3 16,-2-3-4-16,1-20-11 16,8-13-7-16,8-13 0 15,10-8-3-15,12-8-5 0,0 3-10 16,14 7-17-16,12 5-36 16,6 8-51-16,-3 3-144 15,-9 7-195-15</inkml:trace>
  <inkml:trace contextRef="#ctx0" brushRef="#br0" timeOffset="14335.06">5648 8891 398 0,'0'0'391'0,"0"0"-256"16,0 0-89-16,0 0 71 15,0 0 21-15,0 0-20 16,0-6-35-16,0 6-34 16,0 0-20-16,0 0-9 15,0 3-3-15,0 18-10 16,6 12 30-16,9 13 19 16,7 8-50-16,13 6 4 15,11 0 13-15,13-5-6 16,13-8-7-16,10-10-4 0,10-6-3 15,8-9-2-15,2-6 0 16,2-5 1-16,-4-2-1 16,-8-2 0-16,-12-3 1 15,-13-2-2-15,-17-2 0 16,-14 0 0-16,-17 0 0 16,-10 0 0-16,-8 0 3 15,-1 0 2-15,0 0 5 16,0 0 1-16,0 0 14 15,-8-3-6-15,-5-10-19 16,-4 0 0-16,-1-2 0 16,-3-3 1-16,1 1 2 0,1 0-2 15,2 0 0 1,2 6-1-16,7 4 0 0,2 2 0 16,6 5 0-16,0 0-1 15,0 0 1-15,2 0-10 16,12 5 8-16,3 8 2 15,2 2 0-15,-2 1 1 16,-2-1-1-16,-3 2-1 16,-7 3 1-16,-2 2-8 15,-3 7-43-15,0 3-58 16,-1 1-173-16,-17-5-196 16</inkml:trace>
  <inkml:trace contextRef="#ctx0" brushRef="#br0" timeOffset="15264.27">7914 9257 778 0,'0'0'208'16,"0"0"-157"-16,0 0-29 15,0 0 37-15,0 0 39 0,0 0-10 16,-38-72-42 0,23 65-20-16,-5 5 13 0,-3 2 8 15,-5 0-32 1,0 11-5-16,0 12 5 0,-1 3-6 16,4 1 0-16,5-2-4 15,8 1-2-15,9-4-2 16,3 1-1-16,5-2-5 15,18 2 4-15,8-3 1 16,7 1 1-16,7-1 3 16,3 0-2-16,3-3 0 15,-6 0 1-15,-3-1-2 16,-11-3 0-16,-10-1 0 16,-11-3-2-16,-9-3 1 15,-1 1 0-15,-4 3 21 16,-24 3 44-16,-13 0-31 15,-13 2-8-15,-8-2-4 0,-6-2 4 16,-2-5-3-16,2 1-8 16,10-6-5-16,9-1-5 15,11 0-2-15,15 0-3 16,11-1 0-16,9-4-1 16,3 0-12-16,1-2-47 15,26-8-45-15,14-5-68 16,12-3-9-16,4-1-34 15,-2-1-178-15</inkml:trace>
  <inkml:trace contextRef="#ctx0" brushRef="#br0" timeOffset="16997.99">8156 9438 214 0,'0'0'554'0,"0"0"-448"16,0 0-47-16,0 0 18 16,0 0 29-16,0 0 3 15,-14-52-41-15,14 52-66 16,0 15 13-16,0 14-15 16,0 13 43-16,8 3-15 15,5-3-15-15,4-6-10 16,0-10-2-16,0-12-1 15,-4-8 0-15,0-6 5 16,2 0 4-16,2-22 8 16,2-11-6-16,-5-6-4 0,-5-3 1 15,-4-3 3 1,-5 2 6-16,0 3-9 0,0 7-1 16,-11 9-7-16,5 11 0 15,1 7-2-15,5 6-27 16,0 0-78-16,0 15-64 15,0 4 113-15,15 0-112 16,3-5-73-16,2-5 40 16,-3-6 142-16,-2-3 61 15,-6 0 15-15,-4 0 76 16,0 3 35-16,2 4 15 16,-1 9-22-16,2 6 37 15,1 8-52-15,3 4-38 0,-2-1-8 16,1-4-18-16,-1-4-15 15,-1-7-6-15,-4-10-1 16,-2-3-10-16,-3-5-1 16,0 0 1-16,2 0 6 15,0 0 2-15,4-15 1 16,2-10-8-16,2-10-9 16,2-1 0-16,1 1 1 15,-1 9 0-15,3 4-1 16,-1 9-2-16,-4 11 0 15,3 2-6-15,4 2-2 16,1 18 10-16,7 8 2 0,-1 0 10 16,-1 1-6-1,-1-7-4-15,-4-7 2 0,-5-4-4 16,-4-8 1-16,-1-3 1 16,-3 0 3-16,4-11 6 15,-1-12-4-15,1-8-5 16,-2-2 4-16,-1 0-2 15,-5 6 8-15,-1 11 19 16,0 8 13-16,0 7-1 16,0 1-25-16,0 0-18 15,0 9-11-15,2 13 10 16,5 9 0-16,5-2 1 16,8-2-50-16,10-5-80 15,8-6-78-15,9-10-89 16,3-6-263-16</inkml:trace>
  <inkml:trace contextRef="#ctx0" brushRef="#br0" timeOffset="17432.54">9372 9463 744 0,'0'0'339'16,"0"0"-303"-16,0 0-28 15,0 0 81-15,0 0 33 16,0 0-54-16,-93 19-32 15,71-22 5-15,-1-12 3 16,3-8-7-16,-1-8-24 16,8-6 12-16,5-11-16 0,8 1-1 15,0 0-8-15,6 7-2 16,16 6 1-16,3 12-1 16,0 9-4-16,2 9 5 15,-1 4 1-15,3 9 0 16,1 24-5-16,0 16 5 15,-5 12 14-15,-1 16 9 16,-6 10 3-16,-4 14 4 16,-4 7-9-16,-6 0-9 15,-2-7-12-15,-2-16 1 16,0-22 1-16,0-19-1 16,0-19-1-16,0-13 1 15,0-9 1-15,2-3-1 16,1 0 7-16,2-23-8 15,0-10-1-15,0-11-20 0,-1-5-19 16,-1-1-63-16,4 5-126 16,1 6-14-16,6 10-153 15</inkml:trace>
  <inkml:trace contextRef="#ctx0" brushRef="#br0" timeOffset="18097.83">10202 9463 1093 0,'0'0'166'0,"0"0"-145"16,0 0-12-16,-9-95 66 15,6 74 34-15,-4 5-33 16,-6 1-44-16,-6 4-7 15,-4 4-1-15,-4 7-8 16,-3 0 1-16,-4 20-12 16,1 19 6-16,-1 13 6 15,11 7-4-15,10 0-4 16,13-6 1-16,0-8-6 16,22-12-3-16,6-13 0 15,7-16-1-15,0-4 0 16,4-18-7-16,-1-17 0 0,-1-8-14 15,-5-7 5-15,-7-2-1 16,-7-7 13-16,-7-3 1 16,-8-3 1-16,-3-7-6 15,0 2 7-15,-16 0 2 16,-3 12 2-16,0 12-3 16,6 21 4-16,3 15 15 15,3 10 4-15,4 35-19 16,3 29 2-16,0 23 20 15,0 9-13-15,11-3-8 16,11-14-5-16,4-19 0 16,5-16 0-16,1-17-2 0,-4-15 0 15,-1-12-11 1,-4 0 0-16,-1-15 5 0,-4-11-3 16,-2-7 4-16,-9-5 4 15,-1 3 2-15,-5 1-8 16,1 10 9-16,-2 12 1 15,0 8 0-15,3 4-1 16,4 6-4-16,3 21-10 16,7 9 14-16,-1 3 9 15,3-6-9-15,3-7-11 16,0-10-86-16,2-12-130 16,0-4-228-16</inkml:trace>
  <inkml:trace contextRef="#ctx0" brushRef="#br0" timeOffset="18228.06">10613 9148 954 0,'0'0'0'0,"0"0"-133"0,0 0-35 16,0 0-16-16,43 95-78 15</inkml:trace>
  <inkml:trace contextRef="#ctx0" brushRef="#br0" timeOffset="18780.98">10820 9257 946 0,'0'0'165'0,"0"0"-113"16,-90 17 56-16,63 10 16 16,7 8-50-16,6 2-43 15,11 0-17-15,3-6-4 16,2-7-9-16,15-8 4 15,-1-9-4-15,3-7-1 16,-2 0-10-16,-1-15 8 16,1-11 2-16,-5-4-4 15,-2 0-1-15,-4 0 4 16,-1 8-2-16,-2 5-1 16,1 10-7-16,3 7 6 15,4 11-14-15,5 27 19 16,2 19 35-16,0 16 10 0,-3 8-10 15,-3-2 4 1,-5-1-5-16,-7-8-8 0,0-13-5 16,-15-8 1-16,-12-16 0 15,-7-11-4-15,-2-8 4 16,-4-13 1-16,-2-1-16 16,1-14 0-16,6-24-6 15,4-12-1-15,10-10 0 16,15-4-13-16,6 1-11 15,20 3 7-15,22 3-10 16,9 3-5-16,6 4 8 16,2 6-1-16,-2 11-8 0,-4 9 19 15,-4 14 14-15,-9 10 0 16,-6 0 0-16,-8 13 0 16,-4 10 3-16,-4 2 3 15,-6 1-6-15,-3-2 0 16,-3 0-20-16,-2-2-145 15,-4-9-203-15,0-9-392 16</inkml:trace>
  <inkml:trace contextRef="#ctx0" brushRef="#br0" timeOffset="18993.37">11200 9029 1329 0,'0'0'88'16,"0"0"-87"-16,-9 78 3 16,21-16 48-16,8 11 30 15,2 1-42-15,-4-4-29 16,-5-9-8-16,-6-7-3 16,-3-7-31-16,-4-9-88 15,0-14-157-15,-4-17-299 16</inkml:trace>
  <inkml:trace contextRef="#ctx0" brushRef="#br0" timeOffset="19210.09">11330 9285 1171 0,'0'0'114'0,"0"0"-112"15,0 0 13-15,122-22 122 16,-83 23-30-16,-9 20-33 15,-11 5-34-15,-13 2-4 16,-6 1 2-16,-10-3-18 16,-19-4-14-16,-15 0-1 15,-8 0-5-15,-9-4-55 16,-9-8-137-16,-7-10-253 16</inkml:trace>
  <inkml:trace contextRef="#ctx0" brushRef="#br0" timeOffset="19337.66">10942 9025 104 0,'0'0'1223'0,"0"0"-1223"16,0 0-300-16,0 0-64 16</inkml:trace>
  <inkml:trace contextRef="#ctx0" brushRef="#br0" timeOffset="22063.17">12126 9335 958 0,'0'0'95'16,"0"0"-90"-16,0 0 8 16,0 0 74-16,0-77-1 15,0 61-37-15,0-1-17 16,0 2 7-16,-2-2 9 15,-11 4-7-15,-7 2-31 16,-6 2-8-16,-2 6 2 16,-2 3-4-16,-2 0 17 15,2 19-11-15,1 12-3 0,6 5 3 16,8 2-5-16,12-3-1 16,3-1-4-16,16-3 4 15,19-3 0-15,11-6 2 16,2-2 3-16,3-4-3 15,-5-2-2-15,-9-2-2 16,-12-4 2-16,-10-1 1 16,-11-5-1-16,-4 2 1 15,0-2 15-15,-19 3 42 16,-11-1-8-16,-12 3-27 16,-3-3-4-16,-1-2-6 15,0-2-4-15,9 0-8 0,7 0-1 16,8-11 0-1,8-6-18-15,8-5-23 0,6 1-7 16,6 5 6-16,20 3 2 16,11 3 8-16,8 2 31 15,3 1-1-15,4 1 0 16,2-3 1-16,-1-2 1 16,-2 0 0-16,-6-5 2 15,-8-2-1-15,-9 0-1 16,-8 1 5-16,-5-7 0 15,-5 2-1-15,-5-3-3 16,-3-4 3-16,-2 0-2 16,0-1 1-16,-3 4 4 15,-9 1 5-15,-2 9 1 0,4 4 9 16,4 10 2-16,0 2-17 16,3 6-2-16,0 26-5 15,2 14 15-15,1 12 2 16,0 2-7-16,0 0 2 15,1-6-5-15,9-5 1 16,-4-9-1-16,3-11-7 16,-4-11 4-16,0-8-4 15,-3-7-1-15,-1-3 1 16,5 0 0-16,2-11 1 16,5-13 10-16,2-9-11 15,-2-1-1-15,0-2-1 16,-6 4-6-16,4 8 3 0,-5 9 3 15,1 8 0-15,0 7 1 16,1 0-7-16,4 17 2 16,6 10 6-16,3 5 7 15,2-4-2-15,3-4-5 16,5-5 1-16,3-9-1 16,2-8 1-16,-1-2-2 15,-2-3-7-15,-2-15-13 16,-7-4 3-16,-5 0 5 15,-9-1 7-15,-7 1 6 16,-3 1 1-16,0 8-1 16,0 4 6-16,0 9-3 0,-7 0 14 15,-1 13-17 1,0 15 8-16,2 9 8 0,6-3-10 16,0-5-5-16,9-8-1 15,11-11 2-15,2-7-2 16,0-3 0-16,-1-7 5 15,-4-15 0-15,-3 1 3 16,-11-4-3-16,-3 1 1 16,-7 0-4-16,-18-2 2 15,-10 1 8-15,-5 3-8 16,-2 4-3-16,5 9 3 16,9 8-4-16,10 1-3 15,11 6-1-15,5 13 1 16,2-1-5-16,9 1-5 15,14-6-28-15,7-5-9 0,2-8-6 16,3 0-1-16,-2-6 8 16,-1-12 32-16,-3 2 11 15,-6 0 6-15,-3 7 3 16,-7 5 0-16,-1 4-1 16,0 0 0-16,1 13 15 15,2 10 36-15,0 4-23 16,4-1-18-16,-4-5-3 15,-2-4 7-15,-1-4-5 16,-4-6-5-16,-3-3-5 16,-2-4 4-16,-1 0-1 15,2 0 1-15,2-2 2 0,4-14 3 16,3-4-4-16,1-4-4 16,-4-1 3-16,-5 3-5 15,-3 5 1-15,-1 6 2 16,-1 8-2-16,0 3-1 15,0 0-1-15,0 16-10 16,6 15 11-16,0 5 39 16,5 2-27-16,6-6-6 15,2-8-3-15,-1-9-3 16,0-8 3-16,1-7-3 16,-4 0 0-16,2-12 2 15,-5-12-2-15,-2-6-11 16,-3-7 6-16,-6-3 4 0,-1-7 1 15,0-2 0 1,0-4 0-16,-14 7 1 0,1 7 0 16,4 13 4-16,2 11 9 15,4 11 4-15,3 4 1 16,0 14-19-16,0 21 0 16,0 13 10-16,0 6-3 15,13-1-6-15,3-5-1 16,3-7-2-16,1-6-7 15,0-6-24-15,3-6-25 16,2-8-46-16,4-7-41 16,3-8-35-16,1 0-61 0,-3-14 26 15,-5-6 134 1,-6-2 54-16,-12 0 27 0,-3-1 27 16,-4 5 57-16,0 6 100 15,-11 7 46-15,-8 5-94 16,-1 0-43-16,-2 18-22 15,5 12-17-15,4 3 1 16,8 4-21-16,5-7-13 16,0-4-12-16,10-10-5 15,7-6-3-15,3-8-1 16,1-2-2-16,3-10 2 16,-3-18 4-16,0-8-1 15,-4-4 0-15,-9-10-1 16,-5-7 1-16,-3-9 1 15,-11-9-1-15,-18-1 3 0,-11 2 12 16,-4 8 17-16,5 19-10 16,7 16-11-16,10 18 3 15,7 13-11-15,5 33-5 16,5 15 0-16,5 16-1 16,1 2-1-16,24-4-10 15,11-8-36-15,2-11-8 16,2-12-54-16,5-11-78 15,0-13 8-15,6-7-117 16,2 0-31-16,-1-21 127 16,0-6 114-16,-7-3-125 15</inkml:trace>
  <inkml:trace contextRef="#ctx0" brushRef="#br0" timeOffset="22596.59">14013 9079 407 0,'0'0'262'16,"0"0"-53"-16,0 0-3 15,0 0-26-15,0 0-49 16,0 0-87-16,-10-40-32 15,10 77 45-15,0 9-12 16,0-1-24-16,7-5-11 16,-5-7 3-16,1-9-3 15,-2-7-5-15,-1-10 0 16,0-4-3-16,0-3 0 16,0 0 9-16,6 0-1 15,3-9-7-15,10-10-3 16,8-2 0-16,5 2-7 0,4 9 2 15,3 7-14 1,-1 3 12-16,-1 12 1 0,-5 15 6 16,-7 6 0-16,-10 1 1 15,-12-2 6-15,-3-3 6 16,-8-3-6-16,-15-4 6 16,-9-4-1-16,-5-6-10 15,2-6 9-15,3-4-4 16,10-2-4-16,11 0-3 15,11-14-7-15,0-5-32 16,18-8-36-16,16-3 3 16,6-2-4-16,3 0-18 0,-2 4 9 15,0 1 2 1,-8 4 62-16,-9 8 21 0,-9 6 9 16,-8 4 57-16,-7 5 18 15,0 0 27-15,-7 12-31 16,-10 14 6-16,-1 7-25 15,4 3-13-15,11 3-4 16,3-4-14-16,12-8-27 16,21-12-1-16,9-10-2 15,10-5-3-15,3-11-57 16,-5-14-100-16,-13 0-157 16,-26 6-545-16</inkml:trace>
  <inkml:trace contextRef="#ctx0" brushRef="#br0" timeOffset="23747.93">8673 10566 778 0,'0'0'200'0,"0"0"-185"0,0 0-7 16,0 0 61-16,0 0 55 15,7-90-32-15,-7 72-27 16,-10 1 18-16,-9 4-20 15,-7 3-10-15,-6 4-24 16,-7 6-21-16,0 4-8 16,-2 19 4-16,7 10-3 15,5 3-1-15,10 3-1 16,9 0 1-16,10-3-4 16,0-6 2-16,14-9 2 15,12-7-3-15,6-11-8 0,7-3-15 16,1-8 1-1,3-15 1-15,-1-10 2 0,-5-3-18 16,-5-6 13-16,-4-4 7 16,-6-7 9-16,-5-4 11 15,-11 2 5-15,-6 0-2 16,0 1 15-16,-22 4 17 16,-3 7-6-16,2 7-5 15,4 15 11-15,8 13 27 16,1 8-31-16,1 23-27 15,3 25 4-15,4 22 10 16,2 13-3-16,4-2-5 16,19-6-5-16,7-13-4 15,3-17-1-15,4-13-1 0,-2-14 1 16,-1-12-2 0,-4-6-2-16,0-3-18 0,-2-18-3 15,-3-9-10-15,-3-3 7 16,-7-5-6-16,-8-2 16 15,-7-1 11-15,0 2 7 16,-7 5 5-16,-8 14-4 16,3 11 33-16,4 9 1 15,3 11-30-15,3 23-4 16,2 14 3-16,0-3 0 16,0-3-4-16,4-10-47 15,7-10-123-15,3-11-118 16,-4-11-345-16</inkml:trace>
  <inkml:trace contextRef="#ctx0" brushRef="#br0" timeOffset="23876.6">8939 10215 828 0,'0'0'0'0,"0"0"-121"15,0 0-50-15,0 0 82 16,0 0-110-16</inkml:trace>
  <inkml:trace contextRef="#ctx0" brushRef="#br0" timeOffset="24062.13">9115 10359 706 0,'0'0'334'0,"0"0"-278"0,0 0 10 16,65 93 24-16,-38-58 19 15,3-1-45-15,-2-2-42 16,-4-4-16-16,-4-3 0 15,-5-6-4-15,-5-3-2 16,-2-5-32-16,-2-4-87 16,3-2-69-16,0-5-150 15,1-1-183-15</inkml:trace>
  <inkml:trace contextRef="#ctx0" brushRef="#br0" timeOffset="24234.87">9379 10354 1105 0,'0'0'172'0,"0"0"-159"16,0 0 26-16,-80 92 35 16,71-48-20-16,8-2-40 15,1-5-14-15,0-5-6 16,3-11-92-16,12-9-17 16,3-11-84-16,2-1-147 15,2-16-142-15</inkml:trace>
  <inkml:trace contextRef="#ctx0" brushRef="#br0" timeOffset="24408.07">9513 10350 1070 0,'0'0'129'0,"0"0"-122"0,-24 95 54 16,24-53 40-16,0-3-55 15,0-6-34-15,4-6-12 16,7-10-7-16,4-8-94 15,4-9-64-15,2-3-176 16,0-25-290-16</inkml:trace>
  <inkml:trace contextRef="#ctx0" brushRef="#br0" timeOffset="24546.25">9618 10198 473 0,'0'0'0'0,"0"0"-103"0,0 0 33 16,0 0 8-16</inkml:trace>
  <inkml:trace contextRef="#ctx0" brushRef="#br0" timeOffset="25764.92">9772 10290 375 0,'0'0'328'0,"0"0"-90"16,0 0-85-16,0 0-35 15,-89 61 11-15,65-38-39 16,8-2-41-16,6 0-8 15,9 0-26-15,1 3-2 16,1 2 2-16,19-1 3 16,5 1 1-16,4-4-2 0,3-5-6 15,-1-4-2-15,-3-5-5 16,-2-5-1-16,-11-1 0 16,-11-2-1-16,-4 0 2 15,0 0 8-15,-10 0 24 16,-16 0-20-16,-11 0-11 15,-1-6-5-15,1-2 0 16,5-2-5-16,11-1-5 16,8 0-10-16,10 6 6 15,3-4-6-15,6 0-49 16,17-6-34-16,9-2 63 16,8-1 32-16,6-5-107 15,5-1 23-15,-1-3 47 16,-7 3 45-16,-10 6 8 15,-14 8 4-15,-11 6 23 0,-8 4 39 16,0 0 31-16,0 0-28 16,-1 4-46-16,-5 12 0 15,2 8 1-15,4-1-14 16,0-3-7-16,0-1-11 16,8-4 2-16,4-3-2 15,3-5-5-15,2-3-47 16,4-4-36-16,4 0-49 15,0-11-6-15,1-13-114 16,-8-7 99-16,-4-2 11 16,-10-3 78-16,-4-2 69 15,0 0 54-15,-11 6 91 0,-4 5 20 16,1 12-22-16,6 7 0 16,4 7-35-16,3 1-53 15,-1 17-45-15,2 17 12 16,0 10 28-16,0 2-25 15,3 1-8-15,6-7-1 16,-5-5 6-16,-4-8-6 16,0-9-3-16,0-7-10 15,0-6 4-15,0-5-4 16,0 0 4-16,6-3 0 16,2-16-7-16,4-3-39 15,7-2 23-15,4-2-8 16,9 2-18-16,3 2 15 15,5 8 27-15,-1 8-7 0,-1 6 6 16,-8 0 0-16,-12 20 1 16,-8 7 15-16,-10 1 12 15,0 1 13-15,-12-2-8 16,-11-3-7-16,-3-2-6 16,-2-7-9-16,7-3-5 15,8-8-4-15,4-4-1 16,4 0-14-16,5-24-46 15,0-13-103-15,7-6 19 16,16-8 22-16,4 1-70 16,3 8 60-16,-2 7 110 15,-2 8 22-15,-3 5 7 16,-5 4 50-16,-4 7 51 0,-8 5 7 16,-2 3-24-1,-4 3-24-15,0 0-3 0,0 21 2 16,0 13 33-16,-6 9-23 15,2 6-38-15,4 0-9 16,0-6 4-16,4-10-18 16,15-10-10-16,4-13 1 15,2-7-5-15,4-3 4 16,0-3-5-16,-5-15-14 16,-4-3 11-16,-8-4 3 15,-5-4 1-15,-4-4-1 16,-3-6 2-16,0-3-2 0,0 3 0 15,0 8 1-15,0 14 1 16,0 9-2-16,-1 8 14 16,1 0-10-16,0 21 1 15,0 10 5-15,0 3 14 16,3-1-17-16,5-4-7 16,2-5 1-16,2-7-3 15,1-1-28-15,3-6-67 16,0-3-121-16,1-7-116 15,-1 0-346-15</inkml:trace>
  <inkml:trace contextRef="#ctx0" brushRef="#br0" timeOffset="26562.12">11223 10116 1090 0,'0'0'199'0,"0"0"-190"16,0 0-2-16,0 0 58 16,-5 100 26-16,7-53-44 15,7-1-24-15,-2-4-5 16,-4-8 14-16,-3-12-12 16,0-8-8-16,0-7 0 15,0-7-4-15,0 0 5 16,0 0 1-16,0-18-8 0,4-6-6 15,8-4-26 1,6 0 11-16,6 6-12 0,4 2-18 16,0 8 11-16,1 7 16 15,-6 5 4-15,-10 0 8 16,-4 8 2-16,-9 14 4 16,0 7 33-16,-10 2 13 15,-12-4-6-15,-5 1-19 16,-2-7-8-16,4-8-6 15,8-5-6-15,7-8-1 16,8 0 0-16,2-12-11 16,0-12-38-16,16-4-1 15,11-3 35-15,7 5-7 16,1-1-21-16,1 7 25 0,3 1 14 16,-4 0 4-16,-2 5 0 15,-4-2 5-15,-7 4-3 16,-5 0 2-16,-6 5 1 15,-5-3 7-15,-6 3 15 16,0 0 4-16,0 0 17 16,0 3 7-16,0 4-17 15,-7 0-18-15,-5 0-13 16,-2 21 7-16,2 11-11 16,4 14-3-16,6 15 8 15,2 11 13-15,0 7-4 0,16 6-5 16,4 0-5-16,3-3-5 15,-5-3-1-15,-5-7-1 16,-10-11 0-16,-3-14 3 16,-9-15-1-16,-13-8 2 15,-6-13 8-15,-4-9 11 16,-4-2-4-16,-5-16 0 16,3-24-5-16,-1-17-8 15,9-11-5-15,12-6 2 16,11 4-3-16,7 3-1 15,5 9-2-15,24 4-13 16,11 4-32-16,10 3-40 16,5 0-100-16,5 2-261 15,1-1-453-15</inkml:trace>
  <inkml:trace contextRef="#ctx0" brushRef="#br0" timeOffset="26946.54">12027 10079 1264 0,'0'0'231'0,"0"0"-205"16,45-88-13-16,-20 70 64 16,1 8-3-16,3 10-49 15,1 0-4-15,-1 8-3 16,-7 13-8-16,-9 4 0 16,-10 7-6-16,-3 3 1 15,-5 3 7-15,-16 0 1 16,-1-4-3-16,0-3-4 0,7-4-6 15,7-6 0-15,8-4 0 16,0-6-1-16,16 0-1 16,13-6 2-16,7-4-2 15,6-1 2-15,-1 0 0 16,-5 0 5-16,-10-1-4 16,-13-2 1-16,-10 3 8 15,-3 0 6-15,-10 0 8 16,-18 0 1-16,-12 3-24 15,-7 9-1-15,-6 4-3 16,-5 4-7-16,-3 3-37 16,-8 5-37-16,-8 6-100 0,-11 7-189 15,-16 4-296-15</inkml:trace>
  <inkml:trace contextRef="#ctx0" brushRef="#br0" timeOffset="27161.98">10147 11091 1356 0,'0'0'128'16,"200"-25"-128"-16,-17 8-244 15,55-13 215-15,45-9 29 16,29-1 54-16,18 3-7 15,-1 15-47-15,-21 13-65 0,-42 9-420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48:30.646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5677 3462 101 0,'0'0'13'0,"0"0"-5"16,0 0-5-16,0 0 10 15,0 0 9-15,0 0 6 16,0 0 12-16,29 19-4 16,-29-19-20-16,0 0 4 15,0 2-5-15,0-2 19 16,0 0 30-16,0 0 18 16,0 0 27-16,0 0-3 15,0 0-27-15,0 0-7 16,0 0 0-16,0 0 14 15,0 0-5-15,0 0 0 16,0 0-11-16,0 0 15 16,0 0 8-16,0 0-9 15,0 0-5-15,0 0-23 0,0 0-13 16,0 0-17-16,0 0-3 16,0 0-18-16,0 0-5 15,17-5 3-15,11 0 13 16,7-3-6-16,3 0-8 15,3 1 1-15,-6 2 0 16,-5 2-2-16,-5 1-1 16,-12 2 0-16,-6 0-12 15,-7 0-62-15,0 8-87 16,-29 9-180-16,-21-1-300 16</inkml:trace>
  <inkml:trace contextRef="#ctx0" brushRef="#br0" timeOffset="7047.22">4883 2711 901 0,'0'0'128'16,"0"0"-127"-16,0 0-1 15,0 0 53-15,0 0 54 16,0 0-25-16,0 0-22 15,0 0-16-15,0 0 4 16,0 0 1-16,0-1 3 16,0-2-9-16,0-1-9 15,0-5-4-15,7-4-9 0,1-3-7 16,4-5-6-16,3 0 4 16,2-1-2-16,1-3-4 15,2-2 1-15,2-5 7 16,3-4-8-16,5-6 1 15,7-8-4-15,6-4 1 16,6-6 0-16,6-4-4 16,3-4 5-16,7-4-3 15,6-4 1-15,10-6-3 16,16-7 1-16,22-6 1 16,24-10 3-16,17-3-1 15,19 1-4-15,7 2-3 0,4 11 2 16,2 1 1-16,-1 2 1 15,1 4 1-15,-2 2-1 16,-5 1-2-16,-10 6-2 16,-16 7 3-16,-18 10 0 15,-26 11 0-15,-23 9 0 16,-29 9 0-16,-22 11 3 16,-18 8-2-16,-15 5 0 15,-6 8 1-15,-2 0-1 16,0 0 0-16,0 0-1 15,0 0-2-15,0 0 1 16,0 0 1-16,0 0 0 16,0 0 0-16,0 0-1 0,0 0-1 15,0 0 0-15,0 0-1 16,0 0 3-16,0 0 0 16,0 0 1-16,0 0-1 15,0 0-1-15,0 0 0 16,-2 0 1-16,-1 0 1 15,-4 0 0-15,-1 0 3 16,-5 4-3-16,-2 0-1 16,-2-1 1-16,-2 0 2 15,3-3-3-15,-1 0 0 16,0 0 3-16,4 0-3 16,1 0 0-16,4 0 2 0,0 0-1 15,4 0 1 1,1-2 0-16,1 1 0 0,1-1 0 15,1 2 1-15,-2 0-3 16,2 0 3-16,0 0 0 16,0 0-2-16,0 0-1 15,0 0 4-15,0 0-4 16,0-1 0-16,0 0-3 16,0 1 0-16,0-2-4 15,3 2 4-15,2 0-6 16,5 0 9-16,5 0 0 15,4 0 4-15,0 0-4 16,0 0 2-16,-6 0 2 16,-4 0-2-16,-6 0-2 15,-3 0-2-15,0 0 1 0,0 3-3 16,0 1-3-16,0 2 7 16,-8 1-1-16,-1 8-15 15,1 1-58-15,1 0-95 16,7-1-86-16,0-7-225 15</inkml:trace>
  <inkml:trace contextRef="#ctx0" brushRef="#br0" timeOffset="8030.18">8275 631 392 0,'0'0'108'0,"0"0"-77"0,0 0-6 16,0 0 67-1,0 0-9-15,0 0-30 0,-5 0-13 16,5 0 10-16,0 0 12 15,0 0 28-15,0-1-12 16,0 0-8-16,0-1-17 16,0-1 16-16,0-3-11 15,4-5-22-15,6-7 7 16,7-11-41-16,3-4-2 16,5-4-66-16,1-2-51 15,-6 0-106-15,-7 3-314 16</inkml:trace>
  <inkml:trace contextRef="#ctx0" brushRef="#br0" timeOffset="20432.59">2170 2781 963 0,'0'0'247'0,"0"0"-231"15,0 0-10-15,0 0-1 16,0 0 27-16,0 0-23 16,0 0-9-16,0 0-12 15,25 33 12-15,-12-9 2 16,-1 1-1-16,-1 0-1 16,-1-5 5-16,-3-3-4 15,-2-8 1-15,-1-5 4 16,-3-4-4-16,1 0 7 15,1 0 10-15,4 0 20 16,5-19 25-16,11-12 4 16,10-15-3-16,8-11-24 15,5-6-25-15,3 1-2 0,-2 6-7 16,-2 12-7 0,-7 13-1-16,-6 11 0 0,-10 9-14 15,-7 6-29-15,-8 5-98 16,-6 0-35-16,-1 9-96 15,-16 11-88-15,-18 5-96 16</inkml:trace>
  <inkml:trace contextRef="#ctx0" brushRef="#br0" timeOffset="20795.62">2324 2632 1004 0,'0'0'186'0,"0"0"-186"16,0 0-15-16,0 0 15 16,24 122 2-16,-5-75 42 15,3-3-23-15,-4-8-5 16,-1-7-9-16,-6-10 17 15,-2-10 18-15,-6-4 0 16,2-5 7-16,0 0-6 16,10-14 19-16,13-20 6 15,13-22-19-15,11-17-19 16,4-10-20-16,3-1-9 0,-2 4-2 16,-4 12-16-16,-6 15-39 15,-8 17-83-15,-15 15-65 16,-13 12-171-16</inkml:trace>
  <inkml:trace contextRef="#ctx0" brushRef="#br0" timeOffset="24944.24">11664 4381 491 0,'0'0'201'0,"0"0"-162"16,0 0-3-16,0 0 47 16,0 0 23-16,0 0-31 15,0 0-44-15,0-5-15 16,0 5-8-16,0 0 3 16,-3 17-5-16,-1 13 40 15,0 15 43-15,2 9-36 16,2 8-17-16,0 4-8 0,0 2 9 15,0-1-8-15,9 0 3 16,0-3-16-16,-1-5-5 16,-1-5-2-16,-3-8 3 15,-3-8 2-15,-1-6-8 16,0-8 2-16,0-6-3 16,0-5-4-16,0-7 0 15,0-1-1-15,0-5-2 16,0 0-35-16,0 0-66 15,0-2-27-15,0-23-108 16,0-14-432-16</inkml:trace>
  <inkml:trace contextRef="#ctx0" brushRef="#br0" timeOffset="26043.96">11735 4376 260 0,'0'0'391'0,"0"0"-321"0,0 0-66 15,0 0 95-15,0 0 57 16,0 0-48-16,-22-21-35 16,22 20-21-16,0-2-7 15,0 1 10-15,0 0 6 16,0 2-13-16,3-4-15 16,9 1-15-16,6 1-2 15,7-1 7-15,6 2-1 16,5 1-6-16,7 0 0 15,5 0-1-15,5 0 4 16,7 0-6-16,4 0-2 16,1 0 1-16,0 1-4 15,0 2 3-15,-3-1-7 16,-3 0-1-16,-4-2 1 16,0 1 0-16,-1-1-2 0,1 0 3 15,3 0-5-15,-1 0 2 16,0 0-1-16,-2 0 0 15,-2-3 1-15,2-3-1 16,1 2 0-16,-1-1-2 16,0 4 1-16,1-2 0 15,0 3 2-15,-1 0-1 16,3 0-1-16,-3-3 2 16,0 3 0-16,-2-2-1 15,-6 2-1-15,-2 0 0 16,-5-1 0-16,-5-1 2 15,1-1 0-15,-7 2-2 0,1-3 1 16,-2 2 0-16,-4 2-1 16,0-2 0-16,-3 2 0 15,3 0 0-15,-3 0 1 16,1 0-1-16,0 0 0 16,-4-1 2-16,-1 1-2 15,-3 0 1-15,-4-2-1 16,-3 2 0-16,-3 0-1 15,2 0 1-15,-5 0 0 16,1 0 0-16,-2-1 1 16,0 1-1-16,0 0 0 15,0 0-1-15,0 0 1 16,0 0 3-16,0 0-3 0,0 0 3 16,0 0-1-16,0 0 6 15,0 0 0-15,0 0-3 16,0 0 6-16,0 0-11 15,0 0 0-15,0 0 0 16,0 0-5-16,0 4 0 16,0 16 0-16,0 11 5 15,0 14 22-15,-7 9-11 16,2 14-6-16,0 11 6 16,2 3 6-16,0 4-3 15,3-3-9-15,0-5-2 16,0-5-1-16,0-9 1 15,1-11 0-15,2-13 3 16,-1-7-4-16,-1-8-2 0,-1-8 1 16,0-4-1-16,0-5 3 15,0-3-3-15,0-2 0 16,0-2-2-16,0-1 1 16,0 0-23-16,-14 0-30 15,-18 0-61-15,-12-13-213 16,-11-3-329-16</inkml:trace>
  <inkml:trace contextRef="#ctx0" brushRef="#br0" timeOffset="26562.77">12023 5310 352 0,'0'0'279'0,"0"0"-237"15,0 0-21-15,0 0 121 0,0 0 49 16,0 0-82-16,0 0-39 16,-76-3-3-16,76 2 25 15,0-1 7-15,0 2-42 16,0-2-27-16,10 2-12 16,21-4-17-16,24 2 25 15,22 1-6-15,21 1-3 16,11 0-1-16,11 0-2 15,10 1 0-15,2 3-3 16,4-4-3-16,-5 0-8 16,-6-7 0-16,-15-6 4 15,-13 4 1-15,-21 2 2 16,-17 2 2-16,-17-1-2 0,-14 3-3 16,-9 0 0-1,-11 1-4-15,-5 2 0 0,-3 0-1 16,0 0-3-16,0 0-45 15,0 0-67-15,0 0-119 16,0 4-208-16</inkml:trace>
  <inkml:trace contextRef="#ctx0" brushRef="#br0" timeOffset="27577.44">16131 3248 173 0,'0'0'611'0,"0"0"-582"15,0 0-20-15,0 0 42 16,0 0 71-16,0 0-15 15,0 0-18-15,90-18-42 16,-59 1-17-16,-3-2 9 16,-3 0-5-16,-3 0 5 0,-7 2-9 15,-7-3-6-15,-2 2 8 16,-6-1-1-16,0 0-9 16,0 3 3-16,-14 2-12 15,0 2 8-15,-2 3-7 16,3 5-1-16,-3 4-8 15,0 0 3-15,-2 2 1 16,-4 16-7-16,0 7-4 16,0 8 4-16,8 6-1 15,4 2 1-15,6 0 3 16,4-1 3-16,1-4 4 16,18-6-6-16,6-5 2 15,3-3-8-15,4-8 0 16,5-1 0-16,4-6 0 15,5-2-77-15,2-5-119 0,-1 0-122 16,-5-5-353 0</inkml:trace>
  <inkml:trace contextRef="#ctx0" brushRef="#br0" timeOffset="27724.2">16695 3263 878 0,'0'0'104'0,"0"0"-104"16,0 0-28-16,0 0-10 0,0 0-51 16,90-33-63-1,-55 29-71-15,-3 0-57 0</inkml:trace>
  <inkml:trace contextRef="#ctx0" brushRef="#br0" timeOffset="28260.33">16956 3128 289 0,'0'0'187'0,"0"0"-69"0,0 0 79 15,4-89-59-15,-10 74 14 16,-5 4-28-16,-3 8-44 16,-3 3-25-16,-4 0-13 15,-5 9-13-15,-2 16-18 16,1 5 7-16,5 2-9 16,6-3-4-16,9-4-5 15,5-7 0-15,2-8-2 16,0-4 0-16,12-4-1 0,8-2 3 15,4 0 0-15,3-3 8 16,-4-8-8-16,-5 1 0 16,-6 1 5-16,-4 1-1 15,-4 5 3-15,-3-1 1 16,-1 2 1-16,0 2 6 16,0 0-3-16,0 0-12 15,0 0-4-15,0 10-13 16,0 22 9-16,0 17 8 15,0 14 25-15,0 13-19 16,0 4 1-16,0 2 8 16,-3-2-9-16,-2-10 1 0,-5-10-4 15,-3-18-1 1,-4-13 5-16,-7-5 36 0,-6-11 6 16,-6-6-10-16,-8-7-16 15,-5 0 1-15,0-10-7 16,1-17-4-16,9-6 3 15,9-8 0-15,9-4-10 16,13-2-6-16,8 1-2 16,8-1-1-16,26 2-5 15,12 1-14-15,18 4-41 16,10-1-80-16,4 1-231 16,-4 0-452-16</inkml:trace>
  <inkml:trace contextRef="#ctx0" brushRef="#br0" timeOffset="28362.78">17143 3184 436 0,'0'0'0'16,"0"0"-352"-16</inkml:trace>
  <inkml:trace contextRef="#ctx0" brushRef="#br0" timeOffset="29978.48">18145 3000 777 0,'0'0'254'16,"0"0"-221"-16,0 0-12 15,0 0 85-15,0 0-20 16,0 0-51-16,0 0-18 16,-17-74-17-16,24 65 0 0,6 0 1 15,5-2 18 1,4 2-12-16,3 2-5 0,1 3 0 15,-2 4-2-15,0 0-1 16,-6 0 1-16,-1 11-9 16,-6 9 9-16,-4 4 3 15,-7 5 6-15,0 2-5 16,-4 1 6-16,-12-2-2 16,-7 2-3-16,-3-6 14 15,-2-3-4-15,1-3-3 16,5-8-2-16,6-4-1 15,4-5 0-15,7-3 4 16,3 0 4-16,2 0 1 16,0 0 1-16,0 0-7 0,0 0-12 15,0 0-1-15,2 0-8 16,8 0 2-16,9-2 7 16,6-4 1-16,6 2-1 15,1 2 0-15,1 2-5 16,-2 0 0-16,-5 8-1 15,-2 8-1-15,-6 5 2 16,-8 1-2-16,-3 3 3 16,-7-2 3-16,0-2 2 15,0 3 7-15,-19-4 20 16,-5-3 11-16,-7 0-8 16,-4-2 0-16,-5 1 2 15,-2-1-10-15,0-3-16 0,3-1 1 16,3-2-8-16,10-5 2 15,6 1-2-15,10-4-1 16,4-1-29-16,6 0-58 16,0 0-73-16,17 0-27 15,13-12-316-15</inkml:trace>
  <inkml:trace contextRef="#ctx0" brushRef="#br0" timeOffset="30645">18721 2948 762 0,'0'0'232'0,"0"0"-229"16,0 0 15-16,0 0 21 15,0 0-17-15,0 0-5 16,-15 44 16-16,5-17-19 16,-1-2-2-16,-5 0 9 15,0-3 6-15,-3 2-11 16,-3-4-5-16,4-5-1 16,1-5-2-16,6-6 1 15,2-2 1-15,5-2 0 0,1 0 1 16,0 0 4-16,2-2-1 15,1-2-8-15,0 0 3 16,0 4 1-16,0 0-10 16,0 0-9-16,10 0-2 15,8 8 11-15,9 8 2 16,3 2 0-16,2-1 4 16,1-3-4-16,0-5 6 15,2-5-8-15,-3-4 3 16,-3 0 2-16,-6 0 1 15,-6-7-2-15,-5-4 6 16,-6 0-4-16,-2 0 1 16,-3-1-4-16,-1-3 12 0,0-1-14 15,0-6 3-15,-6 0-3 16,-6-2-1-16,2 7 7 16,1 6 11-16,5 7 13 15,1 2 1-15,1 2-4 16,0 0-28-16,0 4-4 15,1 23-9-15,-4 13 13 16,1 8 10-16,2 4-7 16,2-5-3-16,0 0 2 15,0-5-1-15,0-4-1 16,4-5-40-16,3-5-74 0,0-6-67 16,-3-13-177-1,2-6-418-15</inkml:trace>
  <inkml:trace contextRef="#ctx0" brushRef="#br0" timeOffset="31192.7">18994 3072 613 0,'0'0'576'0,"0"0"-548"0,0 0-17 15,0 0 74 1,0 0-23-16,0 0-55 0,64-57-5 16,-48 57-2-16,-3 0 0 15,-1 13 1-15,-4 4 4 16,1 3 1-16,-8 4-4 16,-1 0-2-16,0 3 4 15,0-1 3-15,-4-5-1 16,-8-3-3-16,2-6 8 15,1-5 1-15,6-2-7 16,-1-4 4-16,4-1-4 16,0 0 0-16,0 0 3 15,0 0-8-15,9-1-10 16,6-8-17-16,7 0 8 16,3 4 9-16,-2 5-7 0,2 0-38 15,-3 3 33-15,-4 14 13 16,-4 3 8-16,-4 0-3 15,-3 5-8-15,-6-4 12 16,-1 0 11-16,0-7 26 16,-3 0 23-16,-14-3 20 15,-9-4 0-15,-10 2-7 16,-2-1-40-16,-2-4-15 16,5-2-7-16,6-2-8 15,6 0-2-15,8 0-2 16,7 0-10-16,6 0-42 15,2 0-70-15,6-3-78 16,17-5-212-16,6-2-268 16</inkml:trace>
  <inkml:trace contextRef="#ctx0" brushRef="#br0" timeOffset="32018.78">19823 2991 730 0,'0'0'406'0,"0"0"-384"16,0 0 9-16,0 0 4 15,0 0-30-15,0 0 3 0,0 95-5 16,-2-38 23 0,2 0-19-16,0-7 1 0,0-7-2 15,0-8-5-15,0-8 1 16,2-6-2-16,1-9-13 16,1-6-113-16,-1-6-146 15,0-4-131-15</inkml:trace>
  <inkml:trace contextRef="#ctx0" brushRef="#br0" timeOffset="32455.19">19946 2734 1069 0,'0'0'125'15,"0"0"-111"-15,0 0 13 16,0 0 36-16,0 0-63 15,0 0-12-15,-16-7-84 16,16 32 21-16,0 4-181 16,0 0-142-16</inkml:trace>
  <inkml:trace contextRef="#ctx0" brushRef="#br0" timeOffset="32894.37">20141 3017 910 0,'0'0'259'15,"0"0"-245"-15,0 0 8 16,0 0 72-16,0 0-54 16,0 0-27-16,-34-15-9 15,21 15 2-15,-2 2 1 16,-2 7 6-16,2 1 2 15,4-5-4-15,2 3-3 0,6 0-5 16,1 2-3 0,2 5-7-16,0 5 3 0,7 4 3 15,10 0 1-15,4 3 4 16,3-3-4-16,2 1-3 16,1-5 2-16,-4-3-10 15,-6-4 11-15,-7-5 9 16,-6-4-5-16,-4-3 4 15,0-1 49-15,0 0 28 16,-9 0-6-16,-13 0-14 16,-8 3-43-16,-3-3-17 15,1 0-2-15,9 0-3 16,4 0 0-16,7 0-18 16,9 0-82-16,3 0-64 0,12-4-46 15,18-6-427-15</inkml:trace>
  <inkml:trace contextRef="#ctx0" brushRef="#br0" timeOffset="33546.94">20717 3010 875 0,'0'0'242'16,"0"0"-224"-16,0 0 59 15,0 0 67-15,-103-25-68 16,79 40-57-16,1 11-17 0,1 10-2 16,9 1 7-16,3 4-3 15,8-3 0-15,2-9-4 16,0-5 0-16,13-5 2 16,6-9-2-16,4-7 2 15,2-3 6-15,5 0 8 16,1-12-2-16,4-10-1 15,-5-9-6-15,-2-6-7 16,-3-9 1-16,-8-1 0 16,-7-6 1-16,-8-5-1 15,-2-4 1-15,0-6 2 16,-19 2-2-16,1 8 7 16,-1 14 15-16,3 17 11 15,6 16 15-15,3 11-14 16,-3 0-35-16,0 38-1 0,-4 23-10 15,1 17 10-15,6 10 6 16,7-7-5-16,0-9 2 16,9-9-2-16,16-9 0 15,6-13-1-15,5-10-5 16,-1-13-19-16,4-10-28 16,-1-8-38-16,2 0-45 15,-3-12-59-15,-4-12-61 16,-6-9-107-16,-8-6 126 15,-8-1 236-15,-8-1 5 0,-3 9 159 16,0 10 106 0,0 11-31-16,0 6-12 0,0 5-95 15,0 5-132-15,0 18 11 16,0 8-2-16,2 6 21 16,10-3-20-16,-1-3-6 15,3-5-4-15,-4-6-28 16,2-5-92-16,-2-10-84 15,-4-5-225-15</inkml:trace>
  <inkml:trace contextRef="#ctx0" brushRef="#br0" timeOffset="33697.65">21083 2770 634 0,'0'0'107'0,"0"0"-107"0,0 0-185 16,0 0 98-16,31 102-141 16</inkml:trace>
  <inkml:trace contextRef="#ctx0" brushRef="#br0" timeOffset="33892.15">21251 3036 707 0,'0'0'341'0,"0"0"-330"0,0 0-5 16,52 106 40-16,-27-70-23 16,3-1 1-1,0-4-16-15,-4-4-4 0,-4-6-4 16,-3-6-43-16,-6-5-91 16,-2-7-95-16,-6-3-192 15</inkml:trace>
  <inkml:trace contextRef="#ctx0" brushRef="#br0" timeOffset="34096.73">21500 2958 1032 0,'0'0'213'0,"0"0"-213"0,0 0 0 15,0 0 18-15,-48 122 21 16,41-71-16-16,5-2-15 15,2-5-8-15,0-8 0 16,0-5-4-16,0-7-99 16,0-8-62-16,5-9-134 15,2-7-199-15</inkml:trace>
  <inkml:trace contextRef="#ctx0" brushRef="#br0" timeOffset="34298.42">21657 2959 1265 0,'0'0'35'16,"0"0"-30"-16,0 109-4 16,0-62 24-16,0 4-12 15,5-4-8-15,8-7-5 16,-3-10-89-16,0-10-131 15,-4-16-335-15</inkml:trace>
  <inkml:trace contextRef="#ctx0" brushRef="#br0" timeOffset="34446.78">21828 2860 242 0,'0'0'0'0,"0"0"-222"16</inkml:trace>
  <inkml:trace contextRef="#ctx0" brushRef="#br0" timeOffset="35708.72">21861 3006 562 0,'0'0'167'16,"0"0"-100"-16,0 0 49 15,0 0 5-15,0 0-52 16,0 0-48-16,-15 69-1 0,15-46 0 16,4 1 13-16,10 0-7 15,1-3 4-15,2-1-12 16,0-3 8-16,-7-6-7 16,-4-4 1-16,-4-1 4 15,-2-5 7-15,0-1 3 16,0 0 24-16,-13 0 2 15,-10 1-9-15,-11-1-32 16,-3 0-16-16,5 0-2 16,7 0-1-16,8 0-26 15,10-2-26-15,7 0-12 16,0 2-44-16,3-4 15 0,23-1-153 16,13-6 136-16,4-5-14 15,6-5 57-15,-6-5 67 16,-5 1 3-16,-7 0 103 15,-10 3 30-15,-7 5-8 16,-7 4-15-16,-6 2-22 16,-1 5-32-16,0 3 0 15,0 1-21-15,0 2-3 16,0 0-30-16,-1 2-5 16,-5 18-12-16,6 7 12 15,0 4 8-15,0 5-3 16,7-7-1-16,9-5 0 15,5-5-4-15,4-8-4 0,4-9-13 16,2-2-35 0,-1-9-36-16,-4-14 29 0,-7-5 22 15,-5-6 14-15,-5-1 23 16,-5-5 4-16,-4-1 15 16,0-2 14-16,0 1 4 15,0 5-2-15,-3 12-15 16,-2 12 26-16,2 7 6 15,1 6-30-15,1 0-22 16,-2 15-32-16,0 14 32 16,-2 11 11-16,2 4 4 15,-1 1-5-15,4 0 2 16,0-3-3-16,0-4 1 0,0-8-5 16,0-8-3-1,0-9 0-15,0-5 1 0,0-6-2 16,0-2 3-16,0 0 3 15,5 0 3-15,8-6 1 16,1-11 8-16,5 1-17 16,3-2-1-16,1 4-1 15,3 3-3-15,1 7-6 16,4 4-3-16,-5 0 7 16,0 11-4-16,-7 11 0 15,-5 5-1-15,-8 4 10 16,-4-2 0-16,-2-5 7 15,0-1 10-15,-13-8-15 16,-1-6 11-16,3-5 1 0,1-4 4 16,3 0 0-16,4-2-1 15,3-18-17-15,0-10-18 16,8-14-43-16,14-10-12 16,3-7-36-16,-1 0 52 15,0 9 17-15,-7 9 40 16,-4 15 6-16,-3 10 26 15,-5 9 16-15,-3 4 10 16,-2 5 3-16,0 0-37 16,0 6-24-16,0 23-7 15,0 12 7-15,0 12 44 16,0-3-25-16,10-3-4 0,5-9-7 16,3-10-2-16,6-6-6 15,6-13 1 1,2-7 8-16,0-2 3 0,-4-2-3 15,-5-18-7-15,-2-7 0 16,-5-5-2-16,-4-5 0 16,-4-4-9-16,-6 0 3 15,-2 8 6-15,0 11 2 16,0 10 9-16,0 9 18 16,0 3-13-16,0 5-16 15,-2 23-28-15,2 13 24 16,0 6 4-16,0 1 0 15,15-2-3-15,9-10-68 16,4-10-67-16,4-10-97 16,3-15-237-16</inkml:trace>
  <inkml:trace contextRef="#ctx0" brushRef="#br0" timeOffset="36525.87">23194 2781 1164 0,'0'0'42'0,"0"0"-42"16,0 0 0-16,0 0 8 15,-7 96 47-15,7-52-14 0,0-6-5 16,0-7-13 0,0-9 5-16,0-6-4 0,0-7-9 15,0-3-9-15,0-5 6 16,0-1 0-16,0 0 8 15,0 0 2-15,5 0 2 16,5-12-8-16,3-3-16 16,7-2-16-16,2 5 2 15,5 6-4-15,3 6 2 16,2 0 9-16,-1 12 3 16,-4 11-6-16,-9 5 8 15,-8 2-3-15,-6-1 1 16,-4-2 4-16,0-5 15 15,-12-5 5-15,-4-3 4 16,-5-4 11-16,0-4-12 0,2-2-12 16,4-4-3-16,5 0-4 15,5-2 3-15,5-13-7 16,0-6-50-16,0-2-21 16,10-1 1-16,10 4-25 15,2 3 30-15,0 7 34 16,-1 3 31-16,-2 4 8 15,1 0 3-15,0 3 3 16,5 0 10-16,4 0-4 16,0 0 4-16,3 0-1 15,-5 0-7-15,-4 0-9 16,-7 0-3-16,-7-3 6 16,-3-5 20-16,-5 1 20 15,-1-2 9-15,0 1-10 0,0 1-3 16,0 0-29-16,-7 1-2 15,3 2-4-15,0 3-11 16,3 1-5-16,-1 0 1 16,-2 4-5-16,0 21-3 15,-2 10 6-15,3 17 6 16,2 12 0-16,1 11 2 16,0 7 1-16,0-2 9 15,4-2-5-15,3-9 2 16,-2-15-3-16,-1-15 6 15,-4-17 16-15,0-13-6 0,0-8 9 16,0-1 5-16,0 0 4 16,-14-4 9-16,-2-15-20 15,-5-9-21-15,1-13-6 16,6-8-2-16,7-11-39 16,7-3-29-16,0-6-35 15,26 0-189-15,8-2-333 16</inkml:trace>
  <inkml:trace contextRef="#ctx0" brushRef="#br0" timeOffset="36841.75">24082 2815 1585 0,'0'0'0'0,"0"0"-28"0,0 0 28 16,0 0 6-16,0 0 7 15,0 0-3-15,91-1 0 16,-66 1-5-16,-5 0 3 16,-3 0 0-16,-5-4 1 15,-4 0 10-15,-3 3 2 16,-4-1-3-16,-1 2-2 16,0 0-9-16,0 0-7 15,0 0-3-15,0 2-12 16,0 18-3-16,0 12 9 15,0 8 9-15,-1 1 8 16,-4 3-8-16,1 0-26 0,0-1-99 16,1-4-104-16,-1-10-260 15</inkml:trace>
  <inkml:trace contextRef="#ctx0" brushRef="#br0" timeOffset="37079.14">24414 2737 686 0,'0'0'926'0,"0"0"-926"0,0 0 7 16,47-87 36 0,-22 84-8-16,5 3-30 0,-1 0-5 15,-2 13 0-15,-1 14-9 16,-11 6 0-16,-2 8 4 15,-9 4 1-15,-4 3-38 16,0 10-76-16,-10 3-117 16,-10 5-248-16</inkml:trace>
  <inkml:trace contextRef="#ctx0" brushRef="#br0" timeOffset="37209.65">24603 3337 1489 0,'0'0'136'0,"0"0"-132"15,0 0-2-15,0 0 20 16,0 0-22-16,0 0-50 16,39-89-204-16,-39 70-742 0</inkml:trace>
  <inkml:trace contextRef="#ctx0" brushRef="#br0" timeOffset="42041.31">19447 4291 1153 0,'0'0'73'16,"0"0"-60"-16,0 0 67 0,0 0-36 15,0 0-44-15,95-29-2 16,-55 29 0-16,-4 0 1 16,-13 5-3-16,-8 9-2 15,-10 5-3-15,-5 3-1 16,0 3 10-16,-7 4 3 15,-16 4 5-15,-4 0 4 16,-3-6 0-16,7-5-6 16,6-10-1-16,8-4-2 15,8-6 5-15,1 0-3 0,0-2-5 16,0 0-6-16,20 0 6 16,6 3 5-16,6 1-3 15,-3 4-2-15,-6 2-5 16,-4 2 2-16,-5 1 3 15,-4 0 0-15,-6 0 10 16,-4-1 13-16,0-1 7 16,0-3 21-16,-8-2 11 15,-11 2-4-15,-6-1-19 16,-5-1-21-16,-2-3-10 16,0-3-8-16,2 0-1 15,-2 0-42-15,-2-9-127 16,-7-8-129-16,-5-6-285 15</inkml:trace>
  <inkml:trace contextRef="#ctx0" brushRef="#br0" timeOffset="43177.14">18942 2657 204 0,'0'0'158'0,"0"0"-104"16,0 0-5-16,0 0 59 16,0 0 8-16,0 0-42 15,-16-21 22-15,16 20 26 0,-1 1-12 16,1-2-21 0,-2 2-25-16,2-1-4 0,0 0 5 15,0 1-8-15,-1-2-9 16,1 2-4-16,0 0-15 15,0 0-10-15,0 0-6 16,-2 0-8-16,2 0-1 16,-1 0-3-16,1 0-1 15,0 0 2-15,0 0-1 16,0 0 1-16,0 0 1 16,0 0 5-16,-2 0 14 15,2-2-1-15,-2 0 0 16,0 1-2-16,-1-2-12 15,0 2 2-15,1-1 5 16,0 0-1-16,1 2-1 0,1-2-3 16,-2 2 2-16,1-2-4 15,-1 1-5-15,-2-1 5 16,3 0-2-16,-1-1-5 16,0 2 3-16,2 1 3 15,0 0 2-15,0-2 1 16,0 2-2-16,0 0 0 15,0 0-3-15,0 0-4 16,0 0-1-16,0 0-5 16,0 0-6-16,0 3 5 15,2 18-9-15,10 14 15 16,5 18 1-16,-1 12 6 0,3 7-1 16,-5 7-2-16,0 4-2 15,-6 4 4-15,-2-4-3 16,-6-8-2-16,0-8 0 15,-2-13 0-15,-10-8 4 16,0-7-3-16,4-8 1 16,-2-3 0-16,0-7-1 15,-2-1-1-15,-5-4 1 16,-3-2-1-16,0-2 2 16,-2-3-2-16,1 0 0 15,-3-3-1-15,3-1-26 16,0 1-41-16,7-3-103 15,2-3-234-15,5 0-404 16</inkml:trace>
  <inkml:trace contextRef="#ctx0" brushRef="#br0" timeOffset="44124.02">17621 4635 670 0,'0'0'198'0,"0"0"-137"0,0 0 93 15,0 0-33 1,5-77-35-16,14 59-49 0,1 3-24 16,3 6-1-16,-1 6 7 15,-2 3-15-15,0 0-4 16,-4 12 1-16,-2 4 0 15,-6 4 4-15,-3 1-5 16,-5 2 7-16,0 0 2 16,0 1-2-16,-15 0 8 15,-4-2-2-15,-3-4-6 16,3-4-1-16,2-3-4 16,5-8 1-16,6-1-1 15,4-2 0-15,2 0 3 16,0 0-4-16,0 0-1 15,0 0-15-15,19 0-4 16,5 0 19-16,8 0-1 16,-2 4-1-16,-1 11 0 0,-4 3-4 15,-3 4 1-15,-5 1 5 16,-6-1 3-16,-6-2 2 16,-5-6 9-16,0 0 6 15,-10-4 16-15,-13 3 40 16,-5-3 4-16,-6-1-41 15,0-5-22-15,5 0-10 16,3-4-2-16,6 0-4 16,4 0-1-16,3 0-1 15,6 0-40-15,5-6-57 16,2-6-71-16,12-7-152 16,12-6-221-16</inkml:trace>
  <inkml:trace contextRef="#ctx0" brushRef="#br0" timeOffset="44625.04">18041 4420 12 0,'0'0'1179'0,"0"0"-1130"16,0 0-44-16,0 0 22 15,0 0 3-15,0 0-30 16,0 30 0-16,0 0 4 15,-10 1 3-15,-2-3-4 16,-3-2 0-16,-2-3 6 0,4-3 1 16,1-5 5-16,6-4-7 15,1-2-5-15,3-2-3 16,2 2 0-16,0 1-8 16,7 1 8-16,14-1 3 15,8 0 14-15,4-4-14 16,4-3 11-16,-4-3-10 15,3 0 3-15,-7 0-1 16,-5-6-5-16,-4-7 5 16,-6 2-1-16,-7-6 4 15,-1 0 2-15,-5-2 20 16,-1-1-8-16,0-1-1 0,-8 3 4 16,-5 1 13-16,-1 7-12 15,6 4 13-15,1 6-7 16,5 0-19-16,1 2-14 15,-1 23-13-15,1 14 10 16,1 13 2-16,0 5 1 16,0 0-1-16,0 0-1 15,0 1-7-15,0 1-120 16,0 0-147-16,0-3-390 16</inkml:trace>
  <inkml:trace contextRef="#ctx0" brushRef="#br0" timeOffset="45810.62">17098 4785 894 0,'0'0'298'0,"0"0"-288"16,0 0 10-16,0 0-17 15,125-30 34-15,-71 30-18 16,-1 0-19-16,-5 0-4 15,-6 4-20-15,-11 7-149 16,-21-2-205-16</inkml:trace>
  <inkml:trace contextRef="#ctx0" brushRef="#br0" timeOffset="45982.9">17029 4940 1079 0,'0'0'143'16,"0"0"-143"-16,0 0-93 16,104 3 93-16,-49 2 0 15,2-2-6-15,-5-3-344 16,-14 0-160-16</inkml:trace>
  <inkml:trace contextRef="#ctx0" brushRef="#br0" timeOffset="46589.17">16626 4890 631 0,'0'0'268'16,"0"0"-257"-16,0 0-4 15,0 0 50-15,3-85 30 16,-3 63-47-16,0-6-23 15,0 1 2-15,-13 2 8 16,-7 2 4-16,-5 3 4 16,-4 7-22-16,-2 7 4 15,-1 6 2-15,-3 6-19 0,3 21 4 16,2 11-4 0,5 9 0-16,6 5 5 0,9 3 8 15,10-3-13-15,0-8-1 16,19-7-5-16,7-12 6 15,-2-8 5-15,3-12 10 16,0-5-6-16,3-9 2 16,4-14-3-16,-4-6-4 15,2-1-1-15,-5-3 3 16,-3 1 0-16,1 1-4 16,-4 8 1-16,-7 6-2 15,-4 7 11-15,-7 9 0 16,3 1-12-16,2 0-11 15,7 11-5-15,8 7 12 16,8 7 1-16,9 3-19 0,11-3-155 16,17-7-161-1,12-7-189-15</inkml:trace>
  <inkml:trace contextRef="#ctx0" brushRef="#br0" timeOffset="47110.43">19942 4427 1158 0,'0'0'87'0,"0"0"-78"16,0 0 5-16,0 0-7 16,121-4-7-16,-63 4-1 15,0 0-61-15,-11 0-279 0,-19 0-370 16</inkml:trace>
  <inkml:trace contextRef="#ctx0" brushRef="#br0" timeOffset="47259.27">19913 4593 1045 0,'0'0'0'0,"0"0"-149"16,105 0 149-16,-36 0 0 16,8-6-216-16,-2-5-285 15</inkml:trace>
  <inkml:trace contextRef="#ctx0" brushRef="#br0" timeOffset="47739.4">20525 4235 582 0,'0'0'432'0,"0"0"-364"0,0 0-12 15,0 0 30-15,0 0-86 16,0 0-7-16,-23 49 7 15,23-8 8-15,1 3-7 16,3-2 12-16,-4-3 23 16,0-4-18-16,0-9-11 15,0-9 8-15,0-4 39 16,0-6-39-16,0-5-7 0,0-2 2 16,0 0-6-16,0 0 3 15,0 0 6-15,2-1 21 16,9-11 2-16,8-6-33 15,4-2-3-15,7 3-23 16,4 3 6-16,2 8-52 16,1 6 49-16,-2 0 14 15,-3 3-9-15,-4 12-9 16,-8 7 16-16,-8 1 7 16,-5 2-1-16,-7-1 1 15,0 0 1-15,-2-5 0 16,-18-2 16-16,-10-6 41 15,-5 2 2-15,-4-5-16 16,3-2-23-16,4-4-11 0,5-2-5 16,5 0-4-16,3 0 0 15,2-6-81-15,3-2-112 16,3 0-211-16</inkml:trace>
  <inkml:trace contextRef="#ctx0" brushRef="#br0" timeOffset="48856.13">16618 5826 618 0,'0'0'221'0,"0"0"-176"0,0 0-21 15,0 0 105-15,0 0-13 16,0-93-45-16,-7 72-21 16,-8 1-6-16,-7 2 11 15,1 3-11-15,-4 6-16 16,0 5-4-16,1 4-14 15,-1 6-10-15,-4 23 5 16,1 13-1-16,1 10-4 16,6 8 5-16,9 0-3 15,12-4 2-15,0-7 0 0,7-10-4 16,12-13 0 0,-2-7 0-16,4-10 1 0,-3-9 1 15,5 0 8-15,2-2-3 16,2-15 4-16,2-7-8 15,-1-7 1-15,1-6-3 16,-3-6-1-16,-3-3-1 16,-4 2 1-16,-6 1 1 15,-7 5 1-15,-6 10 3 16,0 7 0-16,0 9 5 16,0 10 19-16,0 2 4 15,0 0-29-15,0 4-4 16,0 21-9-16,0 11 9 15,0 8 0-15,7 1 0 16,4-1-1-16,2-3-1 0,2-6-11 16,2-5-115-16,6-7-95 15,2-12-189-15,4-11-62 16</inkml:trace>
  <inkml:trace contextRef="#ctx0" brushRef="#br0" timeOffset="49019.72">16957 5888 1066 0,'0'0'155'0,"0"0"-155"16,0 0 0-16,0 0 23 15,100-4 16-15,-51 4-34 16,5 0-5-16,1 0 0 0,-2 0-62 16,-5 0-154-16,-7 0-97 15,-11 0-47-15</inkml:trace>
  <inkml:trace contextRef="#ctx0" brushRef="#br0" timeOffset="49772.65">17436 5728 852 0,'0'0'224'0,"0"0"-181"16,0 0 34-16,0 0-4 16,0 0-26-16,88-55-40 15,-57 56-4-15,-5 20 3 16,-6 8 4-16,-7 7 7 15,-7 3-6-15,-6 3-1 0,-7 1-3 16,-22 0 8-16,-9-2-3 16,-7-5-7-16,-4-7 2 15,4-7-7-15,8-7 6 16,11-11-4-16,7-4-1 16,10 0 9-16,6-10-2 15,3-6-7-15,6-1-1 16,20 1-7-16,11-1 7 15,10 3 0-15,3 1 0 16,4 0-6-16,4 1 3 16,2-1-6-16,-3 1-4 15,-6-3-19-15,-10 0-5 16,-7-2-6-16,-9-1 10 16,-9-1 26-16,-8-3-6 0,-4 1 1 15,-4 2 12-15,0-3 2 16,0 0 8-16,-12 1-1 15,0 3 1-15,6 7 19 16,-1 5-2-16,5 6 20 16,1 0-29-16,-5 4-18 15,0 18-13-15,-1 8 13 16,3 3 3-16,0 2-3 16,4-4 3-16,0-2 2 15,0-6-2-15,0-5 0 16,0-6-2-16,0-8-1 0,0-3 0 15,0-1 0 1,0 0 0-16,0 0-1 0,5-2 1 16,10-10 5-16,8-3-5 15,4 2-14-15,4 3 3 16,-3 4-20-16,0 6 20 16,-8 0 3-16,-1 0 6 15,-4 9 0-15,-7 6-2 16,-3 3 4-16,-5 4 2 15,0-4 18-15,-9 2-2 16,-7-3 15-16,-9 0 1 16,-3-3 9-16,-3-1-24 15,3-3-13-15,8-3-3 16,6-5-3-16,8 0 0 0,6-2-5 16,0 0-99-16,5-4-118 15,20-16-368-15</inkml:trace>
  <inkml:trace contextRef="#ctx0" brushRef="#br0" timeOffset="49938.7">18359 5821 912 0,'0'0'424'0,"0"0"-420"15,0 0 4-15,108-29-7 16,-58 25-1-16,2 4 0 15,-3 0-120-15,-13 0-210 0,-14 0-290 16</inkml:trace>
  <inkml:trace contextRef="#ctx0" brushRef="#br0" timeOffset="50088.67">18407 5944 981 0,'0'0'320'16,"0"0"-320"-16,0 0-23 15,0 0 23-15,112 0 7 16,-45 0-7-16,4-8-170 16,0 0-94-16,-14-1-115 15</inkml:trace>
  <inkml:trace contextRef="#ctx0" brushRef="#br0" timeOffset="50541.22">18970 5659 949 0,'0'0'273'0,"0"0"-223"16,0 0-13-16,0 0 23 15,0 0-17-15,99-59-43 16,-67 62 1-16,-3 13-2 16,-7 2 0-16,-5 4-1 15,-5 0 1-15,-9-4-2 16,-3 4 3-16,0-4 11 15,-6 2-6-15,-11 1 6 16,-1-7-4-16,1 0-1 0,5-7-6 16,5-5 1-16,7-2-1 15,0 0-8-15,0 0-44 16,19 0-5-16,7 0 57 16,6-2 1-16,2 2 0 15,-2 0-1-15,-6 3-1 16,-6 11 1-16,-9 3 6 15,-11 5 16-15,0 4 26 16,-14 0 11-16,-14 2 11 16,-6-4-3-16,-3-4-20 15,4 0-30-15,1-4-10 16,7-3-6-16,6-4-1 0,9-4 0 16,9-5-12-1,1 0-129-15,0-14-84 0,17-19-276 16</inkml:trace>
  <inkml:trace contextRef="#ctx0" brushRef="#br0" timeOffset="50938.71">19465 5621 829 0,'0'0'425'15,"0"0"-410"-15,0 0-10 16,0 0 27-16,0 84 67 15,0-49-70-15,0 0 2 0,7-6-2 16,3-5-12-16,3-7-5 16,2-6-12-16,4-6 2 15,-3-4-2-15,3-1 13 16,-1 0-2-16,-3-12-3 16,-1-8-5-16,-3-4-1 15,-2-5 0-15,-5 0 0 16,0-4 2-16,-4 3-4 15,0 6 5-15,0 7-3 16,0 10 3-16,0 5 33 16,0 2-8-16,0 2-30 15,0 19-6-15,0 13 6 16,2 13 5-16,2 4 1 0,2 4-1 16,-1-3-5-16,3-3-1 15,2-7-1-15,0-4-4 16,2-11-122-16,-1-12-180 15,0-13-413-15</inkml:trace>
  <inkml:trace contextRef="#ctx0" brushRef="#br0" timeOffset="51076.56">19865 5834 1254 0,'0'0'10'16,"0"0"0"-16,0 0-10 15,95-9 0-15,-53 9-5 16,5 0-167-16,-4 0-183 0,-1 0-325 16</inkml:trace>
  <inkml:trace contextRef="#ctx0" brushRef="#br0" timeOffset="51471.72">20418 5611 1150 0,'0'0'103'16,"0"0"-100"-16,0 0 91 15,0 0 34-15,0 0-101 16,0 0-23-16,-77 42 3 0,58-9 39 16,5 4-16-16,1 0-12 15,7-3-10-15,6-2-1 16,0-3-6-16,14-4-2 15,11-4-4-15,5-5 3 16,2-3-2-16,-4-7-23 16,-3-5-1-16,-4-1 10 15,-7 0 9-15,-2-4 5 16,-7-8 4-16,-5-1 8 16,0-4 0-16,-7-2-4 15,-13 3 7-15,-3 1-2 16,0 6-9-16,1 6-2 15,0 3-2-15,5 0-4 0,6 13 0 16,6 3-32 0,5-2-152-16,3-4-153 0,16-9-149 15</inkml:trace>
  <inkml:trace contextRef="#ctx0" brushRef="#br0" timeOffset="51646.61">20721 5742 1169 0,'0'0'252'15,"0"0"-252"-15,0 0-1 16,89-23 1-16,-49 23 0 0,1 0-12 16,-1 12-152-16,-5-6-187 15,-11-3-367-15</inkml:trace>
  <inkml:trace contextRef="#ctx0" brushRef="#br0" timeOffset="51804.9">20826 5874 1463 0,'0'0'0'16,"0"0"-41"-16,0 0 35 15,0 0 5-15,111 9 1 16,-45-9-136-16,0 0-129 15,-4-3-174-15</inkml:trace>
  <inkml:trace contextRef="#ctx0" brushRef="#br0" timeOffset="52505.68">21404 5654 1275 0,'0'0'119'0,"0"0"-112"15,0 0 39-15,94-22 38 16,-52 22-51-16,0 5-29 16,-4 12 0-16,-8 4 1 15,-8 3-5-15,-10 2-3 16,-11-3 1-16,-1 1 2 0,-16 1 15 16,-18 1-7-16,-9 0 3 15,-6-4-5-15,4-3-2 16,10-8-1-16,14-4-1 15,11-5 1-15,10-2-2 16,0 0-1-16,20-2-7 16,16-11 6-16,16-5-10 15,12-1 9-15,5 0-30 16,5-2 0-16,0-1 22 16,-4 0 10-16,-4-1 8 15,-10 3-4-15,-8 3 1 16,-9-2 3-16,-12 5-2 15,-14 1 0-15,-8-2 10 0,-5-1 4 16,0-1 0 0,-10-3-12-16,-8 3 3 0,-2 4-4 15,-2 8-6-15,1 3-1 16,0 2 0-16,1 0-4 16,5 6 2-16,5 6-3 15,5 3-4-15,5 1 2 16,0 4-6-16,10 2 7 15,12 5 4-15,8 1 2 16,3 5 0-16,1 2 0 16,-1 0 3-16,-4 0-3 15,-8-5 0-15,-6-4 0 16,-11-5 0-16,-4-4 0 16,-2-7 9-16,-18-3 7 0,-7-3 20 15,-11-4 9-15,-6 0-15 16,-3 0-6-16,9-13-2 15,10-5-7-15,11-5-9 16,14-2-6-16,3-3-1 16,13 1-4-16,22 1-21 15,10 1-30-15,12 5-31 16,1 0-112-16,-6 1-149 16,-13-2-411-16</inkml:trace>
  <inkml:trace contextRef="#ctx0" brushRef="#br0" timeOffset="53904.11">22129 5307 570 0,'0'0'285'16,"0"0"-280"-16,0 0 6 15,0 0 137-15,-89-49-37 16,71 38-48-16,-4 2-8 16,0 0 19-16,-5-2 22 15,-1 2-44-15,-2 2-7 0,-2 0 5 16,2 2-20-16,0 2-9 16,-1 2-6-16,4 1 5 15,-1 0-9-15,2 0 0 16,3 0-2-16,3 0 2 15,1 0 3-15,2 0 2 16,2 0-5-16,-2 0-1 16,1 2-8-16,-1 5 4 15,-1 0-4-15,-2 6-1 16,0 0-1-16,-2 3 0 16,2 1 3-16,-2 2 0 15,0 3-2-15,-1 1 2 16,1 1 2-16,-1 3-1 15,-1 2 1-15,2 1-4 16,1 3 1-16,0-1-1 0,2 1 1 16,-1-1-1-16,3-3 3 15,-2 4-2-15,4-2 6 16,2-1-6-16,0 1-1 16,5 1 3-16,1 1-1 15,2 4 1-15,3-2 2 16,2 1-4-16,0-1 3 15,0-1-5-15,0-3 3 16,0-3 0-16,3 0 0 16,8-3 0-16,2 0 3 15,4 3-4-15,2-2 0 16,5 0 0-16,1 1 2 0,5-3-2 16,2-1-1-16,6-1 2 15,4 0-1-15,5-3 0 16,3-3 5-16,2-2-6 15,3-3-1-15,2-2 0 16,1-5 1-16,-1-3 0 16,-2-1 5-16,-1 0-6 15,-4 0 2-15,2-10 0 16,0-1-2-16,-1-2 1 16,1-3 1-16,-3 0-2 15,-2-5 0-15,-4-3-2 16,-3-2 2-16,-5 1 0 15,-5 0 2-15,-5-3-1 0,-5 0 1 16,-3-1-2 0,-3 1 3-16,-4 1-2 0,-2-4 2 15,1 3 0-15,-5-4-3 16,0-3-1-16,-4 0 1 16,0-6 3-16,0-1-2 15,-7 0-1-15,-10-5 2 16,-4 2-2-16,-6-1 0 15,-1 1 2-15,-3 1-2 16,-2 3 0-16,-2 5 2 16,-2 6-2-16,0 5-1 15,4 7-1-15,4 3-5 16,6 2-16-16,3 7-30 16,8 2-8-16,9 4-50 0,3 0-199 15,0 0-303-15</inkml:trace>
  <inkml:trace contextRef="#ctx0" brushRef="#br0" timeOffset="55148.76">22443 5623 1052 0,'0'0'161'0,"0"0"-106"0,0 0 13 16,0 0 64-16,48-101-43 15,-16 75-58-15,6-2-17 16,3 3-7-16,-2 5 5 16,-3 2 0-16,-8 5-12 15,-6 5 0-15,-8 5-4 16,-8 2 2-16,-5 1-12 16,-1-2-73-16,4-3-84 15,1-5-19-15,5-7-431 16</inkml:trace>
  <inkml:trace contextRef="#ctx0" brushRef="#br0" timeOffset="55505.41">22951 4985 1287 0,'0'0'73'0,"0"0"-73"16,0 0-10-16,0 0 10 15,0 0 9-15,29 104 5 16,-5-54-10-16,0-1 4 16,-4-8-7-16,-5-8 4 15,-3-9-1-15,-6-8 8 0,-4-9 20 16,0-6 1-16,-2-1 32 16,0 0 15-16,0 0-3 15,3-8-10-15,3-14-19 16,3-13-37-16,5-10-7 15,2-6-2-15,1-5-2 16,-1 4-2-16,-2 4 2 16,-2 12-11-16,-2 13-21 15,-4 13-30-15,-2 7-50 16,1 3-143-16,0 1-128 16,-2 11-39-16</inkml:trace>
  <inkml:trace contextRef="#ctx0" brushRef="#br0" timeOffset="55689">23228 5157 649 0,'0'0'203'0,"0"0"-128"16,-13 105 22-16,10-67-21 15,3 2 20-15,0 4-63 16,0-2-7-16,0-1-9 16,0-5-12-16,0-6-2 15,0-5-1-15,2-5-2 16,1-8-1-16,4-6-87 15,1-6-130-15,4 0-100 16,3-15-215-16</inkml:trace>
  <inkml:trace contextRef="#ctx0" brushRef="#br0" timeOffset="56303.94">23460 5371 997 0,'0'0'81'0,"0"0"-59"16,0 0 142-16,0 0-59 16,-3-78-42-16,3 63-35 15,0 1 15-15,-3 5-3 16,0 4-1-16,-2 2-15 16,2 3 6-16,-2 0-22 15,-2 0-8-15,-3 6-2 16,0 12 1-16,0 6-6 15,7 0 6-15,3 2-4 16,0-3-1-16,10-2 3 16,11-5-2-16,10-7 3 0,3-5 2 15,7-4-2-15,-2 0 2 16,-1-9 0-16,-2-10 0 16,-3-3-6-16,-2-3 1 15,-8 1 5-15,-8 0 2 16,-7 5-1-16,-4-1 7 15,-4 2-8-15,0 1 0 16,-2 5 2-16,-8 2-2 16,2 2 2-16,1 5-2 15,2 3-3-15,0 0 2 16,0 0-8-16,2 5 6 16,-1 11-4-16,4 7-5 0,0 3 6 15,0 2 3-15,10 4-1 16,6-2 3-16,-1 0 1 15,-1 1 1-15,2-6-1 16,-6-4 0-16,-4-6 3 16,-4-8-1-16,0-4 33 15,-2-2 8-15,0-1 1 16,0 0-2-16,-16 0-3 16,-4 0-18-16,-6 0-16 15,-1 0-5-15,-3 0-1 16,0-2-25-16,-5-3-79 15,-2-2-216-15,-8-4-415 16</inkml:trace>
  <inkml:trace contextRef="#ctx0" brushRef="#br0" timeOffset="57770.9">18035 3996 219 0,'0'0'536'16,"0"0"-371"-16,0 0-57 15,0 0 46-15,0 0 4 16,0 0-18-16,0 0-53 16,-59-26-24-16,59 26-25 15,4 0-35-15,30 0 2 0,26 0-1 16,36 4 17 0,37-3 3-16,33-1 0 0,19 0-6 15,15-12-7-15,-8-7-1 16,-17-3 1-16,-27 1-7 15,-35 2 7-15,-33 3-10 16,-33 6-2-16,-22 4 3 16,-15 0-2-16,-6 5 0 15,-4 1-2-15,0 0-9 16,0 0-40-16,-14 17-92 16,-14 13-150-16,-18 8-207 15</inkml:trace>
  <inkml:trace contextRef="#ctx0" brushRef="#br0" timeOffset="59736.82">19191 2707 739 0,'0'0'57'0,"0"0"-56"15,0 0 5-15,0 0 4 16,0 0 58-16,-94-76 0 16,76 61-44-16,-6-7-15 15,-2 1 3-15,-6-3-4 16,-10-5 9-16,-8 2 42 16,-8-3-58-16,-9 3 6 0,-5 0-3 15,0 4 3 1,2 6 15-16,5 3-12 0,6 3 9 15,4 5 3-15,8 5-6 16,4 1-14-16,2 0-2 16,1 15 0-16,-2 9-2 15,-1 9 2-15,-1 9 0 16,2 9 0-16,4 3-1 16,1 6 1-16,2 2-2 15,4 1 2-15,0 10 0 16,8 5 1-16,7 9 1 15,7 6 1-15,8 5-1 16,1 0 0-16,0 0 0 16,14-4-3-16,14-2 1 0,10 1-2 15,18-6 2-15,13-2 7 16,11-10 10-16,5-13-12 16,4-14-4-16,3-11 4 15,5-10 12-15,3-14-14 16,6-13-2-16,-1 0 21 15,-1-20-18-15,-2-11 18 16,-9-9-16-16,-4-8 3 16,-12-11-2-16,-8-8 1 15,-6-10-1-15,-12-10-4 16,-5-8-3-16,-13-9 2 16,-12-11 2-16,-11-10-3 15,-10-6 11-15,0-1-6 0,-19 2-6 16,-11 6 1-1,-14 17-1-15,-8 18 4 0,-11 24-4 16,-5 25-3-16,-5 23-11 16,-8 17-25-16,-13 26-61 15,-14 26-144-15,-13 8-239 16</inkml:trace>
  <inkml:trace contextRef="#ctx0" brushRef="#br1" timeOffset="83964.71">16225 6465 519 0,'0'0'689'0,"0"0"-626"16,0 0-59-16,0 0 8 15,0 0 55-15,0 0 48 16,0 0-52-16,-8-7-29 15,8 5-13-15,0 2 4 16,0 0 10-16,0-1-5 16,1-1-7-16,12 0-4 15,11-4 1-15,10 1-2 0,8 0-2 16,7-1-7-16,10 2 3 16,8-1-7-16,11 1 0 15,8-2 0-15,4-1-2 16,3 0-3-16,4-3-2 15,4-3 2-15,6-3 0 16,2 1-2-16,-2 2 1 16,-2 4 2-16,-5-2-1 15,-10 4 1-15,-11 1 3 16,-15 4-4-16,-17 2 1 16,-11-2 0-16,-7 2 0 15,-8 0-1-15,-4-1 0 16,-5 1-1-16,-6 0 0 0,-2 0-9 15,-4 0-18 1,0 0-30-16,0 0-52 0,-24 0-141 16,-8 0-318-16</inkml:trace>
  <inkml:trace contextRef="#ctx0" brushRef="#br1" timeOffset="91496.89">9089 391 674 0,'0'0'140'16,"0"0"-136"-16,0 0-4 16,0 0 16-16,-34-81 12 15,23 66 34-15,1 0-38 16,-1-1-12-16,-1 3 5 16,-1 4 26-16,1 4-9 15,-2 5-8-15,-2 0-21 16,-4 14-5-16,-5 18-6 15,-2 12 2-15,4 14 4 16,2 6 3-16,7 4 18 16,5 0-2-16,9-2 16 0,0-7 2 15,6-9-14-15,18-12-2 16,6-9-12-16,4-9-7 16,6-10-1-16,1-7 9 15,3-3-2-15,-2-1-6 16,-2-16-2-16,-2-2-9 15,-4-6-11-15,-6-2 12 16,-5 1 1-16,-6 0 7 16,-6 0 2-16,-8 4 3 15,-3 3-3-15,0 8 6 16,0 6 4-16,0 5-9 16,0 0-3-16,0 14-25 0,5 11 23 15,3 8 2-15,4 0 4 16,3-5-2-16,7-8-2 15,-1-5 3-15,4-7-7 16,-3-4 9-16,-7-4-3 16,-4 0-2-16,-10 0 0 15,-1 0 2-15,0 0 8 16,0-12 0-16,-10-3-10 16,-7-4 1-16,-3-4 3 15,0-3 0-15,2 0 4 16,2-2-5-16,7 4 1 15,5 2 6-15,4 2-9 16,6 2-1-16,17 5-14 0,9 3 9 16,4 8-1-16,1 2 4 15,-2 2-1-15,-1 21-4 16,-7 8 1-16,-4 7 4 16,-10 5 2-16,-4-2 2 15,-6-3 5-15,-3-6 6 16,0-6-4-16,0-6-5 15,0-11 3-15,0-2 0 16,0-6 3-16,0-1 5 16,0 0 10-16,0-1 38 15,0-22 6-15,0-14-63 16,0-11-5-16,0-7-1 16,13 4 7-16,2 9-6 15,3 15 1-15,-4 15 6 0,-2 7-8 16,1 5-2-1,2 0-6-15,3 18 2 0,-1 8 1 16,0 5 4-16,0 4 1 16,-1-2 0-16,3 1-3 15,2-8-122-15,7-3-50 16,1-13-182-16,3-10-323 16</inkml:trace>
  <inkml:trace contextRef="#ctx0" brushRef="#br1" timeOffset="92034.37">10109 577 1019 0,'0'0'102'0,"0"0"-91"16,0 0 33-16,0 0 4 0,-98 32-15 16,85-8-16-16,4 1-10 15,4-5 1-15,5-5-8 16,0-4-2-16,0-5 2 15,8-4 4-15,2-2-2 16,2 0 5-16,-2 0 20 16,2-10-15-16,-5-1 2 15,-3-4 0-15,0 0-1 16,-4-1-3-16,0 1 5 16,0 3-6-16,0 4-1 0,0 5 14 15,0 3-22 1,0 5-10-16,0 24-31 0,6 14 41 15,6 18 4-15,0 6-1 16,0 8 1-16,0 1 2 16,-8-3-3-16,-4-1 2 15,0-7 2-15,-4-11 1 16,-17-12 21-16,-6-12 22 16,-4-7 2-16,-6-9-7 15,-2-6-5-15,3-8-18 16,6 0 2-16,5-22-8 15,5-18-4-15,8-12 0 16,7-12-13-16,5-1 0 16,5 1-3-16,20 6-2 15,5 9 4-15,5 4-19 0,4 7 1 16,3 6-14-16,-4 8-37 16,-1 3-36-16,-2 5-46 15,-5 5-126-15,-4 0-157 16,-4 2-149-16</inkml:trace>
  <inkml:trace contextRef="#ctx0" brushRef="#br1" timeOffset="92347.06">10229 665 810 0,'0'0'141'0,"0"0"-1"16,0 0-34-16,0 0-32 0,0 0-59 16,0 0-10-1,90 2 17-15,-57 27 17 0,-3 4-15 16,-5 1-8-16,-9 1-2 15,-6-5-10-15,-6-3-1 16,-4-9 16-16,0-6-11 16,0-8 21-16,-10-3 26 15,-1-1 17-15,-6 0-19 16,-2-12-23-16,3-14-13 16,2-11-14-16,9-4-2 15,5 1-1-15,0 4-4 16,22 5-6-16,5 6-8 15,8 7-39-15,1 4-23 16,3 7-45-16,-1 4-10 16,-1 1-96-16,-3 2-8 0,-4-1-121 15,-4-2-53 1</inkml:trace>
  <inkml:trace contextRef="#ctx0" brushRef="#br1" timeOffset="92680.01">10706 589 233 0,'0'0'296'0,"0"0"-34"15,0 0-72-15,0 0-59 16,0 0-83-16,0 0-4 15,0 62 23-15,0-30-20 16,0-3-9-16,12-1-13 16,3-5-8-16,0-6 2 15,2-5-2-15,-4-6-11 16,1-6 5-16,-1 0-1 16,-3 0 8-16,0-13-1 15,-4-7-1-15,1-4-1 0,-4-5-2 16,0-1 3-16,-3-2 6 15,0 3 9-15,0 8 1 16,0 7-8-16,0 10 11 16,0 4-7-16,0 0-28 15,0 0-1-15,0 19-21 16,4 9 7-16,8 6 15 16,1-1 5-16,3-4-5 15,0-5-8-15,1-3-74 16,-2-6-48-16,0-5-87 15,0-7-101-15,-2-3-162 16</inkml:trace>
  <inkml:trace contextRef="#ctx0" brushRef="#br1" timeOffset="93229.62">11031 617 864 0,'0'0'194'0,"0"0"-99"0,0 0 24 15,0 0-51-15,0 0-64 16,0 0-1-16,18 28 16 15,-8 2 17-15,-3 3-8 16,-2-3-7-16,-3-5-4 16,-1-5 2-16,1-8-10 15,-2-8-3-15,0-4-4 16,0 0 5-16,1 0 17 0,1-4 13 16,0-17 7-1,0-8-39-15,1-4-1 0,0 3 2 16,4 2-6-16,1 12-1 15,2 7 0-15,2 7-10 16,3 2 2-16,3 15-3 16,3 12 4-16,0 3 6 15,3-1 2-15,-3-7 0 16,4-7 1-16,1-9-1 16,2-6-13-16,2 0-14 15,0-19-1-15,-4-8 9 16,-2-5 3-16,-7-1 16 15,-9 0 0-15,-5 0 7 16,-3 1 3-16,0 8 9 16,0 8 9-16,0 7-2 0,-1 7 16 15,-1 2-40-15,1 7-2 16,-1 20-8-16,2 10 8 16,0 3 16-16,0-2-6 15,8-7-1-15,9-11-7 16,2-5 0-16,2-11-2 15,1-4 0-15,1 0-6 16,6-2-42-16,0-12-55 16,2-2-110-16,-1 0-181 15,-1-1-307-15</inkml:trace>
  <inkml:trace contextRef="#ctx0" brushRef="#br1" timeOffset="94365.77">12054 416 1147 0,'0'0'64'15,"0"0"-41"-15,0 0 45 16,0 0 10-16,0 0-78 16,0 0-8-16,-14 88 8 15,14-24 32-15,0 1-5 16,0-3-12-16,0-8 4 0,0-8-7 16,2-11-6-16,-2-11-3 15,0-10 0-15,0-9-2 16,0-2 6-16,0-3 2 15,0 0 16-15,-5-17-2 16,-6-12-13-16,-1-7-7 16,0-8 3-16,4-5 11 15,2-4-14-15,6 2 7 0,0 1-8 16,0 7 1 0,7 9-3-16,3 10 3 15,1 9-3-15,-4 8-1 0,2 6-1 16,1 1-6-16,5 1 1 15,3 23 1-15,4 9 6 16,-2 4 6-16,0 7 2 16,-1-1-3-16,-6-3-2 15,0-3 0-15,-3-9-2 16,-1-9 0-16,-4-7 3 16,-3-4-4-16,-2-7 0 15,1-1 3-15,1 0 6 16,0 0 8-16,3-7 16 15,3-17-4-15,3-13-20 16,1-7-8-16,2-3 2 16,-4 0-1-16,-2 5 1 15,0 4-3-15,1 10 2 0,-2 12-2 16,-2 9 0-16,-4 7 2 16,3 0-2-16,1 0-9 15,6 18-2-15,2 15 6 16,4 7 5-16,-5 5 1 15,0 1 2-15,-4 1-2 16,-1-4 0-16,3 0-2 16,0-8-24-16,0-3-76 15,5-9-55-15,3-9-66 16,4-14-132-16,3 0-159 16</inkml:trace>
  <inkml:trace contextRef="#ctx0" brushRef="#br1" timeOffset="95929.11">12604 627 789 0,'0'0'207'16,"0"0"-86"-16,0 0-23 16,0 0-65-16,0 0 3 15,0 0 22-15,-12 87-28 16,12-64-15-16,4-8-5 16,10-6-10-16,3-5 7 15,5-4 12-15,1 0-1 16,-1-11 19-16,-3-9-8 15,-9-3 26-15,-9-4-1 16,-1-5-9-16,-8 2-19 16,-15 0-15-16,-6 5-4 0,4 7-7 15,7 7-2 1,6 7 0-16,7 4 0 0,0 0-3 16,3 17-23-16,2 8-24 15,0 2-31-15,15-3-32 16,14-4-22-16,7-9 2 15,10-8-17-15,4-3-12 16,1-3 48-16,3-17 52 16,-7 0 64-16,-9-1 49 15,-7 3 47-15,-14 6 19 16,-10 3-19-16,-7 2 21 16,0 1 1-16,-8 5-59 0,-10 1-28 15,-4 0 4 1,-2 20-14-16,1 8 14 0,3 9 8 15,7 3-8-15,8-1-18 16,5-7-5-16,0-7-4 16,12-8-7-16,8-8-1 15,6-9 0-15,7 0 11 16,1-12-2-16,3-13-9 16,-7-4-9-16,-6-4-13 15,-10-4 21-15,-5-1-2 16,-8-5 3-16,-1-4 0 15,0-6 0-15,-14-6 4 16,-5-7 0-16,-1 1 19 16,1 9-6-16,5 20 4 15,5 20 7-15,4 16 15 0,1 6-43 16,1 38-24-16,-1 22 24 16,1 13 7-16,3 3 1 15,0-10-1-15,16-12-4 16,6-9-3-16,4-11 3 15,3-8-3-15,-2-10-2 16,-1-9 2-16,3-7-1 16,-1-6-1-16,2 0-8 15,2-9-27-15,-2-11 7 16,-5-5-4-16,-3-5 0 0,-8-2 19 16,-5 4 9-1,-4 6 6-15,-3 10 3 0,-2 9 9 16,0 3 27-16,0 0-39 15,0 6-3-15,3 15-6 16,1 8 9-16,2-1 16 16,3-5-7-16,-1-6-6 15,4-7 3-15,1-5-5 16,-1-5 8-16,2 0-4 16,0 0 4-16,3-11 4 15,-2-9-6-15,-2-4-1 16,-4-1-1-16,-5-2 0 15,0 3-1-15,-4 3 7 16,0 8-6-16,0 5 6 16,0 6-5-16,0 2-6 0,0 3-4 15,3 18-27 1,6 12 31-16,3 7 7 0,1-2-4 16,2-4-3-16,3-7 2 15,1-10-2-15,2-6-30 16,6-11-17-16,1 0-37 15,3-9-38-15,-1-12 9 16,-7-4-7-16,-3-5 26 16,-8-3 46-16,-7-5 41 15,-5-2 7-15,0-2 55 16,-6-3 29-16,-10-1-4 16,3 7-7-16,3 10-17 0,4 14 33 15,0 13 0 1,5 2-45-16,-1 9-44 0,-2 22-10 15,1 13 10-15,1 4 34 16,2 5-8-16,0-7-8 16,0-5-12-16,0-5 1 15,9-6-5-15,1-9-2 16,3-6 0-16,2-10-17 16,4-3-17-16,4-2-11 15,6-4-38-15,-2-16-31 16,2-3 3-16,-2-3 9 15,-5 1-3-15,-4 5 13 16,-6 6 92-16,-7 8 1 16,0 6 61-16,-2 0 2 15,5 9-31-15,2 11 55 0,3 4-23 16,1-1-20-16,0-6-11 16,-1-8-2-16,1-5 7 15,-1-4 24-15,2 0 21 16,2-19 1-16,-3-5-16 15,-3-3-15-15,-10 1-5 16,-1 2-10-16,0 2-3 16,-15 2-18-16,-2 2-7 15,-1 5-11-15,5 6-2 16,1 5-1-16,0 2-2 0,2 0-38 16,-1 7-22-1,2 8-43-15,1 1-68 0,4 6-58 16,-2-1-151-16,-5 0-57 15</inkml:trace>
  <inkml:trace contextRef="#ctx0" brushRef="#br1" timeOffset="96279">12918 975 1016 0,'0'0'522'0,"0"0"-514"16,0 0-5-16,0 0-3 15,125-7 38-15,-24 7 18 16,21 0-25-16,13 4-23 16,4-3 2-16,-12-1 1 15,-12 0-2-15,-16 2-2 16,-17-1-7-16,-15 0-1 16,-14-1-62-16,-16 0-106 0,-16 0-143 15,-18 0-340-15</inkml:trace>
  <inkml:trace contextRef="#ctx0" brushRef="#br1" timeOffset="96781.71">14607 536 791 0,'0'0'811'0,"0"0"-811"16,0 0-6-16,0 0-4 15,0 0 10-15,0 0 31 16,43 91-3-16,-24-67-7 0,-6-6-3 16,-6-7 12-16,-1-7 4 15,-2-3 1-15,1-1-3 16,15-7 11-16,16-20 16 15,25-15-15-15,14-9-18 16,9-11-13-16,-4-5-4 16,-5-5-4-16,-10 2-3 15,-10 11-2-15,-13 22-14 16,-13 17-32-16,-15 14-28 16,-7 6-28-16,-7 9-190 15,-7 10-494-15</inkml:trace>
  <inkml:trace contextRef="#ctx0" brushRef="#br1" timeOffset="118291.32">16260 6967 971 0,'0'0'214'0,"0"0"-206"15,0 0 3-15,0 0 11 0,0 0 68 16,0 0-40-16,0 0-37 16,0 0-8-16,0 0 10 15,0 0 24-15,0 0-8 16,-1 0-8-16,-3 3-1 15,-6-1 6-15,-8 5-5 16,-9 0 5-16,-4 0-9 16,-5-3-13-16,1 1 15 15,-1-2 8-15,-2-1-13 16,2-2-4-16,3 0 3 16,4 0-8-16,7 0 3 15,5 0-5-15,4-2 3 16,6-2 5-16,1 0-6 15,3 2 2-15,-1-1-8 16,2 1 0-16,2 1 6 0,0 1-6 16,0 0 0-16,0 0-1 15,0 0-1-15,0 0-1 16,0 0-1-16,0 0-1 16,0 0-1-16,0 10-2 15,0 9 7-15,0 9 1 16,0 0-1-16,0 2 1 15,0 1 0-15,0-2-1 16,-3-2 1-16,-1-2-1 16,0-7 0-16,0-5 0 15,3-5 1-15,-1-7 0 16,2 1-1-16,0-2 1 0,0 0 2 16,0 0-1-16,0 0-2 15,0 0-4-15,10-14-1 16,10-1 5-16,9-3 3 15,4 2-2-15,3 4-2 16,5 7-2-16,-1 5-3 16,-4 0 2-16,0 11-1 15,-5 11 3-15,-5 5-2 16,-6 5 3-16,-8-1 0 16,-11 3 1-16,-1-3 0 15,-1 2 2-15,-21-2-1 16,-5 1 0-16,-8-2 3 15,-7-3-1-15,-2-4-2 16,1-5 4-16,3-5-2 16,5-6 1-16,8-4-2 0,9-3 0 15,6 0-2-15,8 0 0 16,3 0-3-16,1 0-32 16,0-3-38-16,10-11-149 15,17-4-81-15,8-9-111 16,4-3-161-16</inkml:trace>
  <inkml:trace contextRef="#ctx0" brushRef="#br1" timeOffset="118928.05">16470 7025 1081 0,'0'0'84'0,"0"0"-79"15,0 0 35-15,0 0 49 16,0 0-57-16,0 0-30 16,0 23-2-16,0 6 42 15,0 3 9-15,-4 4-17 16,-11-1-14-16,-4-1 0 0,-1-2-9 15,-2-4-8 1,1-5 6-16,2-6-7 0,6-7 3 16,3-4 0-16,7-6-1 15,1 0 0-15,2 0-3 16,0 0 1-16,0 0-2 16,0 0-8-16,6 0-6 15,10 1 14-15,9 3 4 16,5-1-3-16,3-3 0 15,2 0-1-15,2 0 0 16,-3 0-11-16,-4 0 2 16,-8 0 1-16,-6-8 3 0,-6-4 5 15,-1-2 0 1,-6-5 2-16,1-1-1 0,-4 1 2 16,0 0 1-16,0 0 0 15,-6 2-1-15,0 6 0 16,-3 4 6-16,4 3 15 15,3 4-7-15,1 0-7 16,1 0-9-16,0 20-1 16,0 11 0-16,0 10 19 15,0 3-12-15,0 1-6 16,0 1-1-16,0 1 1 16,0-1-1-16,0-5 0 15,0-6-9-15,-2-8-64 16,2-8-64-16,0-2-73 15,0-11-182-15,5-6-157 16</inkml:trace>
  <inkml:trace contextRef="#ctx0" brushRef="#br1" timeOffset="119577.67">17028 7291 763 0,'0'0'180'0,"0"0"-169"16,0 0-5-16,0 0 77 16,0 0 11-16,0 0-61 15,77-74-14-15,-70 55 27 16,0-1 32-16,-1-1-25 15,-5-1-9-15,-1-2-4 16,0-1-10-16,-1 3-6 16,-12-1-12-16,-1 4-9 15,-3 2 3-15,-1 7 7 16,-1 2-8-16,1 5 0 16,1 2-3-16,4 1 6 15,-1 0-6-15,1 6-2 16,-2 9-2-16,0 6 1 15,3 0 1-15,6 2-4 16,4-3 2-16,2 2 2 0,0-3 0 16,5 0 1-16,10 1 2 15,6 0-2-15,5-1 0 16,2 0-1-16,5 3 0 16,5-1 0-16,0 0 1 15,-3 2-1-15,-5-1 0 16,-6 0 0-16,-10 0-1 15,-10-1 1-15,-4-2 0 16,-4-1 6-16,-19-2 7 16,-12-2 10-16,-10-1 18 15,-7-9-11-15,-1-3-4 16,4-1-3-16,9-8 7 0,6-21-6 16,16-9-5-1,15-6-14-15,3-1-5 0,18 3-6 16,16 4 5-16,7 3-11 15,8 6-41-15,6 8-57 16,2 1-175-16,-5 3-390 16</inkml:trace>
  <inkml:trace contextRef="#ctx0" brushRef="#br1" timeOffset="122425.06">17683 7199 945 0,'0'0'135'0,"0"0"-121"16,0 0 46-16,0 0 65 16,0 0-35-16,0 0-46 15,0 0-32-15,50-30 2 16,-13 29 15-16,10 1 1 16,11 0-9-16,12 0-9 15,9 0-5-15,1 0-3 16,2 5-2-16,-8-5-2 15,-4 0 1-15,-8 0 0 0,-8 0-1 16,-13 0 1-16,-13-7 0 16,-12 2 0-16,-11 2 1 15,-4 2 3-15,-1-5 5 16,0-1-1-16,-4-2-9 16,-12-3-5-16,-2 0 5 15,-4 0 1-15,-2-1 1 16,1 1 1-16,0 4-1 15,3 0-1-15,8 2 0 16,5 4 2-16,4 2 0 16,3 0 4-16,0 0-6 15,0 0-1-15,0 0-8 0,3 5 6 16,7 9 2 0,0 0 3-16,-1 2-2 0,-1 0-1 15,-3 0-1-15,0 2-68 16,-1 2-113-16,-1 0-49 15,2-5-236-15</inkml:trace>
  <inkml:trace contextRef="#ctx0" brushRef="#br1" timeOffset="123256.64">19256 6865 675 0,'0'0'200'16,"0"0"-192"-16,0 0 11 15,0 0 107-15,0 0 10 16,0 0-61-16,0-1-7 16,0 1 28-16,0 0 9 15,-10 0-28-15,-5 0-33 16,-10 0-24-16,-5 0-11 0,-5 0 5 16,-3 0-4-16,-1 0-4 15,1 0-1-15,8 0 2 16,4 0-2-16,11 0 2 15,7 0-3-15,6 0 1 16,2 0-1-16,0-2 1 16,0 2-5-16,0-1 0 15,0 1-1-15,0 0 1 16,0 0 0-16,0 0 0 16,0 0 0-16,0 0-2 15,0 0-6-15,-1 12 4 16,-3 8 4-16,-3 9 1 15,-1-2 0-15,-2-1 0 0,-2-5 0 16,1-3 2 0,-1-1-3-16,2-6 0 0,1-3 0 15,6-5 1-15,2-1-1 16,1-2 3-16,0 0-3 16,4 0-9-16,17 0 9 15,10-5 2-15,4-1-2 16,6 3-1-16,-3 2-8 15,-3 1 1-15,-3 0 1 16,-5 12 3-16,-5 6 4 16,-4 3-3-16,-7 1 3 15,-4 4 1-15,-7-1-1 0,0 0 4 16,-14-3 7-16,-14-1 2 16,-5-2 1-16,-6-2 3 15,-4-3-6-15,1-2-1 16,6-5-4-16,2-1 0 15,11-2-5-15,7-3 0 16,10-1 0-16,5 0-2 16,1 0-9-16,0 0-34 15,16-11-47-15,14-5-110 16,11-8-28-16,2-2-104 16,-1-4-217-16</inkml:trace>
  <inkml:trace contextRef="#ctx0" brushRef="#br1" timeOffset="123740.35">19441 6832 913 0,'0'0'212'0,"0"0"-184"15,0 0 14-15,0 0 60 16,0 0-42-16,0 0-59 15,0 0 7-15,0 70 41 16,-1-30 6-16,-2 1-29 16,1-4-6-16,2-2-4 15,0-5 1-15,0-8-9 16,13-3-2-16,2-8-2 0,2-4 0 16,2-7-1-16,1 0 0 15,-2 0 4-15,0-7-4 16,0-10-1-16,-5-4-2 15,-2-5-3-15,-4-3 2 16,-5-2 1-16,-2 2 2 16,0 2 0-16,0 6 0 15,-2 7 3-15,-2 9 16 16,1 5 15-16,3 0-6 16,0 0-23-16,-1 12-7 15,-1 16 0-15,0 12 8 16,-1 9 0-16,1 0-4 15,2 3-1-15,0-6-3 0,0-4 0 16,0-4-1-16,0-6-13 16,0-2-38-16,0-7-81 15,0-5-103-15,12-7-153 16,-2-11-354-16</inkml:trace>
  <inkml:trace contextRef="#ctx0" brushRef="#br1" timeOffset="124002.16">19821 7124 991 0,'0'0'313'16,"0"0"-292"-16,0 0-11 15,0 0 9-15,0 0 48 16,131-18-39-16,-71 15-20 16,2-4-3-16,-5 4-5 15,-6-3-1-15,-7 4-58 16,-4-3-89-16,-8-1-80 16,-4-4-163-16</inkml:trace>
  <inkml:trace contextRef="#ctx0" brushRef="#br1" timeOffset="124270.91">20391 6811 1067 0,'0'0'120'0,"0"0"-120"16,0 0 0-16,0 0 46 15,0 89 51-15,9-40-69 16,-3 4-5-16,-2 0 17 16,-2-2-7-16,-2-3-16 0,0-4-15 15,0-8-1-15,0-5-2 16,-2-7-35-16,-6-4-72 16,-1-4-23-16,1-8-149 15,1-8-104-15</inkml:trace>
  <inkml:trace contextRef="#ctx0" brushRef="#br1" timeOffset="124742.8">20639 6883 1114 0,'0'0'167'0,"0"0"-165"0,0 0 18 15,0 0 118-15,0 0-82 16,0 0-48-16,-61 5-3 16,47 17 11-16,-3 10 26 15,-1 9-12-15,4 5 8 16,4 2-13-16,7-1-4 15,3-5-15-15,0-6-4 16,17-6-1-16,6-9 0 16,7-7-1-16,4-8-1 15,0-6-13-15,-3 0-10 0,-5-2 17 16,-6-11 7 0,-7-2 0-16,-7-1 0 0,-6-6 4 15,0 1-3-15,-10-2-1 16,-10 6-1-16,-2 2 0 15,2 6-1-15,2 4 1 16,-1 5-1-16,4 0-8 16,2 0-23-16,2 8-45 15,8 4-79-15,3 1-74 16,0-5-125-16,10-6-190 16</inkml:trace>
  <inkml:trace contextRef="#ctx0" brushRef="#br1" timeOffset="125006.66">21124 6999 1232 0,'0'0'191'0,"0"0"-191"16,0 0 0-16,0 0 25 15,0 0-8-15,104-4-13 16,-59 4-4-16,-4 0-98 0,-7 0-78 16,-9 0-226-16</inkml:trace>
  <inkml:trace contextRef="#ctx0" brushRef="#br1" timeOffset="125173.56">21134 7111 1416 0,'0'0'0'0,"0"0"-60"15,0 0 60-15,0 0 15 16,130 9-15-16,-73-9-184 15,-10 0-227-15</inkml:trace>
  <inkml:trace contextRef="#ctx0" brushRef="#br1" timeOffset="129092.03">21677 6902 964 0,'0'0'134'0,"0"0"-119"16,0 0 20-16,0 0 64 15,0 0-41-15,0 0-29 16,25-85-29-16,-6 81 0 16,-3 2 3-16,3 2-2 15,-3 0-1-15,1 0 0 0,-2 12-2 16,-5 2 1-16,-3 3 0 16,-6 2-4-16,-1 5 3 15,0 1 4-15,-14 2 3 16,-7-1 0-16,1-4-1 15,3-5 0-15,1-5-1 16,3-5 0-16,4-5-2 16,4-2 5-16,5 0 1 15,0 0 1-15,0 0-2 16,2-6-6-16,13-6-8 16,7 0-3-16,2 2 3 15,2 5 7-15,0 5-13 16,2 0 4-16,-2 0 9 15,-4 12-4-15,-5 4 1 16,-7 4 3-16,-7 0-6 16,-3-1 7-16,0 3 8 0,-17-1 9 15,-8-2 5-15,-4-1 13 16,-4-1 5-16,-2 0 3 16,-1 0-12-16,-2-2-2 15,7-2-15-15,3 0-6 16,7-6-6-16,10-2-2 15,4-2 0-15,7-3-6 16,0 0-80-16,0 0-56 16,17-3-83-16,8-12-95 15,5-6-231-15</inkml:trace>
  <inkml:trace contextRef="#ctx0" brushRef="#br1" timeOffset="129690.35">22255 6999 880 0,'0'0'110'0,"0"0"-102"15,0 0 1-15,0 0 98 16,30-78-24-16,-28 65-46 0,-2-2-6 15,0-1 2 1,0-3-6-16,-8-2 11 0,-6-1-6 16,1 5-10-16,-3 3 7 15,-1 4-3-15,2 6-6 16,-2 4-11-16,1 0-4 16,0 0-1-16,1 7-4 15,4 3-1-15,4 5-1 16,2-2-3-16,3 4 0 15,2-1 3-15,0 1-1 16,0 0 2-16,8-1-2 16,9-1 3-16,1 1 0 15,4-2 1-15,5 2 3 16,-1-2-4-16,2 3 0 0,0 1 1 16,-3-1-1-16,-3-1 0 15,-7 0-1-15,-7-3 0 16,-8-1-3-16,0 1 4 15,0 1 7-15,-19 1 5 16,-5 0-1-16,-8-1 15 16,-10-3 9-16,-3-6 12 15,-2-3-11-15,7-2-5 16,8 0-1-16,9-10-2 16,11-7-6-16,9-7-20 15,3-2-2-15,0-4-5 16,21 1-12-16,8 4-31 15,10 2-49-15,3 3-112 16,3 4-131-16,-4 1-515 16</inkml:trace>
  <inkml:trace contextRef="#ctx0" brushRef="#br1" timeOffset="131455.95">22354 6590 611 0,'0'0'192'0,"0"0"-165"15,0 0-22-15,0 0 85 16,0 0 28-16,0 0-30 16,-62-32-52-16,48 25-9 15,-10 1 4-15,-4 0-1 16,-3 1-2-16,-2 0 9 16,-2-1-8-16,3 1-2 15,2 1 1-15,0-4-1 16,0 3-5-16,-2 1-8 0,2 0 1 15,-2 1 3 1,2 2-4-16,0 1-1 0,3 0 2 16,4 0 3-1,6 0-10-15,2 0 0 0,3 4-3 16,-1 3-1-16,-2 3 0 16,-2 2-2-16,2 2 0 15,-2 1 5-15,0 1-3 16,1 4 0-16,-3 1 2 15,1 7 1-15,-2 3 3 16,2 3-2-16,-1 4-1 16,1 0 4-16,3-2-1 0,3-1-3 15,4 0-2 1,3-1 0-16,1-3-3 0,4-2 2 16,0 1 2-16,0 0-6 15,4 0 8-15,8 2-2 16,2-2-3-16,4-2 0 15,-1 2 0-15,4 0-2 16,0-1 2-16,5-4-3 16,0-2 0-16,3-3 5 15,3-3-5-15,3-1 1 16,3-5-1-16,3-2 4 16,4-1 2-16,0-3-4 15,1-2 0-15,1-3 0 16,2 0-1-16,-3 0 0 15,1-3 0-15,-2-11 0 16,0-1 0-16,0 0-1 16,1-3 0-16,-2-3 1 0,-3 0-1 15,-4-4 1-15,-7 3 2 16,-3-5-2-16,-4-2 1 16,-5-4-2-16,-3-3 4 15,-2-1-4-15,-9-4 0 16,-4-1 2-16,0-2-3 15,0-1 2-15,-13-2-1 16,-4 0 0-16,-5 0 1 16,-1 5 0-16,0 4 0 15,-3 9 1-15,3 5-4 16,0 5 2-16,1 5 0 16,2 4-2-16,0 3-1 0,3 3-3 15,4 1-4-15,-1 3-12 16,6 0-11-16,-2 3-21 15,2 11-40-15,2 7-62 16,5 2-1-16,1 2-157 16,0-1-152-16</inkml:trace>
  <inkml:trace contextRef="#ctx0" brushRef="#br1" timeOffset="133310.73">22699 7001 534 0,'0'0'656'16,"0"0"-586"-16,0 0-64 15,0 0 83-15,-4-80 16 16,29 61-60-16,10 0-35 16,10 1-4-16,4 3 3 15,1 4 3-15,-4 0-8 16,-7 5-2-16,-7 1-1 0,-13 2-2 16,-8 2 1-16,-5 1-22 15,-5 0-39-15,1 0-68 16,-1 0-5-16,1-2-56 15,2-3-126-15,2 0-185 16</inkml:trace>
  <inkml:trace contextRef="#ctx0" brushRef="#br1" timeOffset="134139.82">23237 6641 900 0,'0'0'253'0,"0"0"-241"15,0 0-8-15,0 0-1 0,0 0 44 16,0 0 13-16,13 121-19 16,-6-73-22-16,-2-3-6 15,-1-5 1-15,-4-3 5 16,0-9-5-16,0-8-8 16,0-5-4-16,-7-6 8 15,1-5 0-15,2-4 5 16,-1 0 0-16,-2 0 37 15,-5-18-8-15,-1-10-38 16,-1-8-5-16,3-4 7 16,0-3-4-16,7 3 7 15,4 6-2-15,0 10 3 0,0 7 5 16,11 8-12 0,4 6-5-16,5 3 0 0,8 0-7 15,5 11 6-15,5 10-1 16,1 3 2-16,3 3-1 15,-9 2-2-15,-1-2 1 16,-8-3 2-16,-5-6 0 16,-7-5 0-16,-5-5 0 15,-4-5-1-15,-3 0 1 16,0-3 6-16,0 0-1 16,0 0 17-16,0 0 17 15,0-19 2-15,-2-13-27 16,-6-15-9-16,1-11 4 0,4-7-2 15,0 1-5 1,1 10 1-16,0 16-2 0,2 13-1 16,0 13-3-16,0 9-4 15,0 3-16-15,2 0-38 16,16 2-90-16,9 12 7 16,5 8-22-16,0 1-101 15,-5 2-54-15,-8 3 35 16,-9 0-3-16,-8 0 289 15,-2 6 162-15,0 0 29 16,-9 2 56-16,1 2-52 16,1 2-52-16,6 3-36 15,1-2-14-15,0 0-40 16,5-8-10-16,10-6-6 0,3-10-12 16,1-8 7-1,2-9 11-15,5 0 13 0,-3-9 12 16,0-15-20-16,-4-5-12 15,-7-4 3-15,-9-2-8 16,-3 1-14-16,-2-4-5 16,-16 2-10-16,-6 2-2 15,-3 4 0-15,-1 6-43 16,-7 13-62-16,-5 11-129 16,-12 0-202-16</inkml:trace>
  <inkml:trace contextRef="#ctx0" brushRef="#br1" timeOffset="135338.46">16837 7770 149 0,'0'0'842'0,"0"0"-794"16,0 0-42-16,0 0-6 15,0 0 100-15,0 0-24 16,-37-20-76-16,37 32 3 15,7 11-3-15,5 6 32 0,2 6 11 16,5 2-11-16,4 0-4 16,7-3 3-16,9-3-7 15,6-8-4-15,12-7 1 16,8-5-7-16,7-5-5 16,3-6 1-16,4 0-5 15,1 0-5-15,7 0 5 16,3-7-2-16,1 0-2 15,-1-1 6-15,-3 0-3 16,-4-1-1-16,-6 3 2 16,-12-1-3-16,-13 3-1 15,-18 0-2-15,-14 2 1 16,-12 1 0-16,-6 1 0 16,-2 0 0-16,0-1 9 0,0 0 16 15,-3-5 3-15,-14-1-12 16,0-1-16-16,-3-1 2 15,2 1 1-15,1 0-3 16,3 2 1-16,8 3 0 16,1 0-1-16,5 2 3 15,0-1 0-15,0 2 1 16,0 0 6-16,0 0-8 16,0 0-2-16,0 0-6 15,0 5-2-15,0 10 5 16,7 5 2-16,1 4 1 15,2 1-28-15,2-2-82 0,3-2-57 16,2-4-126-16,5-7-209 16</inkml:trace>
  <inkml:trace contextRef="#ctx0" brushRef="#br1" timeOffset="135806.81">18333 7904 1114 0,'0'0'124'0,"0"0"-124"15,0 0 0 1,0 0 12-16,-8 94 54 0,23-55-34 16,-3 2-17-16,-2-4-4 15,-5-3 12-15,-5-1 3 16,0-7 1-16,0-5-12 15,0-5-1-15,-11-8 2 16,1 0 0-16,0-7-2 16,1-1-2-16,0 0-4 15,2-10 7-15,1-14-7 16,-1-8-4-16,4-6-3 16,-1-2 0-16,4 4 1 15,0 0-1-15,4 4 2 16,9 6-1-16,6 2 0 15,0 9-1-15,3 7-2 16,2 6 3-16,-2 2-4 0,1 0 4 16,0 16-2-16,1 4 5 15,-1 4-3-15,-3 2 1 16,-1 0-2-16,-6-1 1 16,-1-1-2-16,-2-2-2 15,-2 0-19-15,1-3-70 16,-1 0-82-16,0-5-53 15,0-2-156-15,1-6 21 16</inkml:trace>
  <inkml:trace contextRef="#ctx0" brushRef="#br1" timeOffset="136353.64">18674 8135 516 0,'0'0'241'0,"0"0"-164"15,0 0 0-15,0 0 49 16,0 0-26-16,0 0-30 15,0 0-17-15,0-30 9 16,0 30-1-16,0 0-18 16,0 0-28-16,0 12-12 15,5 4 13-15,9 4 14 16,2-2-16-16,3-5-6 16,0-3-5-16,0-8 0 15,-2-2 8-15,0 0-4 0,-4-1 0 16,-3-12 1-1,-3-4 14-15,-7-3 4 16,0-1-15-16,-14-2-5 0,-16 2 0 16,-6 1 4-1,-5-2-8-15,1 1 1 0,7 3-3 16,8 5 2-16,12 4-2 16,7 3 0-16,6-1 0 15,0-2-5-15,16-5-12 16,9-3 4-16,6 3 11 15,6-2 1-15,0 4 0 16,1 4 0-16,-1 4 1 16,-3 4 0-16,-1 0 0 15,-1 1 3-15,0 14 2 16,-4 5 4-16,-3 4-7 0,-3 6 5 16,-5 3-1-16,-7 5 10 15,-4-2-5-15,-4 1-4 16,-1-5-4-16,-1-2-3 15,0-5 0-15,0-3 0 16,0-3-12-16,-6-3-56 16,-3-3-93-16,-1-5-68 15,0-7-261-15</inkml:trace>
  <inkml:trace contextRef="#ctx0" brushRef="#br1" timeOffset="136503.51">19114 8064 1318 0,'0'0'153'0,"0"0"-152"16,0 0-1-16,0 0 0 15,89-39-6-15,-49 36-125 16,2-2-101-16,-6-1-153 16,-7-1-299-16</inkml:trace>
  <inkml:trace contextRef="#ctx0" brushRef="#br1" timeOffset="137053.68">19199 7548 915 0,'0'0'157'0,"-117"-63"-123"15,52 39-18-15,-4 4 73 16,-4 2 22-16,-6 6-53 15,-2 8-26-15,-5 4-12 16,1 1 3-16,0 27 3 16,0 12-10-16,1 13-8 15,5 13-5-15,6 9-2 16,5 12 8-16,10 8 2 16,10 8-3-16,15 4-5 15,11 0 4-15,13-6 9 16,9-10-9-16,9-9-1 15,27-11-4-15,13-10 6 0,16-10 1 16,11-5-7-16,11-17-1 16,9-9 2-16,11-14-3 15,11-6 0-15,8-15-1 16,10-18-5-16,3-13-16 16,-4-2-5-16,-3-4 19 15,-9-3-10-15,-13-3 18 16,-17-1 0-16,-19-4 0 15,-23 1 0-15,-20-3-4 16,-18-6 0-16,-13-7 4 16,-7-8-2-16,-23-4 5 15,-15-2-3-15,-13 3 4 16,-15 14-4-16,-10 15 1 0,-6 22-2 16,2 20 0-16,-1 18-5 15,3 8-31-15,6 25-115 16,4 9-127-16,5 8-227 15</inkml:trace>
  <inkml:trace contextRef="#ctx0" brushRef="#br1" timeOffset="164798.66">14701 791 505 0,'0'0'123'0,"0"0"-71"16,0 0 28-16,0 0 24 15,0 0-5-15,0 0-6 16,0 0-40-16,-18-41-8 15,18 41-29-15,0 0-2 16,0 0-9-16,0 19-4 16,11 10 38-16,4 8-3 15,1 4-6-15,1 2-10 16,-2-3-9-16,0-4-1 16,-1-5 1-16,-3-11 3 15,0-4-3-15,-3-8-5 16,-3-4 2-16,-2-4-3 0,1 0 26 15,7-4 39-15,7-27 1 16,14-13-6-16,8-16-39 16,5-9-11-16,6-6-7 15,1 0-5-15,0 6-2 16,-3 11-1-16,-12 20 0 16,-13 18-4-16,-11 12-3 15,-10 8-71-15,-3 0-90 16,0 0-54-16,-5 17-186 15,-21 7 22-15</inkml:trace>
  <inkml:trace contextRef="#ctx0" brushRef="#br1" timeOffset="165181.78">14946 647 893 0,'0'0'198'15,"0"0"-186"-15,0 0-12 16,0 0 0-16,0 0 8 16,47 94 48-16,-28-43 5 15,-5 0-37-15,2-1-1 0,-7-9 1 16,1-10-3-16,-1-5 17 15,-2-9 0-15,-4-8 12 16,-2-5 7-16,-1-4-19 16,2 0 6-16,5 0 1 15,10-27 3-15,15-19-20 16,14-21-21-16,16-16-4 16,7-8-1-16,4-7-2 15,-5-1-15-15,-5 7-47 16,-10 16-67-16,-13 21-102 15,-15 19-170-15</inkml:trace>
  <inkml:trace contextRef="#ctx0" brushRef="#br1" timeOffset="172446.6">11238 8562 1090 0,'0'0'108'0,"0"0"-97"16,0 0 13-16,0 0 68 0,0 0-31 16,0 0-20-16,4-95-33 15,20 75 21-15,7 3-3 16,2 9-4-16,-1 8-10 15,-2 0-10-15,-2 10 0 16,-6 16-1-16,-7 8 8 16,-9 8-5-16,-6 9-4 15,-6 5 17-15,-27 8-13 16,-16 3 3-16,-9-1 1 16,-6-7-4-16,4-12-2 15,6-13 0-15,14-15 2 16,10-10 22-16,10-9 6 0,10 0-4 15,5-9-11 1,5-13-12-16,1-2-5 0,25 1-2 16,4 6 2-16,7 5 2 15,3 8-2-15,3 4-1 16,5 0 1-16,1 11 0 16,-4 11 0-16,-4 1-5 15,-10 1 0-15,-4 2-1 16,-7 1-41-16,-3-4-46 15,-2-2-83-15,-4-7-46 16,1-11-202-16</inkml:trace>
  <inkml:trace contextRef="#ctx0" brushRef="#br1" timeOffset="173172.37">11729 8529 36 0,'0'0'1163'16,"0"0"-1118"-16,0 0-35 16,0 0 6-16,0 0 53 15,0 0-42-15,3-22-27 16,0 22 0-16,-3 11 1 15,0 12 63-15,0 6 0 0,0 7-10 16,0-1-22-16,0 1-7 16,-3-1-7-16,3-3-13 15,0-4-2-15,0 0 3 16,0-7-2-16,0-4-1 16,0-4-2-16,0-6 0 15,0-3 1-15,0-2-2 16,0 0 0-16,0-2 0 15,0 0 4-15,0 0-1 16,0 0 1-16,0 0-1 16,0 0 1-16,0 0-2 15,0 0 1-15,0 0 0 16,0 0-1-16,0 0 0 16,0 0 1-16,0 0 2 15,0 0-5-15,0 0 3 0,0 0 3 16,0 0-6-16,0 1 4 15,0-1-2-15,0 0 1 16,0 0-2-16,0 1 2 16,0-1 0-16,0 0-2 15,0 4-1-15,-3 2 2 16,-4 0 0-16,3-1-1 16,-3 3 3-16,4-1-2 15,0 2 0-15,-3 1-2 16,3 0 2-16,-2 2 0 15,3 3-1-15,1-1-1 16,-1 1 3-16,2 0-3 0,0 1 0 16,0 0 0-1,0 0 0-15,0-1 1 0,0-1-1 16,0-2-1-16,0 0 1 16,2-2 0-16,-1 1-16 15,-1-4-39-15,2-1-70 16,3-1-109-16,-2-5-85 15,1 0-135-15</inkml:trace>
  <inkml:trace contextRef="#ctx0" brushRef="#br1" timeOffset="174197.12">11984 8649 176 0,'0'0'205'0,"0"0"-120"16,0 0 1-16,0 0 65 16,0 0-26-16,0 0-13 15,-2-33 15-15,2 23-56 16,0-4 18-16,0 0-25 15,2-2-21-15,9 1-14 16,4 0-5-16,2 1-5 0,3 6-11 16,1 5-4-1,-5 3-3-15,1 0-1 0,-4 2-11 16,-3 16 11-16,-4 3 5 16,-6 8 7-16,0 2-1 15,0 1-2-15,-14 1 2 16,-5-3-6-16,-3-1 7 15,2-7-5-15,2-5 3 16,4-8 2-16,8-6 1 16,6-3-3-16,0 0 6 15,0 0-3-15,0 0-9 16,6-17-2-16,11 1-4 16,7-1-4-16,3 5 5 0,2 6-6 15,2 6-5 1,-1 0 3-16,-2 8-1 0,-4 16 5 15,-8 4-1-15,-7 5 3 16,-8 2 3-16,-1 0 6 16,-5-2 18-16,-15-5 2 15,-5-1 5-15,-3-2 9 16,-2-5-4-16,-4-2-12 16,2-4-13-16,8-4-4 15,5-5-3-15,6-5-1 16,4 0-3-16,3 0-20 15,6-15-67-15,0-6-76 16,12-4-142-16,14-5-284 16</inkml:trace>
  <inkml:trace contextRef="#ctx0" brushRef="#br1" timeOffset="175496.19">12552 8617 701 0,'0'0'244'0,"0"0"-191"16,0 0 79-16,0 0-20 16,0 0-27-16,0 0-48 15,42-94-9-15,-9 78-5 16,4 6 3-16,-4 7 5 16,-4 3-16-16,-7 7-10 15,-8 18 2-15,-7 10 11 16,-7 8 17-16,0 8-17 0,-21 6 0 15,-11 1-1-15,-12-3-4 16,-2-5 1-16,-3-8 4 16,7-6 2-1,7-12 3-15,14-10 0 0,10-7 7 16,8-7 1-16,3 0-3 16,0 0-17-16,15-7-5 15,17-11 3-15,13-2-3 16,5 5-1-16,4 5-2 15,1 2-3-15,-2 5 0 16,-6 3-2-16,-5 0 1 16,-9 0-3-16,-7 12-12 15,-8 10-24-15,-8 9-50 16,-10 6-183-16,0 4-217 16</inkml:trace>
  <inkml:trace contextRef="#ctx0" brushRef="#br1" timeOffset="177712.45">13343 8755 639 0,'0'0'419'0,"0"0"-349"16,0 0-63-16,0 0 43 0,0 0 78 16,0 0-17-1,-15-17-55-15,15 17-42 0,0 0-14 16,15 0 2-16,15 0 18 15,15 0 5-15,10 0-8 16,11 0 1-16,2 0-10 16,4 0-5-16,-1 0 1 15,-3-2 0-15,-10-1-1 16,-9-1-1-16,-13 0-2 16,-9 2 2-16,-13-2-2 15,-8 3 1-15,-6 1 2 16,0-1 4-16,0-4 8 15,-3-4 11-15,-9-3-9 16,-5-2-17-16,2 4-2 0,2 3 2 16,3 1 1-16,3 1 5 15,4 4 0-15,3 1-2 16,0 0-3-16,0 0-1 16,0 0-3-16,0 0-5 15,0 15-6-15,0 8 10 16,6 6 4-16,7 1-24 15,3-3-68-15,7-2-35 16,4-5-72-16,5-7-161 16,-4-8-253-16</inkml:trace>
  <inkml:trace contextRef="#ctx0" brushRef="#br1" timeOffset="178437.2">14445 8586 819 0,'0'0'206'0,"0"0"-184"0,0 0 13 15,0 0 85-15,0 0-32 16,0 0-61-16,-17 0-21 16,5 0 0-16,-1 1 3 15,1-1 10-15,0 0 11 16,2 0 10-16,2 0-2 15,2-10-9-15,0-6-3 16,5-7-26-16,1 1 0 16,0-2-1-16,3 5-2 15,10 5-4-15,6 2 7 16,-1 7 8-16,4 5-8 0,1 0-9 16,0 1-1-1,-1 19 4-15,-2 8 4 0,-4 5 2 16,-10 8 4-16,-6 4 4 15,0 5 4-15,-10 2-3 16,-13-2-3-16,-8-5 4 16,-3-6-5-16,-1-6 0 15,-3-8 5-15,5-3 8 16,3-7-4-16,7-5-4 16,6-7-6-16,6-3 2 15,2-3 4-15,4-22-6 16,5-9-4-16,0-1-7 15,0 2 4-15,15 4 1 16,5 6 0-16,0 8 0 0,0 6 2 16,5 9-5-1,3 0 0-15,4 18-2 0,2 13 7 16,-3 3 5-16,0 1-5 16,-4 1 3-16,-6-2-3 15,-3-1-3-15,-2-1-14 16,-5-2-61-16,-2-3-73 15,-1-7-64-15,-1-10-176 16,0-10-119-16</inkml:trace>
  <inkml:trace contextRef="#ctx0" brushRef="#br1" timeOffset="178686.11">14727 8574 979 0,'0'0'195'0,"0"0"-195"15,0 0 1-15,0 0 43 16,20 89 67-16,-10-42-55 16,-3 2-27-16,-1-5-9 15,1-4-5-15,-4-3-13 16,-1-2-2-16,-2-2-30 15,0-1-108-15,0-6-96 0,0-7-182 16</inkml:trace>
  <inkml:trace contextRef="#ctx0" brushRef="#br1" timeOffset="179211.65">14834 8577 1150 0,'0'0'90'0,"0"0"-88"15,0 0-2-15,0 0 23 16,0 0 23-16,115-36-35 16,-83 40-11-16,-7 14-4 15,-6 4 4-15,-8 3 3 0,-8 4-2 16,-3-2 14-16,0 0 8 15,-10-2 0-15,-7-2-5 16,-1-7 2-16,4-5-2 16,5-7-4-16,6-3-1 15,3-1-3-15,0 0 7 16,0 0-6-16,0-5-11 16,13-10-18-16,7 0 5 15,5 3 3-15,4 3-17 16,-3 7 7-16,0 2 2 0,-3 0 13 15,-3 18-1-15,-2 4 2 16,-2 3 0-16,-10-1 4 16,-4 2 17-1,-2-2 13-15,0-5 10 0,-18 0-4 16,-7-3 23-16,-5-1 6 16,-2-3-28-16,-2-3-17 15,4-5-9-15,5-4-9 16,3 0 3-16,7 0-5 15,7 0-24-15,4-1-52 16,4-7-73-16,0-1-87 16,15-1-270-16</inkml:trace>
  <inkml:trace contextRef="#ctx0" brushRef="#br1" timeOffset="179565.42">15289 8813 929 0,'0'0'143'0,"0"0"-125"0,0 0 105 15,0 0 10-15,0 0-56 16,0 0-40-16,40-16-15 16,-10 14 6-16,7 2-11 15,0 0-14-15,-2 0-3 16,0 0-7-16,-1 0-63 15,-7 0-150-15,1 0-153 16,-11-7-188-16</inkml:trace>
  <inkml:trace contextRef="#ctx0" brushRef="#br1" timeOffset="180178.23">15716 8463 1018 0,'0'0'164'0,"0"0"-151"16,0 0-4-16,0 0 43 15,0 0-15-15,0 0-32 16,-3 10-5-16,5 8 21 0,-2 3 9 15,0 3 11-15,0 1 0 16,-5 0-10-16,-6 0-9 16,-5 0-2-1,3-4-8-15,1-6-5 0,4-6-5 16,3-4 2-16,4-1-3 16,1-4-1-16,0 0 0 15,0 0-5-15,1 1-12 16,14 2 17-16,7 4 3 15,5-2-2-15,8-1 0 16,3-2-2-16,0-2-1 16,3 0-14-16,-6 0 12 15,-4-2 1-15,-7-7 5 16,-6-1-2-16,-6 0 3 16,-5-4 2-16,-6 1-1 15,-1-1-2-15,0-1 1 0,0-2-1 16,-1 1 1-16,-8-2 2 15,1 5-4-15,2 2 5 16,2 5 13-16,2 4 2 16,2 2 8-16,0 0-22 15,0 5-7-15,0 22-3 16,0 13 3-16,7 9 21 16,-1 3-13-16,0 1-8 15,-1-4 1-15,0 0-1 16,-4-3-36-16,-1-2-114 15,0-3-90-15,0-7-311 16</inkml:trace>
  <inkml:trace contextRef="#ctx0" brushRef="#br1" timeOffset="181628.02">12072 8196 634 0,'0'0'163'0,"0"0"-109"16,0 0 3-16,0 0 4 15,0 0-3-15,0 0 1 16,7-45-7-16,-4 43-14 16,4 2-8-16,5 0-21 15,10 22 16-15,9 11 33 0,11 12 15 16,5 11-45 0,-1 8 3-16,-4 10 5 0,-10 4-10 15,-12 8 3-15,-10 1-10 16,-10-6-9-16,0-5 4 15,-13-10 6-15,-11-8-7 16,-5-5-7-16,-3-3-2 16,2-6-2-16,1-6-2 15,2-2-3-15,4-6-92 16,1-1-107-16,4-8-106 16,6-9-245-16</inkml:trace>
  <inkml:trace contextRef="#ctx0" brushRef="#br1" timeOffset="182655.42">13905 9570 312 0,'0'0'351'15,"0"0"-243"-15,0 0-73 16,0 0 86-16,0 0 40 16,0 0-78-16,3 0-51 15,20 0 13-15,11-5 1 16,7-1-25-16,4 1-11 0,3 1-10 16,-3 1-11-16,-3 0-78 15,-9 1-217-15,-14 1-181 16</inkml:trace>
  <inkml:trace contextRef="#ctx0" brushRef="#br1" timeOffset="182827.57">13928 9684 1299 0,'0'0'0'16,"0"0"-3"-16,0 0-166 0,94 0 169 15,-34 0 9 1,9 0-9-16,-1 0-305 0,0 0-157 16</inkml:trace>
  <inkml:trace contextRef="#ctx0" brushRef="#br1" timeOffset="183462.4">14764 9514 732 0,'0'0'199'16,"0"0"-188"-16,0 0-10 0,0 0 6 15,0 0 41-15,0 0 16 16,-4 34-24-16,-9-31 29 15,-3 0 8-15,-6-1-8 16,0-2-14-16,2 0-5 16,3-3-8-16,4-12-13 15,6-2-8-15,7-3-21 16,0-3 0-16,8 0-5 16,14 4-1-16,7 5 2 15,-3 8-5-15,0 6 3 16,-3 0-4-16,-7 18-1 15,-2 13 1-15,-7 14 10 0,-7 4 6 16,0 4 0 0,-11-1 9-16,-13-1-13 0,-7-1 8 15,-5-5-3-15,-3-5-4 16,-1-9 3-16,3-7-2 16,6-7 12-16,7-11-10 15,9-6 1-15,7 0 3 16,3-24 0-16,5-13-10 15,0-10-5-15,11 2-1 16,11 6-2-16,4 7 6 16,0 13-1-16,-1 9 1 15,-1 8 2-15,1 2 0 16,1 2 8-16,1 16 4 16,0 6 1-16,-3 3-3 15,-5 1-2-15,0-1-7 0,-4 0-1 16,-2-3-3-1,-3-4 0-15,2-2-67 0,-2-6-55 16,5-8-76-16,3-4-125 16,1-13 3-16,-1-15 48 15</inkml:trace>
  <inkml:trace contextRef="#ctx0" brushRef="#br1" timeOffset="183746.91">14963 9706 235 0,'0'0'379'15,"0"0"-150"-15,0 0-70 16,0 0-79-16,0 0-17 15,0 0 43-15,25 92-18 0,-5-51-42 16,4-7-15-16,2-9-8 16,3-10-7-16,1-10-2 15,-1-5 7-15,2-9-2 16,-4-16-4-16,-5-6-3 16,-9 0 3-16,-6 0 15 15,-7-3 1-15,0 1-9 16,-19-3-9-16,-10 2 0 15,-2 4-13-15,0 9 0 16,7 10-3-16,3 7 0 16,7 4-9-16,4 0-30 15,6 9-48-15,4 4-53 16,0-1-85-16,15-6-122 16,8-5-175-16</inkml:trace>
  <inkml:trace contextRef="#ctx0" brushRef="#br1" timeOffset="184296.66">15483 9572 666 0,'0'0'274'0,"0"0"-220"16,0 0-28-16,28-77 98 15,-21 60-11-15,-4 2-40 16,-3 3-35-16,0 1 6 15,-3 5 17-15,-16 3-16 0,-2 3-20 16,-1 0-18 0,-1 3-4-16,2 15 5 0,5 6-4 15,6 5 1-15,3 0-4 16,7-4-1-16,0-3 0 16,13-6 0-16,7-9 0 15,4-4-1-15,-1-3-3 16,0 0-14-16,-4-2 11 15,-4-8-3-15,-3-1 9 16,-3 2 1-16,-8 2 4 16,1-1-1-16,-2 2-1 15,0 2 0-15,0 1 2 16,0 1 2-16,0 2-6 0,0 0 0 16,0 0-11-1,0 18-3-15,8 7 14 0,4 6 1 16,-1 2 0-16,3 0 1 15,-6 1 7-15,1-2 5 16,-8-3-5-16,-1-3 5 16,0-6 6-16,-10 0 25 15,-10-5-6-15,-6-1-17 16,-3-4-10-16,-1-2-3 16,1-4-2-16,1-3-7 15,5-1-1-15,3 0-29 16,4 0-66-16,10 0-148 0,6-4-173 15</inkml:trace>
  <inkml:trace contextRef="#ctx0" brushRef="#br1" timeOffset="187746.58">15929 9732 92 0,'0'0'146'16,"0"0"-86"-16,0 0-6 15,0 0 36-15,0 0 22 16,0 0 24-16,0 0-17 15,-30-1-2-15,28-2-4 16,2 3-26-16,0-2-7 0,0 0-12 16,0 2-3-16,0-1-3 15,0 1-14-15,0-4-12 16,9 0-2-16,16-1-3 16,12-5-12-16,12 3-7 15,13 1-1-15,14-3 3 16,9 0-11-16,10-3-1 15,8-2 9-15,1 0-9 16,-3 1 1-16,-11 2-1 16,-21 7-2-16,-22 0-1 15,-19 4-2-15,-16-2 3 16,-6 2 0-16,-4 0 1 0,-2 0 4 16,0 0-5-1,0-1 11-15,0-5 3 0,-3 2-1 16,-7-3-9-16,-5 0-2 15,-2-1-2-15,1-1 4 16,-3 0-3-16,2 0 0 16,1-1 2-16,2 2-3 15,4 1 2-15,3 7 0 16,6-2-2-16,1 2 5 16,0 0-4-16,0 0-2 15,0 0-4-15,6 15 0 16,11 3 5-16,2 1 6 15,-5 0-5-15,-3-4-1 0,-4-1 0 16,-6 2 0 0,-1 1 0-16,0-1-5 0,-7 0-43 15,-11 1-51-15,-4 1-72 16,-1-3-58-16,5-3-280 16</inkml:trace>
  <inkml:trace contextRef="#ctx0" brushRef="#br1" timeOffset="188779.67">17837 9436 839 0,'0'0'99'16,"0"0"-95"-16,0 0 1 15,0 0 25-15,0 0 53 16,0 0-41-16,-59 39-26 16,37-35-9-16,0-4 1 15,1 0 30-15,-1 0 2 16,4-12-1-16,3-8-12 15,5-7-14-15,10 1-6 0,0-3 5 16,7 5-4-16,11 3 2 16,5 4-9-16,1 8-1 15,4 7 2-15,-1 2-1 16,0 17 0-16,-4 19 3 16,-7 11 10-16,-7 8-1 15,-7 1 17-15,-2 1-14 16,-5-1-9-16,-17-3 0 15,-3-5 14-15,-5-8-7 16,-2-6-6-16,2-10-5 16,1-8 0-16,6-7 3 15,5-7-4-15,6-2 7 0,6-7 1 16,2-22-10-16,4-9-15 16,0-7 10-16,8 1 3 15,13 4 2-15,0 9-1 16,2 11 1-16,-1 9 0 15,0 8 8-15,-3 3-4 16,-1 3 1-16,0 15 3 16,-1 4 1-16,-2 6-5 15,0-3-2-15,-2-1 1 16,-1-3-3-16,1-4-2 16,1-5-66-16,4-6-53 15,4-6-118-15,3 0-75 16,0-22-78-16</inkml:trace>
  <inkml:trace contextRef="#ctx0" brushRef="#br1" timeOffset="189049.18">18044 9562 820 0,'0'0'241'0,"0"0"-234"16,0 0 0-16,0 0 27 16,0 0 40-16,0 0-20 15,92 73-7-15,-62-73-12 16,-3 0 0-16,-4-9-5 15,-9-4-1-15,-9-1 7 16,-5-2 23-16,0-2 13 16,-12-2-33-16,-10 0-12 15,-5-2-4-15,-2 6-20 16,0 4-3-16,6 5 0 0,6 4-2 16,5 3-10-16,9 0-41 15,3 0-54-15,0 13-43 16,10 2 6-16,12-3-201 15,8-3-144-15</inkml:trace>
  <inkml:trace contextRef="#ctx0" brushRef="#br1" timeOffset="189223.39">18465 9506 1253 0,'0'0'160'0,"0"0"-154"16,0 0-1-1,89-36 68-15,-49 29-30 0,4 2-41 16,1 1-2 0,-2 2-23-16,-3-1-98 0,-3-2-102 15,-8-1-250-15</inkml:trace>
  <inkml:trace contextRef="#ctx0" brushRef="#br1" timeOffset="189762.17">18888 9213 970 0,'0'0'160'0,"0"0"-147"16,0 0 4-16,0 0 57 15,0 0-5-15,0 0-32 16,0 7 3-16,-1-7 28 16,1 0-15-16,-2 0-24 15,2 0-17-15,0 0-5 16,0 0-3-16,0 0 2 16,0 0 0-16,0 0 1 15,0 0 3-15,0 0 1 16,0 0 4-16,0 0 2 15,0 2-5-15,0-2-7 16,0 1-5-16,0 5-3 0,0 5-3 16,0 6 6-16,0 4 6 15,0 1 7-15,0 0-12 16,0-3 3-16,3-1 1 16,2 1 0-16,-1 1-2 15,-1-1 2-15,0 2-1 16,1-4 0-16,-2-2-1 15,-1 0-2-15,1-1 1 16,-1-1-2-16,-1 0 0 16,0 3 0-16,0-1-1 15,0 3-18-15,0 0-45 16,0-3-46-16,0 0-58 0,0-3-21 16,0-5-135-1,7-5-66-15</inkml:trace>
  <inkml:trace contextRef="#ctx0" brushRef="#br1" timeOffset="190646.54">19178 9390 706 0,'0'0'285'0,"0"0"-241"16,0 0-38-16,0 0 47 16,0 0 45-16,36-76-54 15,-29 58-22-15,-5 1 8 16,-2 1 16-16,0-1-2 0,0 0 0 15,-3 1-32 1,-9-1-7-16,-5 3 1 0,0 4 13 16,1 6-19-16,-6 4 9 15,2 0 9-15,0 14-14 16,1 6-4-16,7 3 1 16,8 2-1-16,4 1 2 15,0-1-2-15,7-1 0 16,12-1 0-16,5-1 4 15,4 2-3-15,7-2 0 16,1 0 4-16,-2-2-4 16,-2 1-1-16,-10-3 0 15,-7 1-1-15,-13-3 1 16,-2-1 0-16,-7 0 3 0,-18 0 30 16,-8-4-1-16,-7 0-14 15,-1-6 12-15,5-5-3 16,4 0 3-16,8-1-5 15,8-14 0-15,6-3-12 16,6-4-7-16,4-1-6 16,2-1 0-16,18-4-1 15,7 4 1-15,3-2 0 16,3 6-24-16,6 0-40 16,0 3-89-16,5 2-101 15,-4 0-259-15</inkml:trace>
  <inkml:trace contextRef="#ctx0" brushRef="#br1" timeOffset="190807.57">19574 9301 712 0,'0'0'929'0,"0"0"-929"16,0 0-2-16,0 0 2 15,90-29 9-15,-43 29-9 16,0 0-41-16,-4 1-165 15,-12 8-104-15,-15 0-305 16</inkml:trace>
  <inkml:trace contextRef="#ctx0" brushRef="#br1" timeOffset="190960.88">19677 9481 1441 0,'0'0'0'0,"0"0"-5"16,0 0 5-16,0 0 37 15,94-11-37-15,-33 1-7 16,2-3-184-16,-2 0-14 16,-5-2-181-16</inkml:trace>
  <inkml:trace contextRef="#ctx0" brushRef="#br1" timeOffset="191345.1">20271 9217 1470 0,'0'0'62'0,"0"0"-59"0,0 0 31 16,0 0 37-16,0 0-43 15,93-10-23-15,-66 34 0 16,-2 8 11-16,-11 3-5 16,-8 5-7-16,-6 0-4 15,-4 1 0-15,-25-2 2 16,-10-2 7-16,-9-3-5 15,-5-4 3-15,2-9-2 16,11-7 1-16,17-11 15 16,13-3 13-16,10 0 1 15,0-6-15-15,21-13-18 16,15-3-1-16,11-1-1 0,5 6 0 16,0 4 0-16,1 8-1 15,-5 3 1-15,-1 2-5 16,-3 0-7-16,-6 3-17 15,-5 9-21-15,-4 1-37 16,-6 4-89-16,-6-2-157 16,-11-2-348-16</inkml:trace>
  <inkml:trace contextRef="#ctx0" brushRef="#br1" timeOffset="193273.62">20818 9345 816 0,'0'0'190'0,"0"0"-151"16,6-84 14-16,23 45 40 16,9-3 10-16,12-3-29 15,11-2-25-15,6 1-27 0,8-5-6 16,0 4 14-16,0-2-8 16,-5 0 3-16,-4 3-16 15,-13 5-3-15,-13 11 0 16,-14 13 0-16,-16 8-3 15,-7 9-2-15,-3 0-1 16,0 0-2-16,0 0-4 16,0 0-1-16,0 0 4 15,0 0-16-15,0 0-25 16,0 0-26-16,0 11-24 16,-7 7-8-16,-3 4-77 15,-3-1-140-15,1-8-93 16</inkml:trace>
  <inkml:trace contextRef="#ctx0" brushRef="#br1" timeOffset="194060.17">21736 8566 818 0,'0'0'163'0,"0"0"-154"15,0 0-6-15,0 0 24 16,0 0 85-16,0 0-39 16,21 84-44-16,-18-55-5 0,0-5-1 15,-3-6 3 1,0-6-2-16,0-7 11 0,0-4 23 16,-3-1 6-16,-7 0-5 15,-6 0-24-15,-3-4-15 16,1-12-6-16,1-5 8 15,7-4-5-15,0-5-4 16,6 1-8-16,1 7-4 16,3 7 5-16,0 8-5 15,0 3-1-15,0 4-5 16,17 0 2-16,8 4 1 16,5 15 2-16,5 5-1 15,1 6 0-15,0 3-2 16,3 3 3-16,-2 0-6 15,-4-5-17-15,-6-9 9 0,-9-9 1 16,-6-5 13-16,-8-6 1 16,-3-2-1-16,-1 0 8 15,0 0 19-15,0-19 7 16,-5-11-20-16,-2-7-6 16,0-7 14-16,3-6-2 15,-2 1-5-15,3-2-8 16,2 4-6-16,1 11 1 15,0 9-2-15,0 10-4 16,0 10-1-16,0 7-8 16,8 0-29-16,9 6-9 15,6 16 23-15,2 10 4 16,-1 12-13-16,-3 5 9 0,1 5 20 16,-2-3 7-16,0-9 0 15,-2-10 1-15,-6-12 1 16,-4-11 22-16,-4-8 10 15,-2-1 1-15,1 0 16 16,4-18-5-16,-1-7-26 16,0-10-7-16,-6 1 4 15,0-3-2-15,-4 1-5 16,-21 2-5-16,-4 4-3 16,-4 3-1-16,0 7 0 15,5 7-5-15,2 9-15 16,3 4-30-16,6 0-39 15,3 7-67-15,4 5-161 16,3-2-373-16</inkml:trace>
  <inkml:trace contextRef="#ctx0" brushRef="#br1" timeOffset="195591.8">12296 8025 1038 0,'0'0'143'0,"0"0"-141"16,0 0 6-16,-100-20 65 15,66 14 38-15,-2 2-36 16,-5-2-31-16,-4-1 0 16,-3 2-2-16,-4-1-6 15,-5 1-9-15,0 1-7 16,-3 2 0-16,2 2-5 15,0 0 0-15,-3 0 0 16,-1 4 1-16,-2 7-4 16,1 2 3-16,2 0-2 0,2 2-8 15,5 4 2 1,4 4-3-16,5-1-1 0,7 2 0 16,2 2-3-16,4 2 3 15,3 1-2-15,0 6 0 16,4 4 0-16,0 3-1 15,1 3 3-15,4 2 2 16,0 1-4-16,5 0 4 16,4 0 1-16,4 0-4 15,5 1 7-15,2 1-6 16,0 5 0-16,9-3 0 16,9 3 0-16,7-1 1 15,7 4 1-15,4 4-3 16,5 2 2-16,1 1 0 15,-1-3-2-15,6-5 1 0,6-5-1 16,11-8 0-16,10-3 3 16,6-5 2-16,5-6-4 15,3-4-1-15,2-7-2 16,5-5 0-16,2-7 1 16,1-5-1-16,1-2 0 15,-2 0 0-15,-2-16 3 16,-6-3-3-16,-7-3 2 15,-2-5-1-15,-4-3 2 16,-3-3-1-16,-4 2 1 16,-11 3-1-16,-3 0-2 15,-6-1-1-15,-4-2 1 0,-3 0 0 16,-4 0 0 0,-1-4 0-16,-7-2 0 0,-2-1 1 15,-4-6 0-15,-6-3 0 16,-3-8 0-16,-5-8-1 15,-5-11 1-15,-5-8-2 16,0 2 1-16,-15-2 0 16,-13 3 2-16,-9 3-2 15,-6 5 1-15,-6 7-2 16,-1 13 3-16,-2 10 1 16,0 13 0-16,0 5-3 15,0 6 2-15,2 6-2 16,5 3-5-16,2 8-16 15,-1 0-21-15,-1 26-5 16,0 20-19-16,-4 16-61 0,1 14-118 16,-2 6-150-16,-2 3-205 15</inkml:trace>
  <inkml:trace contextRef="#ctx0" brushRef="#br1" timeOffset="196443.05">11554 9229 651 0,'0'0'366'0,"0"0"-265"0,0 0-81 16,0 0 70-16,0 0-31 15,0 0-42-15,-15 70 90 16,32-4-36-16,1 5-32 16,4 1-9-16,-3 0 6 15,3-3-14-15,1-4-4 16,-4-7-4-16,1-4-9 15,-4-10-3-15,-5-8 2 16,-6-10-3-16,-5-11 3 16,0-6 2-16,0-5 11 15,-9-4 8-15,-8 0-8 0,-7 0-8 16,-1-21-6-16,-3-7 3 16,-2-8-4-16,-1 0 0 15,0 1-1-15,4 5 3 16,5 9 8-16,7 9 1 15,6 6-1-15,8 5-8 16,1 1-4-16,0 0-7 16,20 1 7-16,9 15 0 15,2 5 3-15,4 4-3 16,0-2 1-16,3-3-1 16,-4-3 0-16,1-10-1 15,-6-4-4-15,-7-3-6 16,-9 0-5-16,-5-1 9 0,-4-15 7 15,-4-3 0 1,0-3 0-16,0-2 3 0,-9 0 1 16,-3-2-3-16,2 6 3 15,3 7 2-15,1 6 9 16,3 5-9-16,3 2-6 16,0 0-1-16,0 7-7 15,0 17 7-15,5 13 0 16,3 4-31-16,2 7-38 15,3 2-91-15,3-3-105 16,2-8-176-16</inkml:trace>
  <inkml:trace contextRef="#ctx0" brushRef="#br1" timeOffset="197257.96">11974 9885 1089 0,'0'0'182'15,"0"0"-171"-15,0 0 1 16,0 0 121-16,0 113-28 16,4-54-49-16,5 0-26 15,-4-2-12-15,-2-9-2 16,-3-6-1-16,0-9-7 16,-1-11-1-16,-9-10-4 15,-2-8-2-15,1-4 8 16,0-9 2-16,1-20-2 15,3-9-8-15,3-10 0 0,4-8-1 16,0 1 0-16,3 7-2 16,13 10 2-16,4 17 1 15,6 15-1-15,3 6 0 16,5 14 1-16,6 14 3 16,2 5 5-16,-2 3-6 15,1-6-3-15,-8-3 1 16,-5-7-1-16,-4-7-1 15,-11-6-14-15,-4-1-5 16,-6-6-3-16,-3 0 3 16,0 0 16-16,0-8 3 15,0-11-6-15,-9-9 6 0,1-10 0 16,-2-14 2 0,0-8-1-16,-5-3 10 0,2 6 16 15,1 10 5-15,2 12 7 16,4 14-8-16,2 11-5 15,4 5-8-15,0 5-9 16,0 11-8-16,0 18-2 16,11 11 2-16,1 8 0 15,0-1-2-15,1-4-14 16,1-5-24-16,1-9-27 16,2-10-65-16,-1-7-104 15,1-10 36-15,-4-2 46 16,-3 0 138-16,-5 0 16 15,-1 0 75-15,-1 3 54 16,0 13-22-16,5 10 36 0,6 5-40 16,1-2-33-16,1-4-34 15,3-7-13-15,0-9-10 16,2-9-1-16,0 0-1 16,-4-16 17-16,-1-11 8 15,-8-5 3-15,-6-2-7 16,-2 1 0-16,-4 1-6 15,-14 2-11-15,-3 2-10 16,-5 7-5-16,1 4 0 16,2 12-7-16,0 5-13 0,1 18-25 15,3 14-23 1,2 3-67-16,6-2-183 0,-4-6-226 16</inkml:trace>
  <inkml:trace contextRef="#ctx0" brushRef="#br0" timeOffset="-210176.57">5938 5575 482 0,'0'0'163'0,"0"0"-85"0,0 0-1 15,0 0 24-15,0 0-1 16,0 0-20-16,0 0-24 16,-5-60-16-16,20 41-23 15,7-1 11-15,3 2-14 16,1 3-6-16,2 5 0 15,-2 4-8-15,1 6 5 16,-4 0-5-16,-1 11 1 16,-5 11 6-16,-7 7-5 15,-4 4 3-15,-6 2 3 16,0 1-3-16,-1-2 2 16,-16-3 0-16,-3-3-1 0,0-5 2 15,0-5-3-15,5-6 0 16,3-6 1-16,7-3 0 15,2-3-1-15,3 0 8 16,0 0 8-16,0 0 8 16,0-8-17-16,5-4-12 15,10-1 0-15,2 3-14 16,4 3 6-16,4 7 2 16,2 0-7-16,2 3 12 15,-3 17-5-15,1 4 3 16,-3 3-5-16,-6 2 6 15,-6-1 2-15,-7-1 0 16,-5-3 4-16,0-1 3 16,-19-3 1-16,-7-2 15 0,-6-2 34 15,-8-2 2-15,-2-3-23 16,-2-3-8-16,4-3-9 16,5-5-6-16,6 0-7 15,8 0-4-15,6 0-2 16,6-3-6-16,8-2-50 15,1-1-88-15,15-4-95 16,16-6-238-16,11-5-94 16</inkml:trace>
  <inkml:trace contextRef="#ctx0" brushRef="#br0" timeOffset="-209742.59">6490 5567 664 0,'0'0'610'16,"0"0"-556"-16,0 0-49 15,0 0 42-15,0 0-16 16,0 0-23-16,97-28 7 16,-62 50-10-16,-8 7-3 15,-9 4-1-15,-10 3 2 16,-8 3 3-16,-3 0 7 0,-23 4-2 15,-10-2 0 1,-6-4-5-16,-1-4 3 0,5-9 2 16,7-9 11-16,10-6 6 15,8-7 1-15,6-2-1 16,7 0 0-16,0 0 7 16,0-11-19-16,18-6-16 15,10 1-4-15,8 3 4 16,2 4 0-16,4 4 0 15,-2 0 0-15,0 4-3 16,-3 1 1-16,-5 0 2 16,-6 0-3-16,-6 0-58 15,-4 3-40-15,-5 4-31 16,-1-1-58-16,-1-3-179 16,-4-3-179-16</inkml:trace>
  <inkml:trace contextRef="#ctx0" brushRef="#br0" timeOffset="-209243.46">6876 5548 800 0,'0'0'335'15,"0"0"-325"-15,0 0-8 16,0 0 3-16,0 0-3 15,0 0 8-15,0 38-5 0,7-12 14 16,-1 2-5 0,-2 0-7-16,-1-2 4 0,0-1 1 15,-1-4 2-15,3-2-9 16,0-6 0-16,2-2-2 16,1-4-2-16,3-4 0 15,0-2 3-15,5-1-3 16,1 0 10-16,-2-11-11 15,1-8 7-15,-5-2-7 16,-3-3 0-16,-1-5 0 16,-4 1 3-16,-3-2-1 15,0 3 0-15,0 5 3 16,0 6 14-16,0 7 12 0,0 5 18 16,-1 2-6-1,-1 2-15-15,2 0-21 0,0 6-7 16,0 22-19-16,0 10 19 15,0 12 7-15,0 1-5 16,0-1-1-16,0-2-1 16,0-3 0-16,0-5 0 15,0-6-5-15,0-5-126 16,0-7-33-16,0-6-221 16,0-8-210-16</inkml:trace>
  <inkml:trace contextRef="#ctx0" brushRef="#br0" timeOffset="-207726.08">7317 5668 715 0,'0'0'130'0,"0"0"-112"0,0 0 110 15,0 0 15-15,0 0-69 16,0 0-29-16,61-72 0 16,-46 48-7-16,-4 1 3 15,-1 2-3-15,-1 2-3 16,-2 1 1-16,-3 1-10 16,1 5-8-16,-3 3-6 15,0 5-1-15,-2 2-6 16,0 2-4-16,0 0-1 15,0 0-11-15,0 11 2 0,0 12 9 16,0 12 5 0,0 10-3-16,0 5 2 0,0 3-1 15,3-1 3-15,4-1-6 16,3-8 5-16,0-7-2 16,-2-8-3-16,0-5 2 15,-2-8-2-15,-3-4 2 16,0-6-1-16,-3 0 0 15,0-1-2-15,0 3 3 16,-13-2 1-16,-4 1 13 16,-3 0-8-16,-1-6 0 15,1 0 3-15,-4 0 18 16,0-4-8-16,3-5-6 0,3 2-7 16,4-1 1-1,8 3 1-15,4 2-1 0,2 2-2 16,0 1-5-16,0-1-2 15,19-3 0-15,19 0 1 16,8-3-1-16,6 5 0 16,3-1-2-16,0 1 2 15,0 1-5-15,3 0-17 16,-5 1-42-16,-5 0-44 16,-6 0-116-16,-10 0-176 15,-13 0-483-15</inkml:trace>
  <inkml:trace contextRef="#ctx0" brushRef="#br0" timeOffset="-203072.17">7919 5629 795 0,'0'0'270'0,"0"0"-230"16,0 0-36-16,0 0 48 15,0 0 60-15,0 0-24 16,0 0-73-16,84-80-8 0,-34 49 24 16,5-2-1-16,-1 1-8 15,-4 5-2-15,-5 6-13 16,-11 9-3-16,-10 4-4 16,-7 7-4-16,-9 1-17 15,-1 0-85-15,-2 1-40 16,0 10-33-16,0-5-192 15,-3-5-276-15</inkml:trace>
  <inkml:trace contextRef="#ctx0" brushRef="#br0" timeOffset="-202494.85">8901 5241 853 0,'0'0'53'16,"0"0"-46"-16,0 0-4 15,0 0 40-15,0 0 18 16,22-79-27-16,-22 66-13 15,0 1 61-15,0 0-32 0,-7 0-28 16,-8 5-10-16,-7 7 31 16,-5 0-31-16,-5 12-4 15,-1 23-1-15,1 12-4 16,6 11-2-16,6 5 4 16,10-2 6-16,10-1 1 15,0-11-9-15,13-8-3 16,8-14 1-16,1-8-2 15,1-8 2-15,-1-10-1 16,0-1 8-16,-2 0-8 16,-1-18-16-16,-3-6-8 15,1-4-3-15,-2-9 2 16,-5-3 12-16,-3-3 13 16,-3-1 2-16,-4 3-1 15,0 8 1-15,0 9 5 0,0 11 11 16,0 9 13-16,0 4-17 15,0 0-14-15,0 23-16 16,0 8 16-16,0 7 0 16,0 1 0-16,3-2 0 15,8-3-8-15,4-5-72 16,2-5-155-16,3-11-161 16</inkml:trace>
  <inkml:trace contextRef="#ctx0" brushRef="#br0" timeOffset="-202317.25">9221 5309 1071 0,'0'0'151'16,"0"0"-151"-16,0 0-62 15,0 0 62-15,89-7 3 16,-54 7-3-16,-1 8-124 15,-11 4-139-15,-8 0-190 16</inkml:trace>
  <inkml:trace contextRef="#ctx0" brushRef="#br0" timeOffset="-202158">9272 5474 954 0,'0'0'216'0,"0"0"-216"0,0 0-26 15,0 0 26-15,0 0 9 16,0 0-9-16,115 11-71 16,-71-11-169-16,-4 0-219 15</inkml:trace>
  <inkml:trace contextRef="#ctx0" brushRef="#br0" timeOffset="-201693.11">9607 5174 1157 0,'0'0'52'0,"0"0"-49"15,0 0 9-15,0 0 20 16,88-64-11-16,-58 64-18 16,-9 0-3-16,-4 17-2 15,-8 5-3-15,-8 4 0 16,-1 1 5-16,0 0 4 15,-10 0 6-15,-7 2 2 16,-2-4-6-16,-1-4-2 16,4-6-2-16,6-7 1 15,7-6-1-15,3 0-2 16,0-2-5-16,0 2-4 0,7-1 9 16,9 1 3-1,6 0-2-15,1 5-1 0,1-1 1 16,-4 3-1-16,-2 3-1 15,-4 0 1-15,-6 0 0 16,-5 1 4-16,-3-2 20 16,0 1 17-16,-4 1 20 15,-17 2 2-15,-3 1-8 16,-4-1-35-16,4-1-16 16,0-4-1-16,6-2-3 15,6-1-1-15,7-5-67 16,5-2-139-16,0-2-110 15,8-22-263-15</inkml:trace>
  <inkml:trace contextRef="#ctx0" brushRef="#br0" timeOffset="-201326.61">10053 5164 1200 0,'0'0'104'0,"0"0"-104"15,0 0 0-15,0 0 35 16,0 0-3-16,88 67-12 16,-69-43-17-16,-9-1-3 15,-9 3-2-15,-1 0 2 16,-7 0 0-16,-23 5 20 16,-8-1-10-16,-8 0-5 0,-3-5 3 15,8-10-3-15,10-6-1 16,10-9 4-16,14 0 5 15,5 0 30-15,2 0-3 16,0 0-16-16,16-2-18 16,18-5 2-16,8-3-6 15,3 3-2-15,3 2 0 16,-3 3 0-16,0 2-1 16,-3 0-1-16,-7 0-7 15,-1 0-50-15,-7 0-65 16,-6 0-30-16,0 0-121 15,-7-4-209-15</inkml:trace>
  <inkml:trace contextRef="#ctx0" brushRef="#br0" timeOffset="-200959.84">10410 5158 181 0,'0'0'952'0,"0"0"-931"16,0 0-6-16,0 0-15 15,0 0 70-15,-11 77-23 16,28-53-13-16,0-5-17 16,4-3 3-16,-1-8-7 15,-2-3-2-15,1-5-6 16,-1 0 8-16,-1 0 1 16,-2-12-4-16,-4-5-1 0,-2-3 0 15,-8-6-1-15,-1-4 0 16,0-3 1-16,-4 0-6 15,-8 6 9-15,4 9 16 16,1 11 4-16,2 5 9 16,5 2-25-16,0 9-16 15,0 21-11-15,0 15 11 16,0 10 2-16,0 6-2 16,0 0-1-16,0 2 1 15,1-1-78-15,-1-6-142 16,0-5-195-16</inkml:trace>
  <inkml:trace contextRef="#ctx0" brushRef="#br0" timeOffset="-200178.63">8946 5818 760 0,'0'0'85'0,"0"0"-80"0,0 0 35 16,0 0 33-16,0 0-10 15,-23 109 13-15,23-54-28 16,0 2 1-16,7-7-11 16,2-4-3-16,-2-10-8 15,-1-8-7-15,-2-11-8 16,-1-8 1-16,-3-7-1 15,0-2-2-15,0 0 6 16,0 0 41-16,0-2 15 16,0-18-32-16,0-5-34 15,0-4-4-15,0-1-2 16,0 2 0-16,5 3 0 0,15 6-10 16,4 6-1-16,4 9 2 15,1 4-8-15,2 0 11 16,-3 16 1-16,-1 4 3 15,-5 5-1-15,-9-1 1 16,-6-2 2-16,-5 1 2 16,-2-5-1-16,0-2 4 15,-17-1 4-15,-10-1 4 16,-6-2 1-16,-2-2-7 16,0-1-1-16,4-1-3 15,8-2-3-15,7-5 0 16,7-1 0-16,8 0-11 0,1 0-108 15,8-12-81 1,19-12-466-16</inkml:trace>
  <inkml:trace contextRef="#ctx0" brushRef="#br0" timeOffset="-200028.14">9428 6056 877 0,'0'0'379'0,"0"0"-379"15,0 0 5-15,0 0-5 16,86-3 11-16,-55 3-11 16,-3 0-41-16,-10 3-183 15,-13 5-270-15</inkml:trace>
  <inkml:trace contextRef="#ctx0" brushRef="#br0" timeOffset="-199862.44">9369 6233 1229 0,'0'0'0'0,"0"0"-23"16,0 0 23-16,112-4 8 15,-55-1-8-15,8-5-89 16,-2 1-120-16,-7-3-121 16,-8 2-130-16</inkml:trace>
  <inkml:trace contextRef="#ctx0" brushRef="#br0" timeOffset="-199676.12">9875 5957 939 0,'0'0'102'0,"0"0"-53"16,0 0 94-16,0 0-57 16,0 0-82-16,0 0 3 15,2 67 28-15,5-21-6 16,-4 3-19-16,-3 4-8 15,0 2-2-15,0 0-29 16,-3-4-139-16,-9-10-312 16</inkml:trace>
  <inkml:trace contextRef="#ctx0" brushRef="#br0" timeOffset="-198544.28">11285 5877 806 0,'0'0'160'16,"0"0"-148"-16,0 0 3 15,0 0 75-15,0 0-1 16,0 0-64-16,40-36 6 16,-32 23 23-16,-5-1 0 15,-3 1 6-15,0-1-27 16,0 1 0-16,-6 0 0 0,-7 3-18 16,-6 1-15-16,-3 4 0 15,-1 5 0-15,-5 0 7 16,-3 14-7-1,-1 16-1-15,5 10 0 0,1 9-3 16,10 6 3-16,6 1 1 16,10-2 0-16,0-11 2 15,13-8-2-15,12-10 1 16,3-9 2-16,4-6-2 16,0-5 5-16,0-5-6 15,-1 0-3-15,0-13-14 16,-5-7-17-16,-3-6-5 0,-4-4 27 15,-4-4-5 1,-7-3 6-16,-2 2 11 0,-6 0 4 16,0 4 1-16,0 6 7 15,0 9 8-15,0 8 8 16,0 8 4-16,0 0-32 16,0 3-7-16,0 15-13 15,1 8 20-15,8 1 4 16,-1 1-2-16,2-5-2 15,4-2-69-15,0-3-88 16,5-2-108-16,-1-11-254 16</inkml:trace>
  <inkml:trace contextRef="#ctx0" brushRef="#br0" timeOffset="-198385.89">11612 5984 390 0,'0'0'896'16,"0"0"-839"-16,0 0-52 15,0 0 29-15,0 0 28 16,96-26-28-16,-54 23-31 16,1 0-3-16,-3 2-20 15,-3-1-128-15,-4 1-86 16,-7-1-255-16</inkml:trace>
  <inkml:trace contextRef="#ctx0" brushRef="#br0" timeOffset="-197662.69">11952 5861 981 0,'0'0'213'0,"0"0"-196"0,0 0-6 15,0 0 52-15,113-35 7 16,-67 35-42-16,-3 0-18 16,-6 13-8-16,-14 3-2 15,-11 0-2-15,-11 3-7 16,-1 1 9-16,-21 4 7 15,-16 3 3-15,-8-1 1 16,-2-2-8-16,6-6-1 16,9-7-1-16,12-7 0 15,11-2 2-15,9-2 0 0,0 0-3 16,15 0-20 0,15 0 20-16,12-7 2 15,7-1 0-15,4-3-2 0,6-4-2 16,4-2-16-16,1-3-7 15,-8-2 0-15,-9 3-12 16,-13 0 25-16,-15 2 3 16,-8-2-9-16,-9 2 16 15,-2 0 0-15,0 0 2 16,-14 0 0-16,-2 0-1 16,-5 0 1-16,4 4 0 15,4 4 10-15,5 6 0 16,5 3-3-16,0 0-7 15,1 18-3-15,0 9 3 0,2 6 11 16,0 2 3-16,0-3-3 16,0-5-3-16,0 0-3 15,0-9-2-15,2-6-2 16,-2-7 1-16,2-3-1 16,-1-2 0-16,2 0 4 15,4-2-5-15,5-9-4 16,3-5-8-16,3 3 5 15,5 2-19-15,1 6 8 16,1 5 8-16,0 0 9 16,-2 1-2-16,-2 17 3 15,-8 4 8-15,-5 4 25 16,-8-1-9-16,0-1-5 16,-11-7 30-16,-11-2-6 0,-3-2 17 15,-4-6-7 1,-1-1-34-16,2-5-15 0,4-1-3 15,8 0-1-15,7 0-39 16,9-13-156-16,0-11-303 16</inkml:trace>
  <inkml:trace contextRef="#ctx0" brushRef="#br0" timeOffset="-197500.39">12903 5893 1309 0,'0'0'118'0,"0"0"-118"16,0 0 0-16,0 0 6 15,115 0-6-15,-73 0-16 16,-1 0-170-16,-14 0-243 16</inkml:trace>
  <inkml:trace contextRef="#ctx0" brushRef="#br0" timeOffset="-197295.88">12798 6143 1173 0,'0'0'0'0,"0"0"-57"0,132-5 57 15,-74-6 0-15,0-3-215 16,-12-2-294-16</inkml:trace>
  <inkml:trace contextRef="#ctx0" brushRef="#br0" timeOffset="-196196.19">13260 5788 718 0,'0'0'189'0,"0"0"-132"15,0 0 67-15,0 0 30 16,27-82-50-16,-8 68-27 16,6 7-43-16,4 3-18 15,1 4-3-15,-2 0 2 16,-3 0-7-16,-8 13-8 16,-4 5-4-16,-8 4 2 15,-5 5 0-15,0 4 2 16,-23 2 10-16,-10 1-4 0,-9-1-5 15,0-6 8-15,5-5-7 16,10-11 0-16,13-6 3 16,8-4 0-16,6-1 2 15,0 0-7-15,12 0 0 16,16-10-4-16,10-2-6 16,6 4 3-16,-1 7 1 15,-2 1-25-15,-1 0 16 16,-7 6 10-16,-2 9 1 15,-11 5 1-15,-9 0 0 16,-8 4-3-16,-3 4 3 16,-1-3 3-16,-19 1 22 15,-4-4-1-15,-4-4 1 16,0-3 6-16,-2-5-5 16,2-2-11-16,7-3-7 0,4-3-3 15,6-2-2-15,2 0-5 16,2-2-108-16,6-21-148 15,1-8-302-15</inkml:trace>
  <inkml:trace contextRef="#ctx0" brushRef="#br0" timeOffset="-195596.48">13869 5804 1119 0,'0'0'21'0,"0"0"-13"0,0 0-2 15,0 0 29-15,0 0-12 16,0 0-9-16,16 33-1 16,-16-32 14-16,-4-1 18 15,-9 0 33-15,-2 0-32 16,-1 0-24-16,2-1-4 15,2-13-2-15,3-1-8 16,5 0-6-16,4 2-2 16,0 1-3-16,6 1-1 15,14 4-7-15,3 2 7 0,1 5-11 16,1 0-10 0,-5 1-13-16,-3 17 28 15,-6 10 4-15,-4 5 6 0,-7 6 1 16,0 3 6-1,0 0 10-15,-14-4 2 0,-5-2-1 16,-4-6-7-16,1-6 3 16,-4-5 2-16,3-5 8 15,1-6-4-15,4-3-7 16,5-3-5-16,4-2 2 16,3 0-2-16,4-20 0 15,2-4-8-15,0-1-10 16,3 3-4-16,16 6 10 15,4 5-1-15,1 9-7 16,0 2 7-16,5 0 4 0,-4 11-4 16,1 3 2-16,-2 3 1 15,-2 1 1-15,-2-2-2 16,-5 2-62-16,0-3-42 16,-3 0-46-16,0-4-181 15,-1-5-184-15</inkml:trace>
  <inkml:trace contextRef="#ctx0" brushRef="#br0" timeOffset="-195025.94">14303 5915 966 0,'0'0'250'0,"0"0"-244"0,0 0-6 15,0 0 7-15,0 0 29 16,0 0-22-16,-45 63 0 16,36-63 18-16,1 0 38 15,-4 0-4-15,-1-4-37 16,-1-13 5-16,4-6-6 16,4-3-13-16,6-3-13 15,0 0-2-15,3 4 0 16,15 4-2-16,6 5 0 15,-1 8-3-15,2 8-16 0,-3 0 7 16,0 12 3 0,0 14 9-16,-5 8 1 0,-1 5 1 15,-8 3 0-15,-4-1 5 16,-4-3 8-16,0-1-3 16,-11-4 0-16,-6-6 0 15,-3-6-3-15,1-6 8 16,-1-6 3-16,0-3 6 15,1-4-1-15,3-2-11 16,0 0 2-16,0-13-10 16,2-10-4-16,6-6 1 15,6 0-2-15,2 2-3 0,5 6 0 16,17 6-1-16,4 5-3 16,5 3 3-16,0 7-2 15,4 0 1-15,2 11-3 16,1 9 5-16,3 1 4 15,-4 1-3-15,-4-2 2 16,-5-2-11-16,-4 0-68 16,-4-5-95-16,-8-5-131 15,-9-5-372-15</inkml:trace>
  <inkml:trace contextRef="#ctx0" brushRef="#br0" timeOffset="-192730.41">13784 5472 802 0,'0'0'204'15,"0"0"-157"-15,0 0 30 16,0 0 38-16,0 0-33 0,0 0-28 16,0 0-16-16,2-1-5 15,0 1-4-15,-2 0-8 16,4 0-4-16,6 3-9 15,6 6 12-15,6 4 15 16,6 2-21-16,5 1-6 16,4 3 3-16,1 5-7 15,-1 4 1-15,0 3-3 16,-4 8-2-16,-3 7 0 0,-5 4 2 16,-5 4 4-1,-8 5 8-15,-8 1-8 0,-4 2 6 16,0 1-9-1,-12 3 8-15,-9 1 1 0,-1-3-7 16,-2-7 4-16,2-7 1 16,-1-6-9-16,-4-3 1 15,-3-2 0-15,-2 1-2 16,-1-6-4-16,0-3-45 16,1-7-94-16,-1-11-92 15,-1-7-224-15</inkml:trace>
  <inkml:trace contextRef="#ctx0" brushRef="#br0" timeOffset="-189430.7">14819 5309 1146 0,'0'0'121'0,"0"0"-102"16,0 0 5-16,65-77 57 15,-24 69-30-15,4 8-34 16,-2 0-12-16,-3 17 3 15,-6 8-3-15,-13 3-5 16,-6 2-1-16,-12 2-4 16,-3 4 5-16,-11 1 0 0,-23-1 11 15,-8 0-2-15,-6-5-4 16,-2-8 0-16,8-6-1 16,10-10 2-16,12-3 13 15,12-4 21-15,7 0 7 16,1 0-12-16,0 0-28 15,11 0-6-15,17-7 7 16,13-2-7-16,4 0 0 16,4 3-1-16,-1-1-2 15,2 1-8-15,-2-3-11 16,-1-3 1-16,1-2-1 0,0-3 8 16,-5-7 13-1,-1-1 2-15,-7-1-2 0,-9-1 3 16,-9 2-3-16,-5-1 1 15,-6-1 6-15,-6 0-4 16,0-1 1-16,-6 0-1 16,-11 2 2-16,2 2 3 15,1 7-7-15,0 5 0 16,0 9-1-16,0 3 5 16,-10 4-5-16,-3 19-1 15,1 3-4-15,4 0 5 16,8-3-6-16,11-2 3 15,3 0 2-15,0-1 1 16,13-1 0-16,14-1 0 16,8 0 0-16,6-1 5 0,4 1-5 15,-5 0-1-15,-7 1-1 16,-6-2 2-16,-12 1-4 16,-9 1 2-16,-6-3-3 15,0 2 5-15,-3-2 2 16,-20 1 3-16,-10-2 1 15,-11-1 1-15,-2-6 8 16,-2-3 10-16,7-5-9 16,7 0 3-16,12-2-7 15,12-16 1-15,10-6-8 16,0-6-5-16,21-3 0 16,15 2-1-16,10 2-7 0,-1 6-16 15,1 4-24-15,-4 4-19 16,-2 3-54-16,0-2-47 15,-1 1-71-15,0-4-126 16,-5-3-107-16</inkml:trace>
  <inkml:trace contextRef="#ctx0" brushRef="#br0" timeOffset="-188845.21">15758 5140 402 0,'0'0'374'16,"0"0"-221"-16,-17-94-45 15,-1 62 25-15,-2 3-45 16,-3 1 10-16,-2-1-41 15,-5 4-5-15,-2 1-13 16,-7 1 0-16,-2 4-1 16,-4 6-9-16,-7 5 0 15,0 4-6-15,-1 4-4 0,1 0-7 16,3 4-9-16,4 8-1 16,3 4 5-16,0 2-6 15,0 3 3-15,1 3 1 16,-3 8-1-16,1 6 1 15,-2 5 5-15,3 8-4 16,2 5 6-16,2 3 0 16,3 0 7-16,6 3-10 15,9 3-2-15,11 1-3 16,9 3 3-16,3 0-3 0,18-2-1 16,9-5 0-1,7-7-2-15,5-4 0 0,4-6 0 16,8-6-1-16,5-7 2 15,6-11-1-15,5-8 0 16,3-12-1-16,6-1 0 16,5-13 0-16,1-15-8 15,-3-7 4-15,-7-5-1 16,-10-2 1-16,-11-3 3 16,-12 1 2-16,-14-1 1 15,-10-2-2-15,-13-4 0 16,-5-3 0-16,0-4 0 15,-19 0 0-15,-9 4 2 16,2 6-1-16,1 9 1 16,3 10-2-16,6 12 0 0,2 7-2 15,7 7-1 1,3 3-19-16,4 0-31 0,0 0-55 16,0 0-173-16,0 13-160 15,0 5-34-15</inkml:trace>
  <inkml:trace contextRef="#ctx0" brushRef="#br0" timeOffset="-186631.73">5552 5133 922 0,'0'0'95'0,"0"0"-81"15,0 0-14-15,0 0 17 16,0 0 11-16,0 0-7 15,-4-20-16-15,4 22-5 16,0 17 0-16,0 11 20 16,6 15 2-16,2 15 24 15,0 20 3-15,2 14 8 0,2 12 0 16,3 9-23-16,2-2-15 16,0-2 4-16,-3-9 8 15,-2-8-19-15,-2-11-1 16,-5-8-6-16,-3-12 8 15,-2-10 25-15,0-12-10 16,0-15-22-16,0-15 1 16,0-4 1-16,0-7 2 15,0 0 20-15,0 0 13 16,0 0-6-16,0 0-8 0,0 0 3 16,0 0-9-1,0 0-5-15,0-5-7 0,3-6-10 16,19-2 1-16,17-2-3 15,26 3 1-15,29 5 0 16,29 1 1-16,34 6-1 16,26 0-1-16,17 0-3 15,12 0 4-15,4-1 1 16,-4-11 2-16,-12-1-1 16,-22-1-2-16,-31 2-4 15,-33 3 2-15,-34 3 1 16,-28 4 1-16,-18 2 0 15,-14-1 0-15,-7 0 0 16,-6 0 0-16,-6-1-8 16,1 0-15-16,-2 2-18 0,0-6-25 15,-5-6-62-15,-25-9-288 16</inkml:trace>
  <inkml:trace contextRef="#ctx0" brushRef="#br0" timeOffset="-185731.1">5803 5249 916 0,'0'0'87'0,"0"0"-71"15,0 0 26-15,0 0 83 16,0 0-27-16,0 0-14 16,-42-25-15-16,42 25-18 15,0 0-5-15,0 0-9 16,0 0-9-16,0 0-15 15,25 0-6-15,23 11 27 16,28 1 8-16,21-1-24 16,27-3-2-16,18-1-12 15,20-2 4-15,13-5 0 16,7 0-2-16,-3 0-2 0,-10 0 1 16,-17 0 1-1,-20 0-6-15,-19 0 0 0,-23 0-2 16,-17 0 2-16,-11 0-1 15,-13 0 1-15,-13 0 0 16,-7 0 2-16,-8 0-2 16,-5-2 0-16,-1 0 3 15,-4 2-3-15,-1-1 0 16,-1 1 1-16,-4 0 0 16,-2 0 0-16,1 0 2 15,-3 0-3-15,-1-2 4 16,2 2-1-16,-2 0 4 15,0 0 3-15,0 0-2 16,0 0-7-16,0 0 1 16,0 0 1-16,0 0 1 0,0 0-3 15,0 0 2 1,0 0-1-16,0 0-1 0,0 0-1 16,1 22-1-16,8 16 1 15,1 21 4-15,3 19-3 16,2 15 7-16,0 16 11 15,2 6-1-15,0 1-12 16,0-8-3-16,-4-8-1 16,-2-20 2-16,-2-11-2 15,-4-16-2-15,-1-13-2 16,-4-8 0-16,0-10-35 16,0-7-44-16,-21-10-119 0,-14-5-532 15</inkml:trace>
  <inkml:trace contextRef="#ctx0" brushRef="#br0" timeOffset="-184478.87">5652 5846 628 0,'0'0'254'0,"0"0"-197"0,0 0 36 16,0 0 64-16,0 0-39 16,0 0-30-16,0 0-63 15,-84-9 6-15,43 30 19 16,-8 7 0-16,-6 9-4 15,-8 8 3-15,-6 2-20 16,-4 5-9-16,-2-1 2 16,3-3-10-16,8-1 2 15,12-5 5-15,12-10-7 0,12-3-1 16,8-12-6-16,9-10-5 16,10-5 1-16,1-2 1 15,0 0-2-15,0 0 3 16,0 0-2-16,0 0 5 15,0 0 0-15,0 0 2 16,0 0-4-16,0-6-1 16,0-5 2-16,0-5-5 15,0-6-3-15,5-1 3 16,0-1 0-16,-2 2 1 16,-1 4 0-16,-1 1 1 15,-1 3-1-15,0 0-1 16,0 7 0-16,0 2 0 15,0 5 0-15,0 0 2 16,0 0-2-16,0 0-8 0,0 9 3 16,0 10 5-16,0 3-2 15,0 2 1-15,0 3-1 16,0 0-25-16,0-2-44 16,0-3-115-16,0-10-202 15,-6-6-287-15</inkml:trace>
  <inkml:trace contextRef="#ctx0" brushRef="#br0" timeOffset="-184029.12">3699 6102 879 0,'0'0'136'0,"0"0"-129"15,0 0 4-15,0 0 15 16,0 0-9-16,0 0 29 16,93 22 2-16,-50 3-20 15,-1 6-7-15,-2-3 5 16,-7-1-4-16,-8-4 7 0,-6-5 5 15,-7-9-2 1,-8-5-1-16,-2-2 12 0,-2-2 20 16,0 0 15-16,0 0 2 15,0-17-21-15,0-13-14 16,0-12-40-16,5-5-2 16,-2 0 0-16,1 1-1 15,-1 7 0-15,-1 6-2 16,0 11-4-16,-1 8-1 15,1 9-37-15,2 5-17 16,-1 0-107-16,0 9-100 16,1 15-18-16,-1 6-1 15,-2 1-17-15</inkml:trace>
  <inkml:trace contextRef="#ctx0" brushRef="#br0" timeOffset="-183863.04">4064 6151 462 0,'0'0'248'16,"0"0"-204"-16,-22 102 21 15,14-55 43-15,1-1-2 16,4-1-28-16,1-1-38 16,0-5-29-16,2-1-7 15,0-5-1-15,0-4-3 16,0-7 0-16,2-6-125 16,8-9-200-16,2-7-105 15</inkml:trace>
  <inkml:trace contextRef="#ctx0" brushRef="#br0" timeOffset="-183232.02">4226 6363 862 0,'0'0'123'16,"0"0"-115"-16,0 0-8 15,43-89 125-15,-29 61-66 16,-2-1-22-16,-6 5 35 15,-4 4-4-15,-2 3-7 16,0 7-3-16,0 3-18 16,-5 4-13-16,-3 3-4 15,-1 0-6-15,-1 3-17 0,0 18 0 16,2 11-7-16,3 3 5 16,5 2 0-16,0-5-5 15,7-8 1-15,13-2 4 16,5-8 2-16,2-7 3 15,-1-5 5-15,3-2-5 16,-1-7 4-16,-1-14-7 16,-1-4-5-16,-4-7-14 15,-3-1 9-15,-6 4 8 16,-6 4 2-16,-7 5 4 16,0 3-1-16,0 3 1 15,-6 0 4-15,-5 3-4 16,-1-2 0-16,4 9-1 15,3 1-3-15,2 1-1 16,3 2-1-16,-4 0-4 0,1 3-4 16,0 14 6-16,-3 6 4 15,5 2 0-15,1 4-6 16,0 1 5-16,8 0 1 16,5 3 0-16,3-3 0 15,-3-3 0-15,-1-6 0 16,-2-6 1-16,-4-4-1 15,-2-6 1-15,-4-3 0 16,0-2 3-16,0 0 28 16,-9 0 16-16,-15 0-5 15,-8 2-35-15,-4 1-8 16,1 1-1-16,3-2-1 0,2-1-64 16,4-1-203-16,4 0-171 15</inkml:trace>
  <inkml:trace contextRef="#ctx0" brushRef="#br0" timeOffset="-163244.11">3614 9664 372 0,'0'0'191'0,"0"0"-141"15,0 0-41-15,0 0 55 16,0 0 81-16,0 0 9 16,0 0-33-16,0 0-43 15,-13 8-29-15,13-7-20 16,0-1-8-16,0 6-5 16,0 3-9-16,0 5 5 15,0 5 33-15,3 1-22 16,1 1-3-16,-1-1-4 15,0-1-1-15,-3 0 18 16,0 1-17-16,0-3-1 0,0-2-1 16,0-6-6-1,0-3 1-15,0-3-2 0,0-3-3 16,2 0 7-16,-1 0 8 16,1 0 0-16,2 0 1 15,3 0-8-15,6 0 3 16,10-2-7-16,12-7-2 15,8-4 3-15,11-3-6 16,8-3 2-16,5 1-5 16,0 2 1-16,1 1-2 15,-4-1 2-15,-2 1-1 16,-5 2 0-16,-5-1 1 16,-6 4 0-16,-6 0-1 15,-6 5 2-15,-6 0-1 0,-3 4-1 16,-5 1 0-16,-2 0 1 15,-1 0-1-15,-2 0 0 16,1 0 2-16,-2 0-1 16,3 0-1-16,2 0 1 15,-3 0 1-15,1 0-1 16,1-2-1-16,-4 1 0 16,-2 1-1-16,-2-2 3 15,-4 2 1-15,-1 0 0 16,-1-1 4-16,-4-2 17 15,0-6-3-15,0-8-8 0,0-4-9 16,0-3-3-16,0-1-2 16,-7 7 1-16,0 1-6 15,2 3-32-15,0 7-38 16,5 0-72-16,0 3-186 16,0 2-400-16</inkml:trace>
  <inkml:trace contextRef="#ctx0" brushRef="#br0" timeOffset="-162620.17">5251 9782 981 0,'0'0'182'0,"0"0"-153"15,0 0-22-15,0 0 39 16,0 0 59-16,0 0-10 16,25-19-38-16,22 19 10 0,16 2 5 15,14-1-28-15,7-1-17 16,3 0-4-16,-4 0-8 15,-11-9-6-15,-12 2-4 16,-9 1-4-16,-11 3-1 16,-12 1-3-16,-13 2-3 15,-8 0-52-15,-7 0-56 16,0 9-130-16,-22 9-169 16</inkml:trace>
  <inkml:trace contextRef="#ctx0" brushRef="#br0" timeOffset="-158601.1">8707 12303 203 0,'0'0'702'15,"0"0"-556"-15,0 0-104 16,0 0 9-16,0 0 39 15,0 0-6-15,0 0-19 16,-5-38-12-16,5 36-18 16,3-1-15-16,15 0-7 15,10-8-3-15,8-1 1 16,7-1-6-16,6-1-5 0,5-2-2 16,-1-1-72-1,-6-7-213-15,-14-17-534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53:05.15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5171 5119 1120 0,'0'0'148'16,"0"0"-146"-16,0 0-2 15,0 0 0-15,0 0 10 16,0 0 26-16,0 0-1 15,37-13-3-15,-2-1-15 16,17-5-7-16,9-7 2 16,-1-1-9-16,-6 1-1 0,-12 7-2 15,-13 5 0 1,-10 2-34-16,-4 2-108 0,-11-1-130 16,-4 4-279-16</inkml:trace>
  <inkml:trace contextRef="#ctx0" brushRef="#br0" timeOffset="6702.23">5626 10935 1214 0,'0'0'97'16,"0"0"-30"-16,0 0-67 16,0 0-15-16,0 0 15 15,0 0 27-15,0 0 110 0,0-17-69 16,6 17-56-16,14 0-9 16,10 0 2-16,11 0 11 15,7 0 21-15,11-7-26 16,6-7-6-16,5-2-3 15,-4-4-1-15,0-1-1 16,-7 0-43-16,-6-1-199 16,-10-9-170-16</inkml:trace>
  <inkml:trace contextRef="#ctx0" brushRef="#br0" timeOffset="9185.06">17911 3204 527 0,'0'0'551'0,"0"0"-495"15,0 0-40-15,0 0-1 16,0 0 48-16,0 0 4 15,0-86-24-15,-7 72-7 0,2-1-10 16,-5 0-6-16,-4 0 5 16,-1 0-12-16,-1 3-7 15,-3 4-5-15,-1 5-1 16,0 3 0-16,-3 0-5 16,-1 20 2-16,-1 11-5 15,1 9 6-15,6 7 2 16,9-2-1-16,5-3 1 15,4-9-1-15,0-8-2 16,11-7 3-16,9-6-1 16,4-8 1-16,1-2 0 15,0-2 9-15,-3 0-5 0,-2-12 1 16,-3-3-5 0,-2-3 0-16,-5-3 1 0,-2-2 0 15,-4 0 1-15,-4 0-4 16,0 2 4-16,0 3 2 15,0 4-2-15,0 5 1 16,0 5 1-16,0 4 8 16,0 0-12-16,0 0-3 15,0 0-19-15,0 20 8 16,0 11 14-16,4 12 1 16,5 8 3-16,1 3-4 15,-2 5 3-15,-1-3 0 0,-2-6-2 16,-5-6 1-1,0-10-2-15,0-7 19 16,-9-5 11-16,-5-2 8 0,-6-5-4 16,-1-2-6-16,0-7-14 15,-3-4 1-15,1-2-4 16,-2 0-7-16,-3-12 2 16,0-8-6-16,4 0 0 15,5-4-26-15,7 2-60 16,11-1-33-16,1 3-66 15,18-4-99-15,16 0-120 16</inkml:trace>
  <inkml:trace contextRef="#ctx0" brushRef="#br0" timeOffset="9425.99">18079 3160 971 0,'0'0'156'16,"0"0"-123"-16,0 0 33 16,0 0-32-16,0 0-29 15,0 0-5-15,35 94 40 16,-21-41 3-16,-6 0-31 16,-3-4-9-16,-1-7 3 0,-3-4-5 15,1-8-1 1,-2-4-6-16,0-7-64 0,0-8-123 15,1-11-236-15</inkml:trace>
  <inkml:trace contextRef="#ctx0" brushRef="#br0" timeOffset="9801.15">18287 3140 1283 0,'0'0'30'0,"0"0"-30"15,0 0-6-15,0 0 6 0,0 0 30 16,0 0 14-16,128 13-27 16,-84-11-16-16,-6-2 3 15,-8 0 0-15,-7 0-2 16,-9 0 2-16,-7 0-2 15,-6 0-1-15,-1 0 1 16,0 0 13-16,0 0 32 16,-1 4-19-16,-6 12-25 15,0 13 5-15,-3 11 2 16,-3 8-2-16,1 4-4 16,-1-3-2-16,1-4-2 15,2-2 0-15,-2-3-2 0,4-6-15 16,1-5-168-1,6-10-48-15,1-6-270 0</inkml:trace>
  <inkml:trace contextRef="#ctx0" brushRef="#br0" timeOffset="10284.83">18711 3106 1046 0,'0'0'153'0,"0"0"-140"16,0 0 1-16,0 0 5 0,0 0-7 16,0 0-11-1,4 84 7-15,2-37-2 0,2-2 1 16,1-2-1-16,3-6-1 15,-1-8-2-15,1-8-2 16,1-8 0-16,-1-7 2 16,2-6 3-16,-1 0 2 15,2 0 5-15,0-17-5 16,-2-6-2-16,-1-4 1 16,-4-3-4-16,-3-4 2 0,-3 3 10 15,-2 0 17 1,0 6 4-16,0 9-3 0,0 7-2 15,0 8 30 1,0 1-25-16,0 0-36 0,0 3-10 16,-3 24-4-16,1 13 14 15,-1 10 5-15,-1 3-5 16,3-2 1-16,1-3-1 16,0-3 1-16,0-4-2 15,0-5-35-15,0-7-171 16,0-7-59-16,1-12-269 15</inkml:trace>
  <inkml:trace contextRef="#ctx0" brushRef="#br0" timeOffset="10615.73">19262 3346 395 0,'0'0'193'0,"0"0"-180"16,0 0-10-16,0 0 16 15,0 0-19-15,0 0-13 16,3 0-71-16,1 0-92 16</inkml:trace>
  <inkml:trace contextRef="#ctx0" brushRef="#br0" timeOffset="12401.54">17770 3828 826 0,'0'0'260'15,"0"0"-245"-15,0 0 3 0,0 0 33 16,0 0 23-16,0 0-23 15,0-7-18-15,0 7-8 16,0 0 1-16,0 0-8 16,0 0-3-16,0 0-4 15,0 0 3-15,0 0-9 16,0 0-3-16,0 0-1 16,2 5 0-16,6 10 4 15,5 4 23-15,2 6-1 16,4 3-15-16,1 1 5 15,2-1-9-15,1 1 3 16,2-4-10-16,3 1 9 16,0-3-3-16,1-4 8 15,1-5-4-15,1-4-3 16,-3-4 4-16,0-4 7 0,-1-2-3 16,1 0-4-16,1-8 1 15,3-11-6-15,3-4 0 16,2-5 0-16,1-5-2 15,-1 1-3-15,-2-5 0 16,-3 2 0-16,-6 1 1 16,-2 3-1-16,-8 6-2 15,-5 9 1-15,-6 4 1 16,-3 0-1-16,-2 2-1 16,0-1-23-16,0 3-64 15,-14 8-114-15,-13 0-136 16,-16 15-560-16</inkml:trace>
  <inkml:trace contextRef="#ctx0" brushRef="#br0" timeOffset="13118.78">17465 4634 1047 0,'0'0'143'15,"0"0"-129"-15,0 0 9 16,0 0 92-16,0 0-41 16,0 0-39-16,-51-80-11 15,36 74 0-15,0 3-9 16,-1 3-10-16,0 0-3 16,1 9-2-16,0 15-2 15,2 9-2-15,4 6 4 16,8 0 0-16,1-1-3 15,0-6 3-15,11-8-2 0,4-8 1 16,0-6 0-16,-1-7-1 16,-1-3 1-16,-2 0 1 15,3-3 0-15,-2-12-9 16,0-1-4-16,-6-5 13 16,-2-2 3-16,-4-1-1 15,0-5-1-15,0 3 1 16,0 1-1-16,0 9 0 15,0 7 1-15,0 7-2 16,0 2-1-16,0 0-9 16,0 16-12-16,0 15 20 15,10 9 2-15,5 6 1 16,2 2 1-16,-3 0-1 0,0-3 0 16,-6-3 3-16,-5-6 0 15,-3-7 0-15,0-5 9 16,-8-3 9-16,-12-3 14 15,-5-4-11-15,0-6-13 16,2-2-4-16,1-6-5 16,2 0 2-16,3-11-5 15,5-15-53-15,9-2-87 16,3-5-122-16,13 5-183 16,16 4-217-16</inkml:trace>
  <inkml:trace contextRef="#ctx0" brushRef="#br0" timeOffset="13294.28">17623 4850 545 0,'0'0'484'0,"0"0"-435"15,0 0-46-15,0 0 52 16,0 0 53-16,124 0-61 16,-79-1-26-16,1-4-14 15,-1-2-7-15,-3 2-3 16,-5-1-75-16,-10-3-165 15,-10 0-256-15</inkml:trace>
  <inkml:trace contextRef="#ctx0" brushRef="#br0" timeOffset="13477.76">17815 4722 998 0,'0'0'145'0,"0"0"-142"15,-13 97-2-15,13-60 25 16,0 1-1-16,8-4-12 16,4-2-13-16,-3-4 0 15,7-8-77-15,-4-10-196 16,-2-10-260-16</inkml:trace>
  <inkml:trace contextRef="#ctx0" brushRef="#br0" timeOffset="13803.73">17984 4643 1099 0,'0'0'136'0,"0"0"-136"16,0 0 0-16,0 0 0 15,0 0 11-15,109 0 13 16,-76 0-5-16,-4 0-10 15,-10 0-5-15,-5 0 7 16,-8 0 17-16,-2 0-3 16,-2 6-5-16,1 7 15 0,2 6 9 15,-3 6 5 1,-1 3-12-16,-1 4-20 0,0 5-10 16,0 4-3-16,-8-1-3 15,-2-2-1-15,0-7-2 16,4-5-74-16,6-8-129 15,0-15-91-15,0-3-308 16</inkml:trace>
  <inkml:trace contextRef="#ctx0" brushRef="#br0" timeOffset="14066.95">18273 4498 1336 0,'0'0'56'0,"0"0"-56"16,0 0 0-16,89 32 9 15,-43 7 40-15,2 11-11 16,-7 11-8-16,-11 3-13 16,-13 4-4-16,-15 1-6 15,-2-1-2-15,-20-2-3 16,-17 1-4-16,-12-6 1 15,-7-6-125-15,-10-12-74 16,-3-15-170-16,-6-11-443 16</inkml:trace>
  <inkml:trace contextRef="#ctx0" brushRef="#br0" timeOffset="14386.73">17202 4369 1199 0,'0'0'122'15,"0"0"-122"-15,0 0 0 16,-106 62 5-16,88-18 16 0,1 15 2 15,7 15-1-15,5 8-3 16,5 6-6-16,0-1 5 16,14-4-18-16,12-8-3 15,13-9 0-15,12-10 0 16,14-14-10-16,13-14-91 16,7-18-105-16,2-10-324 15</inkml:trace>
  <inkml:trace contextRef="#ctx0" brushRef="#br0" timeOffset="14611.87">18822 4743 1296 0,'0'0'65'0,"0"0"-65"16,0 0 0-16,113 0 1 15,-70 7 3-15,1-2-4 16,-4-1-163-16,-8-4-252 16</inkml:trace>
  <inkml:trace contextRef="#ctx0" brushRef="#br0" timeOffset="14916.76">19321 4334 1117 0,'0'0'205'0,"0"0"-205"16,0 0-3-16,0 0 3 16,-63 122 29-16,63-46 14 15,0 10 0-15,1 3-25 0,18-3-7 16,-1-9-2-16,6-10-8 16,1-13-1-16,0-10-1 15,3-12-21-15,-4-10-116 16,-1-11-56-16,-1-11-212 15</inkml:trace>
  <inkml:trace contextRef="#ctx0" brushRef="#br0" timeOffset="15152.82">19600 4478 1213 0,'0'0'129'0,"0"0"-129"16,0 87 0-16,0-38 8 15,4 9 4-15,4 1 4 16,1 0-8-16,-2-6-4 16,-1-6-4-16,-6-6-5 15,0-6-111-15,0-7-185 16,0-9-286-16</inkml:trace>
  <inkml:trace contextRef="#ctx0" brushRef="#br0" timeOffset="15339.76">19786 4750 13 0,'0'0'1203'0,"0"0"-1190"0,0 0-4 16,115-6-9-16,-67 6 16 15,-2 0-12-15,-2 0-4 16,-6 0 0-16,-1 0-11 16,-8 0-169-16,-8 0-69 15,-8 0-111-15</inkml:trace>
  <inkml:trace contextRef="#ctx0" brushRef="#br0" timeOffset="15557.62">19972 4612 891 0,'0'0'80'16,"0"0"-73"-16,0 88 2 16,8-47 10-16,6 1-6 15,-3 1-1-15,1 1-9 16,-4-7 0-16,1-4-3 15,0-5-33-15,-2-10-272 16,2-7-275-16</inkml:trace>
  <inkml:trace contextRef="#ctx0" brushRef="#br0" timeOffset="16051.45">20318 4462 1123 0,'0'0'167'16,"0"0"-167"-16,0 0-1 15,0 0 1-15,0 96 4 16,-3-56-4-16,-6-2 4 16,-1-2-4-16,-3-7 3 15,1-9-2-15,4-8-1 0,2-6-1 16,5-6 1-16,1 0 12 15,0 0-9-15,0 2-3 16,0 1-5-16,5 5 1 16,10 3 4-16,7 0 3 15,1-4-3-15,6-4 0 16,2-3 7-16,1 0-6 16,-3-6 8-16,-4-9-7 15,-5 0 1-15,-7-3 2 16,-6-2 0-16,-5 0 1 15,-2 2 0-15,0-2 0 16,-4 4 0-16,-4 5 0 16,3 5 24-16,1 5 33 15,4 1-28-15,-1 10-35 16,-1 22-11-16,2 15 11 0,0 5 8 16,0 3-7-16,5-5-1 15,10-8 0-15,3-9-26 16,3-8-115-16,0-12-159 15,-2-13-359-15</inkml:trace>
  <inkml:trace contextRef="#ctx0" brushRef="#br0" timeOffset="16267.36">20691 4356 1236 0,'0'0'197'0,"0"0"-197"16,0 0-34-16,81 78 34 16,-42-21 10-16,-4 12 28 15,-9 3-6-15,-15 3-21 16,-11-1-4-16,0-6-7 16,-25-4-1-16,-19-4-141 15,-18-6-200-15,-18-4-573 16</inkml:trace>
  <inkml:trace contextRef="#ctx0" brushRef="#br0" timeOffset="17183.27">17788 5728 927 0,'0'0'236'0,"0"0"-197"16,0 0-19-16,0 0 85 15,0 0 20-15,0 0-80 0,-33-16-45 16,33 65 0-16,0 15 14 16,10 4 9-16,1 1-18 15,-2-7-5-15,-1-4 1 16,-4-7 0-16,-1-8-1 15,0-10-90-15,4-13-102 16,3-16-217-16</inkml:trace>
  <inkml:trace contextRef="#ctx0" brushRef="#br0" timeOffset="17532.89">17982 5686 1277 0,'0'0'95'16,"0"0"-95"-16,0 0 0 15,-58 115 3-15,55-60 41 16,3 5 19-16,0 3-33 16,17-7-21-16,12-7-4 15,1-12-5-15,4-15 3 16,1-9-3-16,-8-9 0 15,-4-4 1-15,-4 0-1 16,-12-18 6-16,-4-2 1 16,-3-2-3-16,-9-4 0 0,-18 2 4 15,-5 2-7 1,-1 5-1-16,5 5-2 0,9 5-29 16,11 5-63-16,8 2-70 15,1 0-170-15,20 0-192 16</inkml:trace>
  <inkml:trace contextRef="#ctx0" brushRef="#br0" timeOffset="17671.52">18345 5968 1019 0,'0'0'141'16,"0"0"-136"-16,102-23 4 15,-57 19 44-15,0-1-46 16,6 2-6-16,1-2-1 0,-1-2-140 15,-1-6-307-15</inkml:trace>
  <inkml:trace contextRef="#ctx0" brushRef="#br0" timeOffset="18249.58">19052 5715 1262 0,'0'0'86'0,"0"0"-84"0,0 0 9 16,0 0 111-1,0 0-76-15,0 0-31 0,-94 13-2 16,78-11 7-16,-3 1-6 16,1-3-3-16,1 0 8 15,6 0 1-15,1 0 5 16,3 0-16-16,2-2-6 15,4-1-2-15,-2 2 1 16,3 1-2-16,0 0 0 16,-1 0 0-16,1 0 0 15,-2 0-5-15,-1 13-1 16,-2 15 3-16,0 9 3 16,-2 3 2-16,1-5-2 15,0-3 0-15,3-10 2 0,2-4-2 16,1-6 0-16,0-5-2 15,0-4-1-15,4-3-8 16,15 0 3-16,7-5 7 16,8-9-4-16,4 1-3 15,4 2 3-15,0 7-13 16,-4 4-3-16,-2 0 9 16,-10 4 8-16,-6 16 3 15,-8 4 1-15,-9 3 1 16,-3 3 6-16,-3 2 12 15,-20-3 13-15,-6-3-5 16,-7 0-12-16,-2-4-3 16,4-5-7-16,3-4-5 15,12-6-2-15,5-6-23 16,11-1-113-16,3-16-161 0,0-19-595 16</inkml:trace>
  <inkml:trace contextRef="#ctx0" brushRef="#br0" timeOffset="18400.79">19431 5858 1390 0,'0'0'101'16,"0"0"-100"-16,0 0-1 16,93 4 4-16,-57 2-4 15,3 0-2-15,-6-3-146 16,-9-3-246-16</inkml:trace>
  <inkml:trace contextRef="#ctx0" brushRef="#br0" timeOffset="18566.06">19362 6098 635 0,'0'0'798'15,"0"0"-798"-15,0 0-116 16,0 0 116-16,127 2 0 15,-64-2-60-15,6-7-177 16,-1-8-310-16</inkml:trace>
  <inkml:trace contextRef="#ctx0" brushRef="#br0" timeOffset="18774.91">20050 5698 1125 0,'0'0'217'0,"0"0"-217"16,0 0-2-16,0 0 2 16,9 103 45-16,7-39 19 15,1 2-30-15,-5 1-14 16,-7-10-13-16,-3-6-3 16,-2-11-4-16,0-10-11 15,0-9-122-15,0-10-115 0,0-11-392 16</inkml:trace>
  <inkml:trace contextRef="#ctx0" brushRef="#br0" timeOffset="18987.46">20234 5707 1293 0,'0'0'23'15,"17"83"-19"-15,-5-23 3 16,1 6 9-16,0 2 5 16,1-3-11-16,1-6-5 0,-2-12-5 15,1-9-50 1,-6-15-253-16,-1-14-380 0</inkml:trace>
  <inkml:trace contextRef="#ctx0" brushRef="#br0" timeOffset="19485.34">20458 5463 1186 0,'0'0'212'0,"0"0"-212"16,-98-63 0-16,64 48 99 0,-3 3-9 15,-1 4-53-15,1 8-12 16,-3 0-17-16,-2 0 4 16,-5 17-7-16,-1 10-2 15,-1 17 0-15,1 16-2 16,9 21 5-16,11 17 5 16,10 11-2-16,12 6 8 15,6-2-6-15,6-9-2 16,26-7-7-16,16-15-2 15,15-17 0-15,14-22 0 16,14-23-4-16,4-20-19 16,1-17-19-16,-3-32-32 15,-1-21-33-15,-2-12 24 16,-3-13 59-16,-14-1 24 16,-17-2 2-16,-26 2 13 0,-25 1 21 15,-7-3 0-15,-33 0 9 16,-19 4 10-16,-12 7-22 15,-8 16-5-15,-1 17-15 16,5 20-13-16,3 23 1 16,-2 11-4-16,-1 20-3 15,-3 24-92-15,2 15-110 16,9 8-149-16,10 4-312 16</inkml:trace>
  <inkml:trace contextRef="#ctx0" brushRef="#br0" timeOffset="22798.57">17300 2865 592 0,'0'0'448'0,"0"0"-397"15,0 0-46-15,0 0 13 16,0 0 45-16,0 0-18 16,0 0-43-16,-8 6-1 15,8 64-1-15,5 24 9 16,0 19 10-16,-4 7-3 16,1-1-5-16,-2-9-6 15,0-13 0-15,0-11-1 0,0-14-4 16,0-14 0-1,0-16 2-15,0-17-2 0,0-13 2 16,0-9-1-16,0-3 3 16,0 0 59-16,0 0 19 15,0 0-15-15,2 0-19 16,11-6-23-16,12-8-11 16,17-3-12-16,25-3-2 15,20 4 3-15,21 7-2 16,35 2 0-16,24 1 1 15,25-1 1-15,19-4-3 16,-1-3-6-16,-9 5 6 16,-22-1 1-16,-30 5 0 15,-30 1 1-15,-32-1-2 16,-28 2 0-16,-20 2-4 0,-24 0-29 16,-13 1-17-16,-2-6 12 15,-15-3 13-15,-22-4-131 16,-20-6-204-16,-12-5-138 15</inkml:trace>
  <inkml:trace contextRef="#ctx0" brushRef="#br0" timeOffset="23335.29">17718 2738 826 0,'0'0'148'0,"0"0"-65"16,0 0-83-16,0 0-10 15,0 0 10-15,0 0 13 16,99-4 31-16,-7 17 19 15,27-3-15-15,31-1-17 16,25-8-16-16,16-1-5 16,8 0 8-16,-13-15-9 15,-23 0 0-15,-29 3-3 0,-35 6-5 16,-29 5 1 0,-30 1-2-16,-20 0-1 0,-13 0 1 15,-7 0 0-15,0 0 3 16,0 0 35-16,0 0 9 15,0 0-5-15,0 0-10 16,0 0-13-16,0 0-7 16,0 0-11-16,0 0-1 15,0 0-3-15,0 9-3 16,0 16-4-16,0 18 9 16,0 24 1-16,3 12 3 15,4 10 1-15,0 6-2 16,-1 0 1-16,-1-3-3 15,-2-13 1-15,-3-8-1 0,0-11 0 16,0-11 0-16,0-8-6 16,0-13-215-16,0-17-129 15</inkml:trace>
  <inkml:trace contextRef="#ctx0" brushRef="#br0" timeOffset="23665.91">19898 3172 1232 0,'0'0'120'0,"0"0"-119"16,-1 79-1-16,-1-47 2 15,0-6 0-15,2-6 6 16,0-5 35-16,0-10 7 15,0-1 8-15,4-4-7 16,14 0 12-16,20-22 10 16,31-25 5-16,31-22-40 15,22-23-24-15,12-14-8 16,3-12-5-16,2-9 5 16,-14 5-6-16,-16 15-11 15,-22 24-27-15,-34 32-43 16,-27 21-140-16,-26 15-154 0,-41 12-419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54:40.93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5343 1961 525 0,'0'0'228'0,"0"0"-139"0,0 0-43 16,0 0 15-16,0 0 6 15,0 0 20-15,0 0-13 16,0 0-23-16,-9-54 4 16,8 52-17-16,1 2-3 15,0 0-14-15,0 0-5 16,0 0-15-16,0 14-1 16,0 22-8-16,0 23 8 15,0 15 25-15,0 13-2 16,0 0-2-16,4-8-5 15,2-5 5-15,-1-13-9 16,0-11 19-16,0-10-5 0,-2-10-2 16,-1-8-16-1,-2-5-4-15,1-7 3 0,-1-4-3 16,0-4 0-16,0-2-1 16,0 0 0-16,0 0-3 15,0 0-47-15,4 0-122 16,-1 0-168-16,-1-8-478 15</inkml:trace>
  <inkml:trace contextRef="#ctx0" brushRef="#br0" timeOffset="2513.58">5858 6097 942 0,'0'0'106'0,"0"0"-94"15,0 0 21-15,0 0 108 16,0 0-31-16,0 0-40 15,0 0-33-15,-19-44-21 0,36 24-11 16,8 4 3-16,4 4 0 16,1 9-3-16,2 3-4 15,3 9-1 1,0 20 0-16,-4 9 9 0,-7 11 5 16,-9 11-8-16,-13 6 2 15,-2 5 2-15,-12 1-2 16,-17-7-5-16,-4-8 2 15,3-12 2-15,3-13-5 16,9-13 5-16,8-8 0 16,5-10 0-16,5-1 2 15,0-9 0-15,0-21-9 16,16-10-31-16,6-7 17 16,5-1-9-16,-4-2-14 0,2-1 15 15,1-2 10-15,-1 1 6 16,1 3-10-16,0 4 14 15,-2 8 2-15,-5 8 5 16,-4 7-1-16,-5 7-1 16,-5 2 7-16,-3 8 11 15,-2 2 5-15,0 3 11 16,0 0-17-16,0 0-13 16,0 0 2-16,-2 5-4 15,-12 15 0-15,-2 9-3 16,-3 11 1-16,6 11 3 15,0 9 4-15,5 1 3 16,4-1 6-16,4-7-11 16,0-12-3-16,0-6-3 15,17-9 1-15,3-5-3 0,2-6 1 16,-1-5-1-16,4-5 0 16,2-5-7-16,0 0-47 15,3 0-55-15,-1-17-134 16,-5-6-101-16,-3-8-423 15</inkml:trace>
  <inkml:trace contextRef="#ctx0" brushRef="#br0" timeOffset="2684.29">6580 6233 1299 0,'0'0'15'0,"0"0"-3"0,92-19-12 16,-34 11 11-16,3 4-11 16,-1 2-2-16,-10 2-195 15,-17 0-187-15</inkml:trace>
  <inkml:trace contextRef="#ctx0" brushRef="#br0" timeOffset="2868.28">6612 6431 364 0,'0'0'976'15,"0"0"-976"-15,0 0-20 16,0 0 20-16,0 0 14 16,114 0-12-16,-61 0-2 15,1 0-105-15,-2 0-108 16,-9 0-219-16</inkml:trace>
  <inkml:trace contextRef="#ctx0" brushRef="#br0" timeOffset="3613.5">7640 5961 1042 0,'0'0'255'16,"0"0"-238"-16,0 0-9 16,0 0 112-16,0 0-31 15,0 0-68-15,-88-6-9 16,66 13 16-16,-3-1-1 15,-2-3 2-15,-2 1-3 16,0-4-7-16,0 0-4 0,4 0-3 16,1 0-6-1,9 0 7-15,2 0-3 0,5-4-4 16,5 4-3-16,1 0-1 16,2 0-2-16,0 0-2 15,0 0 0-15,0 0-2 16,-2 7-4-16,-3 13 3 15,0 5 5-15,-2 5 2 16,0 2-2-16,1-4 1 16,1 1-1-16,-4-4 0 15,5-3 0-15,-3-6 0 16,0-7 1-16,5-5 0 0,1-4 1 16,1 0 0-1,0 0 1-15,0 0-3 0,0 0 0 16,5-9-3-16,13-1 3 15,7 0 2-15,6 2-2 16,-2 8-5-16,1 0-7 16,1 2 6-16,-3 15 0 15,-4 8 0-15,-6 5 2 16,-5 0 3-16,-6 3 1 16,-7-3 1-16,0-4-1 15,-7 2 3-15,-14-3 0 16,-8 1 2-16,-7 0 12 15,-5-4-2-15,-1-2-6 16,4-4-1-16,7-5-2 16,5-5-5-16,8-5-1 0,4-1 0 15,4 0-1-15,5-5-32 16,5-9-27-16,0-4-89 16,17-2-107-16,13-1-101 15,5-1-197-15</inkml:trace>
  <inkml:trace contextRef="#ctx0" brushRef="#br0" timeOffset="4130.17">7891 6197 931 0,'0'0'206'0,"0"0"-189"15,0 0 16-15,0 0 60 16,0 0 7-16,0 0-51 16,20-86 2-16,-20 77 23 15,-8-2-33-15,-11 2-17 16,-4 4-3-16,-6 5-6 16,-1 0 0-16,-2 9-6 15,3 15-2-15,0 14-2 16,7 6 6-16,9 6-7 15,6-1-1-15,7-6-2 0,0-7 0 16,7-7-1 0,13-9-3-16,4-7 3 15,4-10-3-15,2-3 3 0,2-1-8 16,-1-21 1-16,-4-1-2 16,-7-6 3-16,-3-4 6 15,-7-3 0-15,-5-6 1 16,-1-3 0-16,-4 1 1 15,0 8-1-15,0 10-1 16,0 13 1-16,0 10 2 16,0 3-2-16,0 4-1 15,0 20-8-15,0 8 8 16,0 6 4-16,7-2-4 16,5-3-1-16,2-3-23 15,1-6-92-15,2-2-120 0,-1-5-78 16,1-10-269-16</inkml:trace>
  <inkml:trace contextRef="#ctx0" brushRef="#br0" timeOffset="4302.95">8160 6339 1087 0,'0'0'152'0,"0"0"-136"15,0 0-13-15,0 0 68 16,124 0-32-16,-74 0-29 15,0 0-7-15,-3 0-3 0,-5 0-6 16,-3 0-81-16,-3 0-127 16,-11-2-123-16,-10-1-162 15</inkml:trace>
  <inkml:trace contextRef="#ctx0" brushRef="#br0" timeOffset="4518.27">8392 6186 935 0,'0'0'176'15,"0"0"-162"-15,0 0-11 16,0 0 101-16,-3 90-5 16,3-46-55-16,0-3-34 0,3 1 0 15,1-5-8-15,1-4-2 16,2-6-7-16,0-2-104 15,2-7-100-15,1-9-257 16</inkml:trace>
  <inkml:trace contextRef="#ctx0" brushRef="#br0" timeOffset="4929.88">8623 6111 1279 0,'0'0'118'0,"0"0"-110"16,0 0 6-1,109-37 67-15,-64 37-26 0,-2 0-41 16,-2 19-13-16,-8 6 0 16,-11 8-1-16,-12 8 2 15,-10 2 6-15,0 4 1 16,-23 1 0-16,-15 2 6 15,-7-3 5-15,0-4-9 16,5-12 0-16,12-11-1 16,13-7 17-16,10-11 3 15,5-1 14-15,0-1-21 16,0 0-11-16,23-6-12 0,12-8 1 16,9-3-1-1,2 3-1-15,6 2 0 0,3 3 0 16,2 5-1-16,0 2 2 15,-7 2-6-15,-8 0-27 16,-10 0-51-16,-10 9-74 16,-12 4-156-16,-10 2-241 15</inkml:trace>
  <inkml:trace contextRef="#ctx0" brushRef="#br0" timeOffset="13477.78">6010 7124 734 0,'0'0'176'0,"0"0"-137"15,0 0-25-15,0 0 78 16,0 0 9-16,0 0-60 15,0 0-40-15,0 27 3 16,1 17 6-16,12 4 11 16,3-2-10-16,3-4-8 15,1-7 1-15,1-6-1 16,0-10 1-16,-2-6-4 0,-2-6 1 16,2-7 1-16,-3 0 0 15,4-9 0-15,0-14 17 16,0-5-18-1,-3-5-1-15,-5-2 2 0,-9-3-2 16,-3 1 0-16,0 1 0 16,0 1 1-16,-7 8 3 15,-4 6-4-15,1 8 8 16,3 5 9-16,2 4 0 16,3 4 9-16,-1 6-26 15,2 25 8-15,-3 19-5 16,2 18 26-16,2 8-14 15,0 14-6-15,2 10-2 16,8 5 4-16,-3 0 9 0,-4-10-13 16,-3-17-5-16,0-16-2 15,0-17 5-15,-10-13-3 16,-6-11 34-16,-5-6 7 16,0-10-12-16,-5-5 0 15,1-7 6-15,1-23-15 16,2-12-11-16,6-8-2 15,10-2-5-15,6 2 3 16,0 5-7-16,3 5 1 16,14 6-3-16,3 4-2 15,1 6 2-15,5 3-4 16,2 3-52-16,4 0-51 16,8 0-92-16,3-9-120 0,1-3-228 15</inkml:trace>
  <inkml:trace contextRef="#ctx0" brushRef="#br0" timeOffset="13646.74">6665 7279 1052 0,'0'0'294'16,"0"0"-294"-16,0 0-11 15,0 0 11-15,0 0 11 16,107-17-8-16,-65 17-3 15,-2 5-92-15,-6 2-164 0,-14-1-262 16</inkml:trace>
  <inkml:trace contextRef="#ctx0" brushRef="#br0" timeOffset="13828.13">6695 7532 1089 0,'0'0'249'0,"0"0"-249"15,0 0-2-15,0 0 1 16,0 0 1-16,0 0 9 16,134-9-9-16,-74 5-73 15,2-3-113-15,-5-6-166 16,-7 0-221-16</inkml:trace>
  <inkml:trace contextRef="#ctx0" brushRef="#br0" timeOffset="14513.47">7530 7198 1053 0,'0'0'188'0,"0"0"-179"15,0 0-2-15,0 0 80 16,0 0 39-16,0 0-71 0,-9-9-29 15,-11 9 6-15,-12 6 0 16,-4 6-6-16,-6-2-4 16,0 0-4-16,-1-2 6 15,2 0-8-15,5 0-4 16,3-4-4-16,11-1-5 16,6-1 3-16,10-2-5 15,5 0 2-15,1 0-1 16,0 0-2-16,0 0 0 15,0 0-3-15,0 0 1 16,0 0 1-16,0 4-4 16,0 6 0-16,0 8-1 15,0 7 6-15,6 5 2 0,-3 5-1 16,1-1 1 0,-4 2-1-16,0-5 0 0,0-3-2 15,0-7 1-15,0-7 0 16,0-6 1-16,0-5-1 15,1-3 0-15,1 0 2 16,-1 0-2-16,5 0-7 16,5 0 1-16,8-11 6 15,7-3 11-15,9 1-11 16,3 2-1-16,-2 2-6 16,-1 8-5-16,-3 1 0 15,-4 0 6-15,-6 10 1 16,-5 9 0-16,-5 6 1 15,-6-1 1-15,-2 4 3 0,-4 2 0 16,0 0 4-16,-9-2-1 16,-12-2 3-16,-8-2 1 15,-1-2 2-15,-4-3-5 16,-4-3-1-16,3-2-2 16,5-5-1-16,5-3-4 15,13-1-34-15,7-5-43 16,5 0-52-16,0-14-52 15,24-15-339-15</inkml:trace>
  <inkml:trace contextRef="#ctx0" brushRef="#br0" timeOffset="15045.67">7652 7336 1138 0,'0'0'102'0,"0"0"-102"16,0 0 22-16,0 0 50 16,0 0-38-16,0 0-32 15,-11 78 59-15,11-28-30 16,0 2-8-16,0-3 5 16,0-6 7-16,0-5-19 15,0-8-5-15,0-9-3 16,-1-5-2-16,-2-6-2 0,0-4 0 15,3-5 2 1,-3-1-1-16,3 0-1 0,0 0 10 16,0-4 3-16,0-16-12 15,6-9-5-15,9-2-3 16,5 2 0-16,1 5 3 16,4 7-19-16,6 4 6 15,0 9 11-15,3 4-1 16,-1 0-2-16,-3 13 0 15,-4 10-2-15,-8 2 6 16,-4 3 0-16,-11 0 1 16,-3-1 4-16,0-3 15 15,-16-3 12-15,-3-2-8 16,-7-3 1-16,0-4-6 16,0-5-9-16,3-2-2 0,3-5-3 15,2 0-2 1,3 0-2-16,3-5-22 0,6-10-45 15,6-2-90-15,0-7-103 16,7 2-160-16,15-2-158 16</inkml:trace>
  <inkml:trace contextRef="#ctx0" brushRef="#br0" timeOffset="15227.78">8255 7486 1240 0,'0'0'155'0,"0"0"-155"15,0 0-11-15,0 0 11 16,121-34 20-16,-79 34-20 16,1 0-50-16,-6 0-101 15,-9 0-258-15</inkml:trace>
  <inkml:trace contextRef="#ctx0" brushRef="#br0" timeOffset="15410.44">8321 7557 1131 0,'0'0'0'0,"0"0"-104"0,0 0-22 15,0 0 126-15,0 0 0 16,0 0-75-16,93 0-282 16</inkml:trace>
  <inkml:trace contextRef="#ctx0" brushRef="#br0" timeOffset="15877.69">8404 7317 894 0,'0'0'208'0,"0"0"-163"16,0 0 20-16,0 0 69 15,0 0-21-15,0 0-97 16,-5 5-13-16,5 36-3 16,0 15 63-16,0 4-33 15,0-1-21-15,3-4-1 16,3-5-5-16,-3-5 1 16,0-6-4-16,-3-4-3 15,0-5-69-15,0-5-90 0,1-9-102 16,3-9-260-1</inkml:trace>
  <inkml:trace contextRef="#ctx0" brushRef="#br0" timeOffset="16510.93">8752 7251 1297 0,'0'0'92'0,"0"0"-92"0,0 0 0 16,0 0 7-1,0 0 3-15,0 0 24 0,15 88-16 16,-14-52-12-16,-1 0 2 15,0-4-1-15,0-4 2 16,-3-1-7-16,-2-9-1 16,-1-5 4-16,3-7-5 15,0-6 0-15,3 0 8 16,0 0 2-16,0 0 4 16,0 0-12-16,0 0-2 15,4 0-17-15,11 0-5 16,7 0 22-16,5 4 0 15,6 9-3-15,2 1 1 16,7-2 2-16,3-4 2 0,1-7-1 16,-1-1 0-16,-12 0 1 15,-8-6-1-15,-11-6 1 16,-5-5 4-16,-6-3-2 16,-3-4 7-16,0-5-11 15,0-1 5-15,-13-3-2 16,-3 1 5-16,-5 3 9 15,4 5 5-15,6 11 4 16,2 7 9-16,6 5 10 16,3 1-24-16,0 3-21 15,0 26-2-15,0 17 2 16,0 14 13-16,7 5-10 16,5 1-2-16,1-1-1 0,0-4-1 15,-4 0-31 1,-4 1-140-16,-5-6-220 0,-2-10-345 15</inkml:trace>
  <inkml:trace contextRef="#ctx0" brushRef="#br0" timeOffset="20260.38">13743 2981 155 0,'0'0'215'0,"0"0"-140"0,0 0-33 15,0 0 25-15,0 0 22 16,0 0 13-16,0 0-16 16,4-2-23-16,-4-2 0 15,0 4 2-15,0-3-12 16,0-3-3-16,-7-2-26 16,-6-2-8-16,-2-1-11 15,0 0 2-15,-1-1 6 0,-1 2-9 16,0 1 16-1,-3 2-17-15,-3-1 2 0,-1 1-1 16,-1 5-2 0,2 0-2-16,0 2 6 0,1 0-2 15,0 0 4-15,-1 8-3 16,-4 9-1-16,-2 2 3 16,3 3 9-16,-2 2-4 15,2 4-5-15,1 4 8 16,0 0 37-16,0 3-23 15,6 2-19-15,3 1 3 16,4 5-2-16,5-3 2 16,6 3 8-16,1 3-14 15,0 0 2-15,0 2 0 16,0-2-1-16,4-3 2 0,5 1-6 16,1-4 3-1,0 2 4-15,2-1-5 0,-1 1-1 16,3-2 1-16,3-5-1 15,1-1 4-15,2-9-4 16,4-4 0-16,2-2 0 16,6-3-4-16,1-5 8 15,4-3-1-15,1-5-4 16,1-3 4-16,2 0-3 16,2 0 2-16,4-6-1 15,-1-9-3-15,1-2 2 16,-5-1-2-16,-7-3-3 0,-3-3 6 15,-4-4-4 1,1-5 1-16,1-7-3 0,0-1 1 16,0-4 3-16,-3 1-2 15,-3 1-1-15,-6-5-1 16,-5 0 0-16,-6-2 0 16,-6 0 0-16,-1-3 3 15,0 3 6-15,-10 0-4 16,-3 3-1-16,1 0-2 15,-3 2 0-15,2 4 0 16,-2 7-2-16,1 2-1 16,-1 6 0-16,0 6 1 15,-2 2 0-15,-1 3-1 16,2 2 1-16,0 6-4 16,1 2 2-16,0 5-5 0,-3 0-21 15,-5 8-71-15,-3 11-61 16,-6 4-76-16,-7-5-286 15</inkml:trace>
  <inkml:trace contextRef="#ctx0" brushRef="#br0" timeOffset="23298.07">5634 8133 886 0,'0'0'136'15,"0"0"-129"-15,0 0-4 16,0 0 7-16,0 0 33 15,124-3-11-15,-30 3 28 16,30 2-13-16,35 1-13 16,34-3 9-16,22 0-8 15,21-13-16-15,16-1 9 16,11-2 5-16,6-1 8 16,-1-4-17-16,-14-3-16 15,-18-2-8-15,-23 2 1 0,-27 0 2 16,-25 4 4-1,-25 5-7-15,-29 4-5 0,-23 4-2 16,-25 4-76-16,-26 3-34 16,-23 0-60-16,-10-2-194 15</inkml:trace>
  <inkml:trace contextRef="#ctx0" brushRef="#br0" timeOffset="24725.62">4742 8975 977 0,'0'0'126'0,"0"0"-104"16,0 0-16-16,-7-80 26 16,26 58 10-16,13 0-15 15,7 6-24-15,6 9 2 16,-2 7 2-16,-1 3 4 16,-6 25-5-16,-8 10-5 15,-10 10 11-15,-10 9-1 16,-8 7 5-16,-5 3-3 15,-21 0 3-15,-8-10-6 16,-3-7-7-16,1-13 4 16,2-8 3-16,7-10-4 15,10-10-5-15,11-7 3 16,6-2 1-16,0-9-5 16,5-20-18-16,18-9-21 0,9-2 12 15,7-4 17-15,3 1-9 16,2 0-28-16,0-1 6 15,-4 0 30-15,-5 3 11 16,-5 6 6-16,-9 7-2 16,-7 5 7-16,-7 9 5 15,-7 3 15-15,0 6 23 16,0 1-11-16,0 4 15 16,-7 0-9-16,-6 0-33 15,-4 7-6-15,-2 14-7 0,0 9-1 16,-1 6 3-1,5 6-3-15,5 5 3 0,6-2 2 16,4-3-2 0,0-6-4-16,16-4-1 0,7-5-3 15,3-4 1-15,3-3 1 16,3-4-62-16,1-4-67 16,1-6-120-16,-4-6-284 15</inkml:trace>
  <inkml:trace contextRef="#ctx0" brushRef="#br0" timeOffset="24906.8">5376 9272 993 0,'0'0'276'16,"0"0"-265"-16,0 0-11 0,0 0 0 16,0 0 25-1,101-35 13-15,-56 29-26 0,1 4-12 16,-5 2-1-16,-6 0-7 15,-7 0-52-15,-6 0-114 16,-7 0-113-16,-7 2-99 16</inkml:trace>
  <inkml:trace contextRef="#ctx0" brushRef="#br0" timeOffset="25140.19">5555 9001 830 0,'0'0'246'16,"0"0"-244"-16,0 0 6 15,-21 121-5-15,21-67 43 16,0 4-14-16,8-2-5 16,1-4-21-16,-2-5 0 15,0-5-5-15,2-6-1 16,-3-9-59-16,1-7-122 15,3-11-97-15,-1-9-187 16</inkml:trace>
  <inkml:trace contextRef="#ctx0" brushRef="#br0" timeOffset="25726.48">5720 9029 1051 0,'0'0'123'16,"0"0"-123"-16,0 0-11 16,0 0 11-16,0 0 20 15,22 97 6-15,-2-67-15 16,2-8 1-16,0-5-5 16,-2-7 4-16,0-6-9 15,3-4 8-15,-1 0-2 16,0-5 5-16,-1-8-2 15,-3-6-8-15,-4 0 6 0,-5-4-1 16,-6-1-1 0,-1-3 7-16,-2 0 24 0,0 0-7 15,-4 6 1-15,-2 8 15 16,1 4-14-16,2 9 9 16,1 0-22-16,-2 2-20 15,1 25-4-15,0 17 2 16,3 18 2-16,0 12 2 15,0 5 0-15,5 5 1 16,2 0 4-16,-1-8-6 16,-2-6 0-16,-4-11 0 15,0-11 1-15,0-13 1 16,-7-8 2-16,-10-6 3 16,-1-7 8-16,-1-5 2 15,1-8-5-15,-2-1 13 0,-4-5-9 16,-1-16-8-16,1-12 0 15,0-7-5-15,4-3 2 16,8-1-3-16,9 3-3 16,3 5-1-16,0 2-2 15,15 3 0-15,11 1 1 16,8 1-17-16,11-1-55 16,7-1-68-16,7-3-75 15,0-3-264-15</inkml:trace>
  <inkml:trace contextRef="#ctx0" brushRef="#br0" timeOffset="25912.86">6510 9010 1467 0,'0'0'0'16,"0"0"-29"-16,85-15 29 15,-40 13 6-15,2 2-6 16,0 0-74-16,-10 0-159 16,-14 0-279-16</inkml:trace>
  <inkml:trace contextRef="#ctx0" brushRef="#br0" timeOffset="26075.84">6555 9288 1372 0,'0'0'0'0,"0"0"-84"0,0 0 84 16,0 0 6-16,104 0-6 15,-49 0-65-15,2-7-175 16,-4-7-164-16</inkml:trace>
  <inkml:trace contextRef="#ctx0" brushRef="#br0" timeOffset="26707.94">7479 8838 1376 0,'0'0'109'0,"0"0"-109"15,0 0 13-15,0 0 93 16,-101-7-56-16,81 7-32 16,1 0-8-16,-1 0 3 15,2 0 0-15,3 0-7 16,3 0 0-16,3 0 2 0,1 0-7 16,5 0 3-16,0 0-4 15,3 0 0-15,0 0 0 16,0 0-1-16,0 0-7 15,0 0 1-15,0 7-2 16,0 16 9-16,0 8 2 16,-7 9-2-16,-3 1 3 15,-2 2-2-15,-1-4-1 16,0-5 1-16,2-8 0 16,6-9-1-16,2-10 0 15,3-5 2-15,0-2-5 16,0 0 2-16,0 0-8 0,12-5 1 15,12-7 8 1,11 1 11-16,4 0-11 0,4 7-2 16,1 4-5-16,-2 8-4 15,-3 19 5-15,-6 11 3 16,-10 5 3-16,-6 3 1 16,-8-3 4-16,-9-2 0 15,0-5 8-15,-7-6 3 16,-16-4 7-16,-8-5-2 15,-7-3-5-15,-6-3-6 16,1-4-8-16,-1-4-1 16,6-3-1-16,10-4 0 15,9 0-42-15,13 0-48 16,6-9-112-16,13-12-240 16</inkml:trace>
  <inkml:trace contextRef="#ctx0" brushRef="#br0" timeOffset="27009.02">7832 8797 1170 0,'0'0'205'15,"0"0"-202"-15,0 0 30 16,0 0 103-16,0 0-72 15,0 0-51-15,-87 40-11 0,74 11 17 16,-1 14 18-16,3 10-8 16,3 7-7-16,1 6-5 15,5-4-5-15,2-7-9 16,0-11-3-16,15-9 0 16,7-9-2-16,5-13-35 15,5-12-81-15,10-14-139 16,3-9-105-16,3-18-289 15</inkml:trace>
  <inkml:trace contextRef="#ctx0" brushRef="#br0" timeOffset="27409.03">8165 9028 1193 0,'0'0'113'0,"0"0"-88"16,0 0 116-16,0 0 0 15,-104-20-95-15,81 64-39 16,-4 19-2-16,6 11 11 16,2 1 6-16,9-7-6 15,8-15-5-15,2-15-6 16,2-12-5-16,17-11 0 16,4-11-4-16,2-4 4 15,2-10 6-15,-2-14-6 16,-2-9-10-16,-3-6-1 15,-3-9-3-15,-4-8 0 0,-4-2 6 16,-6 6 8-16,-3 10 0 16,0 17 0-16,0 13 5 15,0 9 6-15,0 3-2 16,2 12-9-16,8 19-5 16,3 13 5-16,2 5 8 15,5-4-8-15,1-4 0 16,-2-7-1-16,5-9-39 15,-2-6-155-15,-3-9-122 16,-3-8-315-16</inkml:trace>
  <inkml:trace contextRef="#ctx0" brushRef="#br0" timeOffset="27569.66">8372 9296 1162 0,'0'0'91'0,"0"0"-74"16,0 0-16-16,0 0 70 15,117-6-28-15,-63 3-32 16,3-3-9-16,0-2 0 16,-5-1-2-16,-9 0-17 15,-10 0-137-15,-6 0-195 16,-10-3-260-16</inkml:trace>
  <inkml:trace contextRef="#ctx0" brushRef="#br0" timeOffset="27765.77">8615 9127 964 0,'0'0'276'0,"0"0"-276"16,0 0 0-16,-15 104 3 16,20-62 20-16,8 1-4 15,1-2-18-15,1-4-1 16,-4-9 0-16,2-3-67 15,1-14-179-15,0-8-249 16</inkml:trace>
  <inkml:trace contextRef="#ctx0" brushRef="#br0" timeOffset="28225.78">8844 8980 931 0,'0'0'407'16,"0"0"-407"-16,0 0-10 16,0 0 10-16,-5 104 15 15,5-61-3-15,6-2-5 16,0-9-2-16,-5-6-4 16,1-9 7-16,-2-7-5 15,0-6-1-15,0-3 4 16,0-1 5-16,0 0 5 0,0 0 25 15,0-12-14-15,0-5-24 16,0 0-3-16,0-3-7 16,5 4 7-16,10-1-15 15,7 3 13-15,2 7-3 16,7 4 3-16,-1 3-3 16,2 0 2-16,-1 16 2 15,-4 2 1-15,-3 4 7 16,-9-1 5-16,-7 0 14 15,-8 0 0-15,0-1 8 16,-17 2 5-16,-11-2-7 16,-4-4-14-16,-1-1-12 15,-1-3-1-15,6-3-5 16,5-8-20-16,3-1-143 16,6-12-152-16,4-22-391 0</inkml:trace>
  <inkml:trace contextRef="#ctx0" brushRef="#br0" timeOffset="28453.39">9039 8870 1195 0,'0'0'140'0,"0"0"-135"16,0 0-5-16,102 32 23 15,-60 1 27-15,0 9-14 16,-5 7-16-16,-9 6 4 15,-11 3 20-15,-9 1-21 0,-8-2-10 16,0-3-6-16,-16-6-3 16,-6-7-1-16,0-8-3 15,4-7-6-15,6-10-157 16,4-10-99-16,5-6-321 16</inkml:trace>
  <inkml:trace contextRef="#ctx0" brushRef="#br0" timeOffset="28657.41">9473 9200 1465 0,'0'0'49'16,"0"0"-35"-16,98-22-14 15,-41 13 66-15,5-3-45 16,-2 0-19-16,-5 2-2 15,-8 1-10-15,-5 0-101 16,-11-1-124-16,-10 0-201 16</inkml:trace>
  <inkml:trace contextRef="#ctx0" brushRef="#br0" timeOffset="28868.81">9690 8998 535 0,'0'0'899'16,"0"0"-899"-16,0 0 0 15,-7 119 0-15,12-67 23 16,8 4 6-16,1-3-23 16,-2-6-6-16,0-7 0 15,-1-8-129-15,1-10-118 16,-1-11-307-16</inkml:trace>
  <inkml:trace contextRef="#ctx0" brushRef="#br0" timeOffset="29274.96">10228 8851 1097 0,'0'0'221'16,"0"0"-172"-16,0 0 23 15,0 0 37-15,0 0-21 16,0 0-56-16,-62 6-26 16,46 41-3-16,-1 15 14 15,3 11 2-15,10 3-4 0,4-4-7 16,0-9-2-1,11-14-6-15,14-13 0 0,7-15-2 16,3-15-6 0,5-6 1-16,-3-6-21 0,-7-15 11 15,-8-2 17-15,-8-2 0 16,-11-1 5-16,-3-1 1 16,0-2-3-16,-21 6 4 15,-3 8-4-15,-5 8-3 16,2 7 0-16,-1 12-4 15,1 16-43-15,2 6-176 16,2-1-257-16</inkml:trace>
  <inkml:trace contextRef="#ctx0" brushRef="#br0" timeOffset="30804.02">10181 9756 860 0,'0'0'229'0,"0"0"-192"15,0 0-9-15,0 0 68 16,0 0 32-16,0 0-27 16,-1-3-49-16,1 3-13 15,0 0-11-15,0 0-4 16,3 0-5-16,10 0 0 15,4 0-10-15,2 0-7 16,-4 0-2-16,-4 0-15 16,-1-2-130-16,-8-2-138 15,-2-7-345-15</inkml:trace>
  <inkml:trace contextRef="#ctx0" brushRef="#br0" timeOffset="33193.81">10423 8497 625 0,'0'0'211'16,"0"0"-163"-16,0 0-31 16,0 0 41-16,0 0 57 15,0 0-25-15,0 0-40 16,-16-22-7-16,13 22-4 15,-7 0-5-15,-6 0 9 16,-7 0-17-16,-7 0 2 16,-5 4 6-16,0 5-1 15,-2 0-2-15,5-2-4 16,3 3 5-16,1-1-6 0,7 0-16 16,-1 1-4-16,3 1-1 15,3 2-3-15,1 4 1 16,0 4-3-16,0 7 2 15,0 6 1-15,0 3-2 16,-1 4 5-16,3 3-4 16,3 0 3-16,0 6 5 15,4 0-2-15,2 2 5 16,2 4-9-16,2 2 3 16,0 6 2-16,0-3-1 15,12 1-5-15,10-6 2 16,3-10 1-16,5-2 0 15,2-8 0-15,1-6-4 0,4-2 8 16,1-3-2 0,1-5-4-16,3-6 1 0,1-3-5 15,4-7 2-15,6-4-1 16,1 0 2-16,-2-13-1 16,-3-6 1-16,-10-3-2 15,-2-2 2-15,-6-2 0 16,-7-6 4-16,-3-4-3 15,-5-6-1-15,-4-8 0 16,-4-4 0-16,-4-5-3 16,-4-4 1-16,0 0 0 15,-2 2 2-15,-12 0 3 16,-2 6-4-16,-1-2 0 16,-3 5 0-16,-2 2-2 0,-3 4 4 15,-3 5-3-15,-3 4 0 16,4 5-1-16,1 5 0 15,3 5 0-15,3 8-3 16,3 5-16-16,2 3-26 16,3 6-11-16,7 0-67 15,2 0-128-15,3 1-149 16,0 4-101-16</inkml:trace>
  <inkml:trace contextRef="#ctx0" brushRef="#br0" timeOffset="33472.82">10471 8579 1200 0,'0'0'186'0,"0"0"-149"16,0 0 26-16,0 0 27 15,49-87-39-15,0 54 1 16,5-4-33-16,2 0-6 15,-2 0 12-15,-4 5-5 16,-9 7-6-16,-14 7-13 16,-8 6 2-16,-10 4-3 15,-6 6-1-15,-3 2-23 0,0 0-34 16,1 0-67-16,5 0-144 16,-2-6-130-16,5-8-250 15</inkml:trace>
  <inkml:trace contextRef="#ctx0" brushRef="#br0" timeOffset="34109.3">11395 7831 1058 0,'0'0'272'0,"0"0"-204"16,0 0-56-1,0 0 57-15,0 0 31 0,0 0-39 16,-92-27-45-16,70 27-11 16,-4 0-3-16,-4 0 1 15,-2 0 2-15,1 0 6 16,1 0 1-16,5 0-3 16,4 0-2-16,8 0 1 15,4 0-2-15,6 0 2 16,1 0-5-16,2 0-3 15,0 0-2-15,0 3-5 16,0 12 1-16,0 7 6 16,0 7 1-16,0 1 0 15,-2 2 2-15,-1-1-2 16,0 0 0-16,0-5-1 0,0-5 1 16,2-5 1-16,-1-8-2 15,2-3 0-15,0-3 0 16,0-2 0-16,0 0-5 15,0 0 1-15,7 0 3 16,13-8 1-16,10-5 7 16,6-1-7-16,-2 7 1 15,3 5-1-15,0 2-2 16,-4 0 0-16,-2 12-1 16,-8 7 1-16,-8 4 0 15,-10 1 1-15,-5 3 1 16,-5 2 2-16,-23 1 0 0,-11 1 5 15,-6-1-5 1,-2-3 0-16,6-4-2 0,7-7 0 16,7-6 0-16,10-4 1 15,7-5-2-15,7-1-5 16,3 0-49-16,0 0-86 16,13-13-129-16,17-11-360 15</inkml:trace>
  <inkml:trace contextRef="#ctx0" brushRef="#br0" timeOffset="34281.36">11430 8121 902 0,'0'0'345'0,"0"0"-345"16,0 0-3-16,0 0 3 15,101-1 45-15,-41-7-22 16,3 0-21-16,-1-1-2 15,-12 3-8-15,-10-1-85 16,-8 1-123-16,-12-3-189 16</inkml:trace>
  <inkml:trace contextRef="#ctx0" brushRef="#br0" timeOffset="34479.41">11683 7980 1039 0,'0'0'150'0,"0"0"-149"0,0 0 3 16,-33 109 28-16,33-73 15 15,0 1-26-15,3-3-18 16,4-1-1-16,-1-6-2 16,-3-1-32-16,-1-5-154 15,-2-9-213-15</inkml:trace>
  <inkml:trace contextRef="#ctx0" brushRef="#br0" timeOffset="35056.62">12095 7918 1024 0,'0'0'187'16,"0"0"-147"-16,0 0-21 16,7-90 74-16,0 64 23 15,-2 3-50-15,0 6-42 16,0 1-1-16,-3 5 29 16,-2 2-17-16,0 4-13 15,0 4-6-15,0 1-1 16,0 0-11-16,0 0-4 15,0 15-1-15,0 14-2 0,0 15 3 16,0 11 2-16,0 3 0 16,1 1 1-16,6-5 0 15,2-4-1-15,-1-9-1 16,0-6 0-16,-1-9 1 16,-4-8-2-16,-1-8 0 15,-2-2 4-15,0-4-4 16,0-1 0-16,0-1-1 15,-5-1 1-15,-12-1 4 16,-3 0 2-16,-3 0-5 16,-1-3 2-16,4-6 0 15,1-1-2-15,6 2 2 16,6 2 0-16,7 4-2 0,0-1 9 16,0-2-3-16,14 1-7 15,20-4 0-15,11-3 4 16,10 2-4-16,4 2 0 15,-3 2-2-15,1 2-22 16,-4 3-49-16,-4 0-101 16,-14 2-206-16,-18 8-478 15</inkml:trace>
  <inkml:trace contextRef="#ctx0" brushRef="#br0" timeOffset="38490.08">6189 10801 863 0,'0'0'183'0,"0"0"-123"0,0 0-31 15,-17-82 28-15,21 63 10 16,16 6 0-16,5 8-38 16,6 5-14-16,4 11 6 15,4 18 13-15,1 15 6 16,-3 6-2-16,-4 4-20 16,-6 0-8-16,-10 0 0 15,-9-1-2-15,-8-3-3 16,0-8 5-16,-3-9-2 15,-12-11 1-15,-2-7 7 16,0-13 6-16,0-2 14 16,1-10-3-16,1-23-15 15,1-22-4-15,10-8-11 16,4-7-1-16,0 3-2 0,14 14 0 16,17 6 0-16,7 9-4 15,7 9-6-15,3 12-17 16,3 10-6-16,-2 7-37 15,0 0-24-15,-1 5-16 16,-7 12 27-16,-6 1 22 16,-8 2 10-16,-9-9 36 15,-8-4 13-15,-3-7 1 16,-3 0 1-16,-3 0 47 16,1-10 30-16,-2-7-16 15,0-3-15-15,0-1-2 16,-3 2 4-16,-9 4-22 15,-2 5 18-15,-1 4-18 16,-2 6 19-16,-1 0-27 16,0 19-15-16,-1 16-1 0,4 11 3 15,7-1 6-15,8 3 3 16,0-7-6-16,5-3-3 16,15-7-5-16,5-3 0 15,0-7-1-15,4-5-2 16,-1-8 1-16,6-8-17 15,2 0-35-15,3-8-21 16,-1-16-18-16,-5-5-17 16,-2-1 16-16,-8-3-63 15,-6-1 66-15,-7-2 39 0,-4 3 49 16,-2 8 3 0,-2 9 45-16,-2 10 68 0,0 6 15 15,0 0-56-15,0 15-61 16,0 15 6-16,0 14 83 15,4 2-29-15,3-2-44 16,-2 0-5-16,2-4-1 16,-2-7-8-16,0-9-6 15,-3-7-4-15,-1-11-2 16,1-5-1-16,-2-1 5 16,0-3 8-16,4-21 0 15,-1-14-9-15,4-8-7 16,0-5 3-16,0 3-1 15,0 10 1-15,-2 14 1 0,-2 13 0 16,-1 10 2-16,2 1-3 16,4 9-11-16,5 15 11 15,7 5 25-15,1-1-11 16,-1-5-12-16,-2-4-1 16,-1-8 1-16,-4-7-2 15,-3-4 1-15,2 0 3 16,-2 0-2-16,3-15 5 15,1-8-3-15,-1-7-3 16,-3-2-1-16,-2-1-1 16,-3 2 0-16,-5 11 2 15,0 12 1-15,0 8-1 16,0 0 2-16,0 21-1 0,0 15-2 16,2 8 22-16,9-4-11 15,6-4-7-15,7-12-4 16,2-4 0-16,0-12 0 15,4-5 1-15,-1-3-3 16,5-6 0-16,1-14-21 16,-3-2-7-16,-4-1-13 15,-6-3 4-15,-12 1 19 16,-9-2-1-16,-1-2 17 16,-9 2 4-16,-13 8 0 15,-2 8 8-15,0 11 23 0,-1 0-12 16,1 17-6-1,6 7 3-15,5 3-3 0,4-3-3 16,8-5-3-16,1-4-1 16,0-6-6-16,0-4-4 15,1-5 1-15,15 0 3 16,8-9 13-16,0-11-10 16,-1 2-3-16,-1 4-12 15,-6 3 7-15,0 5-1 16,0 6-1-16,1 0 1 15,2 11-5-15,2 15 11 16,3 2 0-16,0 3 5 16,0-7-1-16,0-8-1 15,-5-6 0-15,-3-10 1 0,-3 0 2 16,-3-4-2-16,-2-15 8 16,-1-2-7-16,0-8-3 15,-6 1 2-15,-1-8-4 16,0-2 0-16,0 0 2 15,0 9-2-15,0 12 2 16,0 10 3-16,-3 7 13 16,3 0-18-16,0 24-3 15,0 13 3-15,0 1 8 16,0-2-8-16,3-9 0 16,9-8-1-16,-1-8-29 15,3-8-75-15,1-3-147 16,-2-6-123-16</inkml:trace>
  <inkml:trace contextRef="#ctx0" brushRef="#br0" timeOffset="38615.87">8053 10553 748 0,'0'0'0'0,"0"0"-134"16,0 0-144-16</inkml:trace>
  <inkml:trace contextRef="#ctx0" brushRef="#br0" timeOffset="38890.05">8153 10857 663 0,'0'0'286'0,"0"0"-134"16,0 0-70-16,0 0 6 16,14 83 1-16,-11-75-60 15,1 2-18-15,-3-10-6 16,1 0-1-16,-2 0 11 15,1-10 72-15,3-11-22 16,1-6-56-16,0 5-5 16,0 6 18-16,2 11-1 15,1 5-10-15,4 0-11 16,4 0-6-16,3 16 0 16,3 5 6-16,-1 5 0 15,3-2-1-15,0-8-39 16,5-1-83-16,4-15-99 15,2 0-104-15,3-8-146 0</inkml:trace>
  <inkml:trace contextRef="#ctx0" brushRef="#br0" timeOffset="39658.31">8586 10783 854 0,'0'0'320'16,"0"0"-282"-16,0 0 19 15,0 0 29-15,-91 87 21 16,89-47-56-16,2-3-29 15,0-9-7-15,16-8-5 16,1-11-9-16,4-9 1 0,2-9 10 16,-1-18 3-16,-2-4-6 15,-6-4-3-15,-3-3-3 16,-7-4 1-16,-2-5 0 16,-2-4 0-16,-3-3 4 15,-19 0 8-15,-8 7 17 16,-2 10-10-16,4 13-1 15,8 18 18-15,3 6-26 16,7 32-14-16,5 19 1 16,5 18 2-16,0 5 1 15,15-5-4-15,13-9 0 16,6-15 0-16,5-12-2 16,2-15-3-16,1-13-6 15,-2-5-3-15,-1-7-3 16,-4-13 1-16,-7-1 1 15,-8-1 10-15,-8 2 1 0,-9-4 3 16,-3 2 1-16,0 3 0 16,0 7 0-16,0 5 3 15,0 7-3-15,0 0-3 16,0 10-12-16,0 9 14 16,0 5 1-16,3-2 1 15,7-3-1-15,2-4-1 16,-2-6 1-16,2-5 2 15,0-4-1-15,0 0 2 16,2 0-1-16,0-10 2 16,3-5 1-16,-1 0-5 15,4 0 3-15,3 1-3 0,6 4 0 16,3 7 0-16,3 3-4 16,0 0 3-16,-1 18 1 15,-5 6 3-15,-5 3 6 16,-6 0 1-16,-9-3 3 15,-6-10 0-15,-3-8 5 16,0-5 3-16,-3-1 20 16,-16 0 13-16,-6-7-26 15,0-16-10-15,2-2 9 16,5-6-10-16,6 0-12 16,5 1-5-16,7 3-1 15,0 2-6-15,12 5 1 16,6 7-3-16,2 4-24 15,5 5-23-15,7 1-11 0,3 2-46 16,1-2-216 0,-5-1-194-16</inkml:trace>
  <inkml:trace contextRef="#ctx0" brushRef="#br0" timeOffset="39795.26">9564 10566 382 0,'0'0'1080'15,"0"0"-1080"-15,0 0 0 16,0 0-6-16,0 0-53 16,0 0-123-16,-5 26-487 15</inkml:trace>
  <inkml:trace contextRef="#ctx0" brushRef="#br0" timeOffset="39938.49">9603 10846 1393 0,'0'0'147'16,"0"0"-145"-16,0 0-2 16,0 0 0-16,0 0-55 15,0 0-202-15,20-22-286 16</inkml:trace>
  <inkml:trace contextRef="#ctx0" brushRef="#br0" timeOffset="40522.66">9970 10535 1015 0,'0'0'519'0,"0"0"-479"16,0 0-36-16,0 0 27 16,0 0 41-16,0 0-44 15,83-29-11-15,-30 16-11 16,-2-1-1-16,-8 2-2 0,-5 1-3 16,-6 3 2-16,-9 1-1 15,-6 3 1-15,-8 1-2 16,-8 3 0-16,-1 0 0 15,0 0-2-15,0 5 1 16,-7 19 1-16,-11 9 10 16,-7 12 1-16,-9 6-5 15,-2 7-4-15,-4 1 3 16,-1 0-3-16,5-11 0 16,7-11-1-16,11-15-1 15,10-10 5-15,4-11 6 16,4-1-4-16,0 0 1 15,2-10-5-15,15-11-2 0,9-8-1 16,4 1 0-16,4-1-1 16,-1 4 1-16,1 11-2 15,-1 8 2-15,2 6-3 16,0 4-2-16,2 23 2 16,-2 2 3-16,0 3-2 15,-3-2-23-15,-2-5-14 16,-5-1-38-16,-5-4-127 15,-1-10-162-15,-6-6-396 16</inkml:trace>
  <inkml:trace contextRef="#ctx0" brushRef="#br0" timeOffset="40695.33">10701 10606 1068 0,'0'0'121'0,"0"0"-121"16,87 0 3-16,-50 0-3 15,0 0-40-15,-6 0-173 16,-9 0-323-16</inkml:trace>
  <inkml:trace contextRef="#ctx0" brushRef="#br0" timeOffset="40857.21">10737 10783 1463 0,'0'0'50'0,"0"0"-50"0,0 0-10 16,0 0 10-16,0 0 0 16,103-15-100-16,-60 7-127 15,-4-3-193-15</inkml:trace>
  <inkml:trace contextRef="#ctx0" brushRef="#br0" timeOffset="41389.91">11255 10622 1224 0,'0'0'53'0,"0"0"-32"15,0 0 31-15,0 0 72 16,68-79-53-16,-49 57-40 15,-1 3 7-15,-6-5 19 16,-4 2-7-16,-3 2-4 16,-5 0-25-16,0 2 1 15,0 0 0-15,0 6-10 16,0 6-8-16,0 5 12 16,0 1 1-16,0 0-16 15,0 2-1-15,0 23-10 16,0 9 10-16,0 13 3 15,0 7-3-15,5 4 1 0,3 3-1 16,4-3 1-16,-2-1-1 16,2-7-3-16,-5-8 3 15,-6-7 0-15,-1-16 1 16,0-5 1-16,-5-7-2 16,-15 0 0-16,-7-7 5 15,-5 0-5-15,-3 0 2 16,2-13-2-16,4 0 0 15,8-4-1-15,8 6 4 16,8 0-2-16,5 2-1 16,0 0-3-16,22 1 3 15,7 3 0-15,8 1-2 16,5 2 2-16,5 2-2 0,5 0-5 16,1 0-3-16,1-1-31 15,1-3-13-15,-2-5-43 16,-1-5-163-16,0-4-127 15,-7-8-273-15</inkml:trace>
  <inkml:trace contextRef="#ctx0" brushRef="#br0" timeOffset="41645.47">11910 10209 1135 0,'0'0'203'0,"0"0"-142"16,0 0-15-16,0 0 13 0,0 0-21 16,-15 87 44-16,32-14-25 15,3 10-29-15,-2 3 8 16,-1 1-3-16,-6-3-13 16,-1-6-15-16,-1-4-3 15,-2-8-2-15,-6-13-4 16,1-9-48-16,-2-15-64 15,0-18-140-15,0-11-146 16,0-13-137-16</inkml:trace>
  <inkml:trace contextRef="#ctx0" brushRef="#br0" timeOffset="42590.75">11950 10135 1290 0,'0'0'64'0,"0"0"-59"15,-127-23 23-15,68 18 94 16,-9 3-35-16,-10-3-39 16,-16 4-13-16,-16-1-8 15,-16 1 4-15,-14 1-13 0,-11 0-14 16,1 0 1-16,-2 0-5 15,3 0 7-15,13 0 5 16,18 0-5-16,19 0 12 16,25 0 4-16,24 0-4 15,22 0-1-15,13 0-8 16,11 0-7-16,4 0-3 16,0 0 2-16,0 0-2 15,0 0 0-15,0 0 0 16,0 0-2-16,-1 0 2 15,1 0 0-15,-3 0 0 16,0 0 0-16,2 0 1 16,1 0-1-16,0 0 0 0,-3 0-1 15,-4 0 0-15,-1 7 0 16,-4 1-1 0,4-3 3-16,1-1-2 0,2-1 1 15,0 3-1-15,-4 1 0 16,3 5 0-16,-4 3-1 15,0 0 2-15,1-1 1 16,-1-2 0-16,2 0 0 16,2 0 0-16,-1 0-2 15,2 4 1-15,0 4 0 16,3 1 1-16,2 7 1 16,0 1 0-16,0 5 2 15,7 6-4-15,5 7 5 16,1 6-4-16,0 9 0 0,0 11 7 15,1 5-3-15,-2 8 1 16,-2 1 0-16,-2 3 2 16,0-9-2-16,-1-4-5 15,0-14 0-15,1-10 2 16,-1-8-2-16,1-8 0 16,-3-7 0-16,-1-7-1 15,-1-11 0-15,-3-4 1 16,0-5 0-16,0-2 4 15,0-1 0-15,0 0 2 16,0 0-1-16,1 0-1 16,4 0-3-16,8 0 0 15,6 0 0-15,13 0 7 16,10 0-3-16,10-3-5 0,14-7 1 16,20-1-2-16,21-6 1 15,17 1 1-15,11-1-2 16,2 1 0-16,-10 4 2 15,-13 6-2-15,-21-1-6 16,-22 3-16-16,-19 3-2 16,-19 1-1-16,-11-2-15 15,-7 2-1-15,-7 0-3 16,-5 0-33-16,1 0-68 16,-4 0-114-16,0 0-183 15</inkml:trace>
  <inkml:trace contextRef="#ctx0" brushRef="#br0" timeOffset="43776.55">13853 5880 989 0,'0'0'214'0,"0"0"-187"15,0 0 33-15,0 0 96 16,0 0-84-16,0 0-62 15,60-52 0-15,-12 49 10 16,-1 3-6-16,-7 1-3 16,-11 22-4-16,-9 8 0 15,-14 8-3-15,-6 6 9 0,-8 3 1 16,-27 1-6-16,-12-1 1 16,-8-2 0-16,-1-5-8 15,5-8 0-15,8-12 0 16,10-9 5-16,10-12-3 15,8 0 9-15,8-20 1 16,7-14-7-16,3-1-6 16,21 4 0-16,8 6 2 15,5 8 4-15,3 10-5 16,5 7 7-16,2 0 1 16,3 9 3-16,0 8-1 15,-5 3-11-15,-6 0 0 16,-7-1-3-16,-2 2-4 15,-3 0-52-15,-3-3-91 16,4-3-141-16,-7-6-182 0</inkml:trace>
  <inkml:trace contextRef="#ctx0" brushRef="#br0" timeOffset="43911.02">14408 6200 919 0,'0'0'308'0,"0"0"-295"16,0 0 22-16,0 0 39 15,0 0-74-15,0 0-42 16,28-41-59-16,-2 27-151 16,-2-3-221-16</inkml:trace>
  <inkml:trace contextRef="#ctx0" brushRef="#br0" timeOffset="44117">14672 5814 984 0,'0'0'284'16,"0"0"-271"-16,0 0-1 16,0 0 48-16,-10 85 42 15,10-40-59-15,0-1-32 16,5 0-6-16,-2-6-2 16,0-2-3-16,-3-4-29 15,0-1-103-15,0-5-124 16,0-5-247-16</inkml:trace>
  <inkml:trace contextRef="#ctx0" brushRef="#br0" timeOffset="44268.45">14846 6082 961 0,'0'0'219'16,"0"0"-208"-16,86-39 31 15,-40 28 35-15,1 2-64 16,-1 3-13-16,2-2-49 15,-7 1-149-15,-7-3-285 16</inkml:trace>
  <inkml:trace contextRef="#ctx0" brushRef="#br0" timeOffset="44654.69">15304 5802 1163 0,'0'0'87'0,"0"0"-83"16,0 0 0-16,0 0 33 16,0 0 26-16,0 0-13 15,-17 70-24-15,17-49-3 16,0-2-1-16,0-3 13 16,0-2-12-16,0-7-6 15,0 1-2-15,8-3-9 16,6-1 1-16,7-1 4 0,11-1 1 15,7-2-7-15,4 0 1 16,1 0-3-16,-2 6 3 16,-9 1 5-16,-8 7 11 15,-7 0 0-15,-9 5-6 16,-9 2-4-16,0 4 1 16,-30 2 0-16,-15 2-5 15,-13 0-4-15,-8-5-4 16,0-8-28-16,7-12-64 15,1-4-130-15,12-23-197 16,8-25-341-16</inkml:trace>
  <inkml:trace contextRef="#ctx0" brushRef="#br0" timeOffset="44790.39">15446 5712 1069 0,'0'0'78'16,"0"0"-72"-16,85 19 8 15,-59 1 2-15,-3 3-16 16,-5 2-3-16,-7-1-228 16,-11 0-238-16</inkml:trace>
  <inkml:trace contextRef="#ctx0" brushRef="#br0" timeOffset="45054.74">14194 6486 863 0,'0'0'702'0,"0"0"-702"15,129-33-17-15,-11 15 17 16,28-3 62-16,14 0-20 15,-1 5-27-15,-17 5-8 16,-22 6-7-16,-28 5-27 16,-23 0-134-16,-24 0-125 15,-23 0-211-15</inkml:trace>
  <inkml:trace contextRef="#ctx0" brushRef="#br0" timeOffset="45572.14">14694 6674 1300 0,'0'0'142'16,"0"0"-142"-16,0 0 0 15,120-46 26-15,-61 46 20 16,-1 0-33-16,-9 17-10 0,-14 3-3 15,-15 5 0-15,-16 1-7 16,-4 3 7-16,-17 3 19 16,-17-4 1-16,-9 1 1 15,-3-5-7-15,4-6 9 16,9-5-6-16,10-7-5 16,11-3-4-16,9-3-4 15,3 0 0-15,0 0-4 16,15 0-14-16,16-1 13 15,11-4-2-15,5 5-1 16,0 0-3-16,-5 0-2 16,-10 13 7-16,-9 4 1 15,-11 7 0-15,-9 0 1 16,-3 2 16-16,0-2 8 0,-22-4 9 16,-11-2 15-16,-11-3-4 15,-8-2-19-15,-6-3-6 16,-1-2 0-16,6-3-12 15,9-3-4-15,14-2-2 16,17 0-1-16,13 0-10 16,0-8-35-16,33-13-52 15,18-9-97-15,14-8-84 16,5-6-248-16</inkml:trace>
  <inkml:trace contextRef="#ctx0" brushRef="#br0" timeOffset="45773.72">15911 6145 1629 0,'0'0'27'15,"0"0"-15"-15,0 0-12 16,130-19 2-16,-73 19-2 15,-3 0-29-15,-8 10-186 16,-16 0-268-16</inkml:trace>
  <inkml:trace contextRef="#ctx0" brushRef="#br0" timeOffset="45915.32">15984 6436 1459 0,'0'0'0'15,"0"0"-3"-15,0 0-13 16,123-22 16-16,-48 7-182 16,5-6-212-16</inkml:trace>
  <inkml:trace contextRef="#ctx0" brushRef="#br0" timeOffset="46095.03">16674 6138 1520 0,'0'0'0'15,"0"0"-74"-15,94-3 74 16,-42 3 0-16,-1 0-19 16,-3 0-200-16,-7 0-187 15</inkml:trace>
  <inkml:trace contextRef="#ctx0" brushRef="#br0" timeOffset="46507.18">17071 5912 1222 0,'0'0'88'0,"0"0"-39"0,20-95 40 16,15 74-29-16,5 9-45 15,2 8-9-15,-3 4-6 16,-8 3-6-16,-7 15 4 15,-11 9-4-15,-9 3 6 16,-4 2 6-16,-7 2 3 16,-18 0-4-16,-4-2 10 15,1-3-1-15,3-8-7 16,10-8-6-16,8-7 0 16,6-4-2-16,1-2 0 15,6 0-7-15,19 0 8 16,9 0 6-16,6 0-5 15,2 0-1-15,-3 0 0 0,-3 0 0 16,-8 7 1-16,-11 2 1 16,-8 0 12-16,-9 2 2 15,0 2 34-15,-13 4 6 16,-16 2-16-16,-10 2-12 16,-1 1-20-16,-2 0-8 15,2 0 0-15,1 3-51 16,3-1-133-16,0-2-194 15,7-1-417-15</inkml:trace>
  <inkml:trace contextRef="#ctx0" brushRef="#br0" timeOffset="46667.4">16972 6514 1401 0,'0'0'186'0,"0"0"-181"16,99-13-5-16,-17 6 40 15,12 1-7-15,-2 6-33 16,-11 0-19-16,-19 0-150 16,-27 12-254-16</inkml:trace>
  <inkml:trace contextRef="#ctx0" brushRef="#br0" timeOffset="47090.59">17208 6744 784 0,'0'0'689'0,"0"0"-654"0,0 0-31 16,105-12 20-16,-41 12 34 15,-5 0-43-15,-8 14-9 16,-18 9-2-16,-14 4 4 16,-17 3 9-16,-2 0 17 15,-22-1-5-15,-15-2-6 16,-1-3-9-16,0-3-7 15,6-5-4-15,10-2-2 16,9-4-1-16,9-3 0 16,4-4-4-16,9-2 0 15,17 1 1-15,11-2-7 0,5 0-5 16,1 0-3-16,-2 3 1 16,-6 4 6-16,-9 6 11 15,-9-2 0-15,-10 3 4 16,-7 1 19-16,-2-1 10 15,-23 2 4-15,-11-4 0 16,-10-3-13-16,-8 0-6 16,-2-5-9-16,-1-2-6 15,-2-2-3-15,-2 0-7 16,-3 0-42-16,-1-9-70 16,0-3-223-16,-3 0-423 15</inkml:trace>
  <inkml:trace contextRef="#ctx0" brushRef="#br0" timeOffset="47990.39">3384 6253 1316 0,'0'0'78'16,"0"0"-78"-16,0 0 0 15,0 0 26-15,93 108 33 16,-58-55-10-16,-5 1-8 16,-4-2-4-16,-10-11-6 15,-5-10 0-15,-4-13 0 0,-3-13 7 16,4-5 5-1,22-22 2-15,34-40 0 0,34-37-4 16,34-33-19-16,19-17-5 16,6-9-8-16,1 4-6 15,-8 16 1-15,-23 24-4 16,-32 34-16-16,-38 33-43 16,-32 29-24-16,-25 18-54 15,-12 1-213-15,-40 28-425 16</inkml:trace>
  <inkml:trace contextRef="#ctx0" brushRef="#br0" timeOffset="48354.34">3934 5899 1530 0,'0'0'87'0,"0"0"-87"16,0 0-26-16,0 0 26 15,1 88 4-15,26-20 34 16,3 7-11-16,2-3-7 16,-4-9 10-16,-3-16-1 15,-3-20 10-15,-2-18-2 16,12-9-4-16,15-28 1 0,28-37 25 15,20-26-20 1,17-20-23-16,12-12-7 0,3-10-4 16,3-11-5-16,4-8-4 15,-10 9-13-15,-17 16-34 16,-27 29-20-16,-33 33-11 16,-34 28-109-16,-15 26-384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0:56:50.374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17137 1413 452 0,'0'0'187'15,"0"0"-166"-15,0 0-18 16,0 0 50-16,0 0 43 16,0 0-39-16,0 0-19 15,4-1 11-15,-4 1 38 16,0 0 16-16,0 0-19 0,0 0-10 16,0 0-13-16,0-3-4 15,-3-5-6-15,-14-2-19 16,-3-4-30-16,-5 1 1 15,-1 0 2-15,-1-2 9 16,0 2-3-16,0 1-1 16,2 3 2-16,0 0-2 15,-2 4-2-15,6-1 9 16,-3 5-7-16,3 1 1 16,0 0-6-16,3 0-1 15,-1 0 0-15,1 0 4 16,1 1-8-16,-1 7 3 15,1 0 1-15,-1 1-2 16,-1 1 1-16,3 0-3 0,-3 3 0 16,1 0 4-16,1 1-2 15,0 3 3-15,1-1-2 16,-1 2-2-16,1 2 2 16,0 0-2-16,3 4 0 15,-2 2-1-15,1 0 0 16,3 2 0-16,-1-1 1 15,2 0 1-15,1 4-2 16,2-2 0-16,-2 2 1 16,1 0 1-16,1 0-2 15,0-1 6-15,2 0-4 16,2-2-2-16,0 2 4 16,1-1-3-16,2 1 2 0,0 0 2 15,0 0-2-15,0 0 3 16,0-2-6-16,8 3 4 15,2-1-1-15,4 3 1 16,2 0 0-16,6 0 2 16,1 2-4-16,6-1 1 15,6-1 5-15,5 2-2 16,9-5 1-16,-1-3 4 16,2-5-7-16,0-3-1 15,4-4-1-15,-2-4-2 16,5 0 0-16,0-7 2 15,-2-2 0-15,0-2-2 0,0 0 0 16,-3-4-1-16,-2-9 1 16,-2-9 2-16,0-2 1 15,-5-6 2-15,-3-4-2 16,-3-1-1-16,-5-4-1 16,-5-2 4-16,-2-4-4 15,-6 0 2-15,-4-5 0 16,-4 1 3-16,-7 1 4 15,-4-2-8-15,0 3 8 16,0 2-1-16,0 1-6 16,-6 7 1-16,-6 2 2 15,2 4-3-15,-1 1 0 16,-2 2-3-16,0 2 1 0,1 3 0 16,-1 5-1-16,2 1 0 15,0 6-1-15,1-1 0 16,2 5 0-16,2-2-6 15,-3 1-14-15,2-2-9 16,-1 1-24-16,1 3-13 16,0 6-82-16,0 0-176 15,3 0-89-15</inkml:trace>
  <inkml:trace contextRef="#ctx0" brushRef="#br0" timeOffset="382.43">17616 1639 112 0,'0'0'1046'0,"0"0"-974"16,0 0-66-16,0 0 62 15,0 0 43-15,0 0-75 16,52-39-11-16,3 22-9 16,8-2 15-16,13-7 3 15,9-1-6-15,7-5-5 16,4-3 0-16,-3 2-13 0,-10 1 3 16,-12 6-5-16,-16 8-5 15,-18 6 2-15,-17 6-3 16,-10 2 2-16,-7 2 1 15,-3 2-2-15,0 0-3 16,0 0-4-16,0 0-11 16,0 0-36-16,-8 5-84 15,-2 5-124-15,2-2-304 16</inkml:trace>
  <inkml:trace contextRef="#ctx0" brushRef="#br0" timeOffset="869.98">18999 1113 925 0,'0'0'295'0,"0"0"-262"16,0 0-14-16,0 0 108 15,0 0-18-15,0 0-50 16,-86-68-45-16,70 68-7 16,-8 0-6-16,-4 19 1 15,-4 12 4-15,-1 11-6 16,3 9 2-16,3 8-1 0,7 5 3 16,8 0-1-1,12-1 1-15,0-8-4 0,12-8-3 16,14-13 1-16,5-8-2 15,2-10 4-15,2-8-5 16,-2-8 5-16,-1 0 0 16,-3-6 1-16,-7-10 8 15,-8-1-6-15,-5-1 3 16,-8-2 0-16,-1 1-1 16,-10-5 2-16,-15-1-1 15,-9 4-1-15,-5 10 3 16,-2 8-3-16,-2 3-5 15,2 14-1-15,-1 15 0 0,9 3-2 16,9 1-5-16,12-4-53 16,12-4-106-16,4-8-79 15,22-10-236-15</inkml:trace>
  <inkml:trace contextRef="#ctx0" brushRef="#br0" timeOffset="1005.85">19099 1427 747 0,'0'0'0'16,"0"0"-363"-16</inkml:trace>
  <inkml:trace contextRef="#ctx0" brushRef="#br0" timeOffset="1634.94">19641 1191 884 0,'0'0'268'0,"0"0"-245"15,0 0 4-15,0 0 61 0,0 0 1 16,0 0-48-16,-2-65-16 16,2 52 22-16,-5-3-20 15,-1 2 12-15,-4 1-13 16,-2 3 0-16,-4 4-21 16,-4 5-1-16,-2 1 2 15,-2 0 2-15,-5 17-8 16,3 12-3-16,4 7 3 15,6 3-3-15,13-3-4 16,3-5 5-16,0-11-7 16,17-3 3-16,8-6 3 15,2-7-4-15,3-4 3 16,3 0-7-16,-1-9 11 0,-3-6-2 16,-6-4-6-16,-3-3 5 15,-4 0 3-15,-7-1 3 16,-2 1 1-16,-6 2-1 15,-1 7 0-15,0 5 10 16,0 4-3-16,0 4-10 16,0 0 0-16,0 0-9 15,0 1 5-15,0 20-12 16,2 11 16-16,0 5 2 16,-2 3-1-16,0-3-1 15,0 1-1-15,0-4 1 16,0-2 4-16,-4-3-4 0,-4-5 1 15,-4-5-1 1,-1-1 5-16,-3 0-5 0,-6-1-2 16,-2-1 1-16,-4-2-147 15,1-3-46-15,-3-4-133 16,0-7-214-16</inkml:trace>
  <inkml:trace contextRef="#ctx0" brushRef="#br0" timeOffset="2383.65">19099 1486 385 0,'0'0'73'15,"0"0"-71"-15,0 0 1 16,0 0 8-16,0 0 0 15,0 0-4-15,37-28 9 0,-36 27 31 16,1 1 30-16,-2 0 12 16,0 0-8-16,0 0-11 15,0 0-7-15,0 0-13 16,0 0 6-16,0 0-14 16,0 0-13-16,0 0-1 15,0 0 0-15,0 0 3 16,0-2 11-16,0 0 3 15,0-3-3-15,0-1-23 16,0 0-16-16,0 3 26 0,0 1-28 16,0 2-2-1,0 0-2-15,4 0-1 0,5 0 4 16,0 0 0-16,-1 11-1 16,-1 2-2-16,-5 3 2 15,-2-3 1-15,0-1 3 16,0-1 1-16,0-5-1 15,-6 0 1-15,-1-3 2 16,-4-2 3-16,1-1-4 16,-1 0-1-16,-1-3 0 15,4-13-3-15,2-4-1 16,5 1-2-16,1 2-2 16,0 5-2-16,0 3 5 15,8 4 1-15,4 5-2 16,-1 0-6-16,1 0 7 15,-3 3-6-15,-2 8 5 0,-3 0-1 16,-2-4 3-16,-2 1-1 16,0-5-4-16,0-1-65 15,0-2-54-15,0 0-168 16,-12-2-286-16</inkml:trace>
  <inkml:trace contextRef="#ctx0" brushRef="#br0" timeOffset="8423.04">18663 1974 818 0,'0'0'122'0,"0"0"-102"16,0 0 72-16,0 0 12 15,0 0-13-15,0 0-21 16,0 0-32-16,18-6-2 16,4 6 13-16,6-1 4 15,4 0-14-15,-2-1-24 0,-1 1-12 16,-3 1-1-16,-6 0-2 16,-1 0-2-16,-4 0-86 15,-7 0-146-15,-6 0-241 16</inkml:trace>
  <inkml:trace contextRef="#ctx0" brushRef="#br0" timeOffset="8791.94">19499 1940 852 0,'0'0'236'15,"0"0"-225"-15,0 0-9 16,0 0 53-16,0 0 26 15,0 0-22-15,56 0-17 16,-29 1-16-16,2 1 1 16,-2-1 3-16,-3-1-11 15,-3 0-9-15,-3 0-6 0,-1 0-3 16,-6 0-1-16,-2 0-10 16,-2 0-126-16,-6 0-141 15,-1 0-364-15</inkml:trace>
  <inkml:trace contextRef="#ctx0" brushRef="#br0" timeOffset="15633.26">2348 3433 475 0,'0'0'90'0,"0"0"-41"0,0 0 17 16,0 0 11-16,0 0 27 16,0 0 4-16,0 0-18 15,0-15-21-15,0 15-7 16,0 0-5-16,0 0-10 15,0 0-13-15,0 0-11 16,0 0-7-16,0 0-5 16,0 0-5-16,0 0 5 15,0 0-9-15,0 0 5 16,0 0-6-16,0 0-1 0,0 0 1 16,4 7 2-16,8 3 5 15,3 2 2-15,3 1 7 16,5 4 12-16,2 3-8 15,7-3-5-15,5 4-2 16,3 0 13-16,7 1-7 16,5-3-12-16,9 1 1 15,10 0 10-15,7-3 1 16,6 0-7-16,6-1-4 16,4 1-6-16,3-3 2 15,0 0 1-15,-6-5-6 16,-10 0-1-16,-6-1 0 15,-3-1 1-15,-8-3 1 0,-7 0-1 16,-14-2 1-16,-10-1-1 16,-9-1 3-16,-10 0-2 15,-6 0 1-15,-3 0 5 16,-4 0 10-16,1 0-5 16,-2 0 2-16,0 0 7 15,0 0-10-15,0 0 4 16,0 0 0-16,0 0-2 15,0 0 2-15,0 0-10 16,0 0 0-16,0 0 4 16,0 0-8-16,0 0 4 15,0 0-2-15,0-6-3 0,-10-1 0 16,-5-2 0-16,0-4 0 16,-2 4-1-16,-1-4 2 15,3 2-1-15,-2 2 0 16,2 1 1-16,2-2-3 15,-1 1 2-15,6 4 0 16,0 0 1-16,2 3-1 16,5 1 0-16,1 1 0 15,0 0-3-15,0 0 2 16,0 0-2-16,0 0-2 16,0 0 1-16,0 0-4 15,0 0 3-15,7 0 3 16,1 3 0-16,-2 3 0 0,1 0 2 15,-4 0-1 1,1 1 0-16,-2 4-6 0,-2 6-12 16,0 3-36-16,0 10-31 15,0 2-102-15,-4-1-158 16,-1-4-304-16</inkml:trace>
  <inkml:trace contextRef="#ctx0" brushRef="#br0" timeOffset="16662.93">4421 3563 689 0,'0'0'230'0,"0"0"-162"16,0 0-34-16,0 0 89 16,0 0-10-16,0 0-66 15,-10-58-30-15,10 47-13 16,9-3 5-16,4 3-6 16,1 4-2-16,-2 4-1 15,-1 3-6-15,2 0-1 16,-1 0-2-16,-2 9-4 0,-3 9 8 15,-4 5 5 1,-1 2 2-16,-2 5 1 0,0-3 3 16,-9-1-5-16,-7-3 4 15,3-7-2-15,1-4-1 16,4-5 6-16,5-4 1 16,0-3-7-16,3 2 0 15,0-2 0-15,0 0-2 16,0 0-4-16,0 0-3 15,3 0-35-15,13 0-33 16,9-2 65-16,6 2-18 16,3 0 14-16,-4 0-6 0,-3 19-17 15,-5 6 25 1,-6 5 12-16,-6 5 0 0,-6-3 1 16,-4-3 2-16,0-5 11 15,-5-3 19-15,-19-1 43 16,-9 0 4-16,-9-3-12 15,-7-3 1-15,4-4-21 16,5-5-11-16,7-3-13 16,9-2-9-16,6 0-6 15,9 0-7-15,3-7-2 16,6-4-24-16,0-2-106 16,12-7-50-16,20 0-113 15,9-5-88-15</inkml:trace>
  <inkml:trace contextRef="#ctx0" brushRef="#br0" timeOffset="16940.09">4828 3549 995 0,'0'0'153'0,"0"0"-153"15,0 0 3-15,0 0-3 16,0 0 3-16,0 0 20 0,107 45 51 16,-54-14-40-1,1-2-6-15,-5 1-20 0,-6-2 4 16,-5 1-9 0,-8-3 0-16,-5 1-3 0,-8-2-2 15,-8 1-31-15,-6-2-81 16,-3-5-107-16,0-9-147 15</inkml:trace>
  <inkml:trace contextRef="#ctx0" brushRef="#br0" timeOffset="17182.88">5105 3509 446 0,'0'0'788'0,"0"0"-761"16,0 0-19-16,-75 82-8 16,57-41 41-16,3 2-16 15,0 4-17-15,0-2 4 16,1 0-11-16,4-2-1 16,6-6-1-16,0-6-58 15,4-8-81-15,0-14-161 16,7-9-217-16</inkml:trace>
  <inkml:trace contextRef="#ctx0" brushRef="#br0" timeOffset="17779.59">5509 3538 266 0,'0'0'536'0,"0"0"-450"16,0 0-37-16,0 0 97 15,0 0-14-15,0 0-64 0,-27-8-26 16,27-1-14-1,0-2-6-15,0 1 25 0,0-1-34 16,1 2-9 0,13 2-4-16,4 3 0 0,4 4-1 15,3 0-4-15,-1 7-4 16,-4 11 1-16,-6 9 4 16,-5 3 0-16,-8 3 4 15,-1 4 2-15,-8 1 6 16,-17 1-3-16,-5-2 1 15,-7 0-6-15,-1-4 6 16,-1-4 12-16,6-10-12 16,8-7 7-16,8-8 2 15,9-4 5-15,2 0 2 0,6-4-2 16,0-13-20 0,0-3-1-16,7-2-1 0,12 4 2 15,0 3 0-15,2 7 0 16,0 1-7-16,3 5 7 15,3 2 3-15,3 0-2 16,-2 11 0-16,2 6-1 16,-1 4 0-16,-6 2-1 15,-1 4-5-15,-4 0-42 16,-1 3-85-16,1-7-112 16,-1-8-166-16</inkml:trace>
  <inkml:trace contextRef="#ctx0" brushRef="#br0" timeOffset="18363.25">6002 3638 764 0,'0'0'292'16,"0"0"-253"-16,0 0-32 15,0-86 62-15,0 68 72 16,0 2-47-16,-12 5-25 15,0 2-24-15,-3 5-11 16,-3 2-18-16,0 2-9 16,-2 0 1-16,1 15-8 15,2 10-2-15,5 10 2 16,5 6-2-16,4 0 1 0,3-9 1 16,4-8 0-16,18-7-1 15,3-11-1-15,5-6 1 16,3 0-8-16,1-20-8 15,-4-7-4-15,-5 0-8 16,-8-2-4-16,-11 0 27 16,-6 5 6-16,0 1 3 15,0 4 4-15,-6 2-5 16,-3 5 16-16,2 5 10 16,4 7-13-16,3 0-13 15,0 0-2-15,0 0-18 16,0 20-2-16,0 11 20 15,2 6 0-15,8 4 3 0,3-1-3 16,-1 0 2-16,0-6 0 16,-6-4 4-16,-4-3 8 15,-2-2 12-15,0-6 5 16,-2 0 9-16,-14-1-3 16,-11 0-8-16,-7 1-10 15,-4-5-8-15,-2-3-4 16,0-4-7-16,3-3 0 15,5-4-2-15,2 0-18 16,8 0-39-16,4 0-66 16,8 0-141-16,5 0-113 15,5-8-320-15</inkml:trace>
  <inkml:trace contextRef="#ctx0" brushRef="#br1" timeOffset="28460.32">18980 816 546 0,'0'0'90'16,"0"0"-73"-16,0 0-8 15,0 0 9-15,0 0 60 16,0 0-18-16,-51-25-3 16,45 23-24-16,2 1 10 15,-5 1-22-15,-4 0-11 16,-1 0 2-16,-1 0 2 16,-3 0-3-16,0 0-2 0,-2 0-3 15,0 0 1-15,-1 0 8 16,1 3 4-16,0 0-3 15,0 1 9-15,2 1-2 16,3-1 3-16,-2 3-7 16,2 2-6-16,0 3 0 15,-2 1-6-15,1 7 0 16,-1 2-2-16,0 7-4 16,0 4 6-16,1 4 11 15,-1 6 1-15,0 4-4 16,2 0-7-16,5 4 4 15,1-1-6-15,6 3-4 16,3 3 6-16,0 5 10 16,0 2-5-16,0-1-5 15,10-3-1-15,5-7-2 0,2-5-2 16,0-5 0 0,4-5 0-16,2-2-1 0,3-3 1 15,3-7-1-15,-3-6 2 16,1-3-2-16,-2-6-2 15,-3-2 6-15,0-2-6 16,-1-3 5-16,-1-2-10 16,2-1 10-16,3 0 2 15,4 0-5-15,1-10 9 16,3-6-7-16,1-4-1 16,-3-4-3-16,3-7 6 15,-2-2-6-15,-8-1 5 0,-2-7-1 16,-5-3-1-1,-5-5-2-15,-2-7 2 0,-5-9-1 16,-3-4-2-16,-2-2 0 16,0 0 0-16,-7 6 0 15,-6 5 3-15,-6 6-1 16,2 1-1-16,-1 7 2 16,1 9-3-16,4 6-1 15,3 7 1-15,3 7-7 16,5 3-52-16,2 7-42 15,0 3-63-15,0-1-204 16,12-3-196-16</inkml:trace>
  <inkml:trace contextRef="#ctx0" brushRef="#br1" timeOffset="28862.35">19111 795 333 0,'0'0'732'0,"0"0"-675"16,0 0-49-16,0 0-5 16,0 0 39-16,0 0-10 0,18-26-9 15,22 19-17-15,12-1-3 16,15-1 11-16,10-6-3 15,6-1-2-15,4-5 7 16,4-1 1-16,-3-1 15 16,-6 0-11-1,-10 4-1-15,-20 4 23 0,-19 4-10 16,-16 5-13-16,-10 3-2 16,-6 3-2-16,-1 0-1 15,0 0-9-15,0 0-6 16,0 0-5-16,0 0-6 15,0 0-72-15,0 2-60 16,2 10-10-16,8 0-94 16,5-6-185-16</inkml:trace>
  <inkml:trace contextRef="#ctx0" brushRef="#br1" timeOffset="29346.15">20335 460 294 0,'0'0'864'0,"0"0"-824"16,0 0-30-1,0 0 8-15,0 0 35 0,15-86-6 16,13 78-36-16,6 1-4 15,5 7-5-15,0 0-4 16,-4 5 2-16,-5 11-1 16,-8 4-3-16,-9 4-2 15,-9 3 3-15,-4 2 3 16,-2 5 0-16,-25 7 7 16,-8 2 9-16,-8 1-9 15,-4-10-4-15,2-6 3 16,7-11 0-16,10-8 4 15,14-3-1-15,8-6 2 16,6 0 30-16,0 0 8 16,0 0-23-16,0 0-11 0,10 0-13 15,12-6 0 1,10-3 1-16,7 0-2 0,0 2 4 16,7 1-5-16,-3 3 1 15,2 0-1-15,-3 3 0 16,-5 0-5-16,-4 0-60 15,-4 0-88-15,1 5-30 16,0-1-108-16,-2-4-139 16</inkml:trace>
  <inkml:trace contextRef="#ctx0" brushRef="#br1" timeOffset="29845.02">21102 617 1056 0,'0'0'93'0,"0"0"-90"16,0 0-2-16,0 0 40 15,0 0 29-15,0 0-28 16,-74-19-10-16,64 16-10 16,0-3-12-16,0-3 1 15,0-3 4-15,2-3 5 16,3-6-3-16,2-1-9 15,3-4-8-15,0 2-5 16,3 4 4-16,10 6-8 16,-3 4 6-16,-3 9-13 15,-2 1-5-15,-2 0 18 0,1 8-11 16,-3 9 5-16,-1 7 9 16,0 5 2-16,-6 5-1 15,-18 1 1-15,-4-2 3 16,-1-3-2-16,3-12 5 15,6-6-4-15,8-7 5 16,5-4-2-16,6-1-1 16,1 0 2-16,0 0 0 15,0 0 2-15,4 0-10 16,15 0 0-16,10-7 1 0,5 0-5 16,5 1 1-1,3 3-34-15,-1 3-27 0,3 0-35 16,-2 0-25-16,-4 0-109 15,-3 5-65-15,-6-5-36 16</inkml:trace>
  <inkml:trace contextRef="#ctx0" brushRef="#br1" timeOffset="30343.42">21452 383 1039 0,'0'0'55'0,"0"0"-53"16,0 0 19-16,0 0 28 16,0 0-34-16,120-79-9 15,-70 79 1-15,3 0-4 16,-9 0 0-16,-13 7-3 0,-12 11-5 16,-12 4-7-16,-7 7 3 15,-4 3 9-15,-21-2 7 16,-10-2 33-16,-4-4-25 15,1-4-3-15,7-7 4 16,9-6 19-16,10-3-15 16,7-2-10-16,5-2-5 15,0 0 4-15,0 0 1 16,17-2-10-16,9-9-24 16,9 2 7-16,4 2-1 15,-4 6-23-15,-6 1 20 16,-6 0 13-16,-6 10 5 0,-9 6-2 15,-4 6-3-15,-4 2 8 16,-2 3 11-16,-18-2 40 16,-9-1-11-16,-3-2 10 15,-4-4 22-15,-3-5-13 16,-1-1-11-16,0-3-11 16,1-3-19-16,5-1-12 15,0-3-2-15,2-2-4 16,4 2 0-16,-3 0-56 15,2-1-83-15,-5-1-136 16,-6 0-311-16</inkml:trace>
  <inkml:trace contextRef="#ctx0" brushRef="#br1" timeOffset="32094.85">20087 180 580 0,'0'0'180'0,"0"0"-132"15,0 0-2-15,0 0 7 16,0 0-28-16,0 0-17 16,0-9-8-16,0 26 0 15,0 12 11-15,7 3 34 16,-2 2-7-16,0-6 4 15,0-6-1-15,-2-9-20 16,-1-8 11-16,-1-3 11 16,3-2 14-16,1 0 25 15,8-13 17-15,9-20-31 16,11-20-41-16,8-9-21 16,0 0 3-16,3 6-8 15,-1 19-1-15,-1 15-2 0,-2 15-24 16,0 7-115-16,3 0-11 15,8 0-132-15,5 0-173 16</inkml:trace>
  <inkml:trace contextRef="#ctx0" brushRef="#br1" timeOffset="32773">22154 480 870 0,'0'0'235'0,"0"0"-176"15,0 0-26-15,0 0 62 0,0 0 12 16,0 0-24-16,0-6-33 16,0 6-18-16,-2 0-17 15,2 0 2-15,0 0-4 16,0 0-1-16,0 0-3 15,0 0-6-15,0-1 2 16,0 1-3-16,0 0-2 16,0 0-1-16,0 0-22 15,0 0-37-15,0 0-60 16,0 0-77-16,0 0-100 16,0-9-280-16</inkml:trace>
  <inkml:trace contextRef="#ctx0" brushRef="#br1" timeOffset="33236.49">20351 1404 754 0,'0'0'431'0,"0"0"-431"0,0 0-94 16,0 0-224-16,0 0 46 15</inkml:trace>
  <inkml:trace contextRef="#ctx0" brushRef="#br1" timeOffset="35375.85">19638 2080 541 0,'0'0'272'0,"0"0"-207"16,0 0-45-16,0 0 17 0,0 0 55 15,0 0-1 1,0 0-29-16,-4 0-28 0,4 0-13 16,0 0-12-16,0 0-1 15,10 0 4-15,7 1 2 16,3 0 8-16,-2-1-17 15,-3 0 0-15,-3 2-5 16,1 0-1-16,4 0-52 16,8-2-120-16,8 0-129 15,6 0-199-15</inkml:trace>
  <inkml:trace contextRef="#ctx0" brushRef="#br1" timeOffset="36624.96">20189 1619 674 0,'0'0'94'0,"0"0"-83"0,0 0-7 15,0 0 15-15,0 0 94 16,0 0 14-16,-23-8-56 16,23 8-46-16,0 0-23 15,0 0 2-15,0 0-2 16,1 8 21-16,11 3-2 15,3 1-1-15,9-2-1 16,5-1-2-16,12-2-1 16,11-5 10-16,4-2-13 0,9 0 8 15,4-3-10 1,3-12-6-16,5-2 5 0,-4-2-9 16,-4-3 3-16,-5-3-4 15,-8-1 2-15,-2-1 0 16,-2-7-2-16,-6 3 1 15,-1 0 5-15,-4-1-5 16,-4 6 4-16,-8 4 2 16,-1-1 0-16,-5 4 14 15,-6 2-8-15,-2 0 11 16,-5 3 11-16,-3 1-5 16,-1 2-12-16,-2 0 5 15,-1 2 4-15,-2 3-11 0,-1 1-8 16,2 4-1-16,-2 0-1 15,0-1 1-15,0 2-1 16,0 0-3-16,0 0 0 16,0 0 3-16,0 0-5 15,0 0 2-15,0 0-1 16,0 0 1-16,0 0 3 16,0 0-3-16,0 0-2 15,0 0 0-15,0 0-1 16,0 0 0-16,0 0-2 15,0 0-3-15,0 0 5 16,0 0 1-16,-5 0 2 16,-10 0 1-16,-8 0-4 15,-2 2 0-15,-2 2 0 0,3 0 0 16,4-1 1-16,5-1-1 16,4-1 3-16,2-1-2 15,2 0-1-15,4 0 4 16,3 0-3-16,0 0 0 15,0 0-1-15,0 0 0 16,0 0 2-16,0 0-2 16,0 0 0-16,10 0 0 15,5-3-1-15,5-1 1 16,2 2-5-16,0 1 2 16,-1 1 3-16,-1 0 0 15,-3 0-3-15,-5 0 2 16,-3 7-6-16,-8 6-3 0,-1 3-1 15,0 8 3-15,-11 7 7 16,-6 0-2-16,3 3-65 16,7 2-146-16,3-4-57 15,2-4-328-15</inkml:trace>
  <inkml:trace contextRef="#ctx0" brushRef="#br1" timeOffset="38395.24">8909 1356 532 0,'0'0'221'0,"0"0"-161"16,0 0-4-16,0 0 53 15,0 0 45-15,0 0-70 16,0-39-39-16,0 38-13 16,0 1-8-16,0 0-3 15,0 0 7-15,0 0-12 16,0 26-14-16,0 24-2 0,-3 27 55 16,-2 16-4-16,3 8-27 15,-1-1-17-15,1-6-1 16,0-7-1-16,1-12-1 15,-1-12-2-15,0-14 0 16,-1-12-2-16,1-10 1 16,-1-9 0-16,1-5-2 15,0-7-37-15,2-6-81 16,0 0-25-16,0-17-81 16,7-17-322-16</inkml:trace>
  <inkml:trace contextRef="#ctx0" brushRef="#br1" timeOffset="39542.08">9058 1278 472 0,'0'0'214'15,"0"0"-145"-15,0 0 14 0,0 0 62 16,0 0 22-16,0 0-63 16,-21-9-38-16,20 9-11 15,1 0 11-15,0-1-10 16,-2 1-4-16,2 0-14 15,0-2-9-15,0 2-3 16,0 0-6-16,0 0-1 16,0 0-5-16,0 0-6 15,0 0-3-15,0 0-5 16,2 0-5-16,17 0 5 0,14 0 5 16,16 0 2-1,10 0 3-15,7 0-4 0,3 0 0 16,0 0-1-16,2 2-5 15,-1-1 4-15,-5 2-2 16,-5 2-1-16,-6 0-1 16,-2 2 0-16,-4-3 0 15,2 0 1-15,4-3 1 16,4-1 1-16,4 0-2 16,2 0 0-16,-1 0-1 15,4-3-2-15,7-3 2 16,9 1-3-16,6 1 2 15,1 2 1-15,-3 2 0 16,-5 0-1-16,-4 0 1 16,-2 0 0-16,-6 0 3 15,-6 0-3-15,-4 2 1 16,-5 0 0-16,-5 0 1 0,3 0-1 16,-2 0-1-16,-1-1 1 15,-2 2-1-15,0-2-1 16,-2-1-1-16,2 2 1 15,4-2 1-15,7 3 0 16,3 0 0-16,1 1-1 16,4 1-1-16,-1-4 1 15,-5 2 1-15,-1-1 0 16,-5-1 1-16,-7 1-1 16,-10-1 0-16,-10 1 0 15,-7-2 0-15,-11 1 3 16,-4-1-5-16,-5 0 2 0,-1 0-1 15,0 0 1-15,0 0 4 16,0 0-4-16,0 0 1 16,0 0-1-16,0 0 5 15,0 0-5-15,0 0 2 16,0 0-2-16,0 0 2 16,0 0-1-16,0 0 1 15,0 0 3-15,0 0 2 16,0 0 1-16,-1 0 0 15,-4 0-6-15,1 0-1 16,1 0-1-16,2 0 2 16,-1 0-2-16,1 0 0 15,-5 0 0-15,0 15-4 0,-4 18 1 16,-2 20 3-16,0 16 3 16,2 9 1-16,2 10-1 15,-1 5 4-15,5 0-6 16,1-7 3-16,3-11-4 15,0-15 1-15,0-15-1 16,3-9 1-16,-2-10-1 16,2-8 0-16,-3-5 0 15,0-5-2-15,0-3-18 16,0-3-34-16,-7-2-34 16,-17 0-147-16,-11-7-335 15</inkml:trace>
  <inkml:trace contextRef="#ctx0" brushRef="#br1" timeOffset="40359.92">9467 2235 856 0,'0'0'72'16,"0"0"-72"-16,0 0-32 0,0 0 32 15,0 0 43 1,-91 6 3-16,77 0-29 0,-3 3-5 15,-3 0 58-15,-3 1 9 16,3-1-22-16,0-2-9 16,5-1-3-16,2-4 15 15,4 1 6-15,2-1-13 16,3-2-4-16,0 0-11 16,4 0-2-16,0 0-6 15,0 0-6-15,0 0-5 16,0 0-4-16,0 0-4 15,0 0-6-15,4 0-3 16,13 0 0-16,17 0 5 0,18 0 4 16,18-6-1-1,19 3-8-15,16-3 5 0,15 1-7 16,15 1 4 0,5-2 2-16,9-1-6 0,6 0 0 15,2 0-2-15,2 1 2 16,1 0-2-16,-4 1 2 15,-11 2 0-15,-4-1 4 16,-11-1-1-16,-9-2-3 16,-11-1 0-16,-12 1 0 15,-12 0-3-15,-14 0 3 16,-16 3 0-16,-14 1 0 16,-12 0 0-16,-9 0 0 15,-10 3 1-15,-1 0 0 0,-3 0-1 16,-2 0-2-16,2 0 1 15,-2 0-9-15,3 0-31 16,1 0-38-16,-2 0-61 16,0 0-86-16,-5 0-205 15</inkml:trace>
  <inkml:trace contextRef="#ctx0" brushRef="#br1" timeOffset="41991.26">10887 2433 273 0,'0'0'148'0,"0"0"-45"16,0 0 14-16,0 0-8 15,0 0-2-15,0 0 7 16,0-52-17-16,0 47-15 15,0 4-23-15,0-1-2 16,0 2 15-16,0 0-10 16,0 0-22-16,0 0-14 0,0 0-8 15,0 0-12 1,0 0-6-16,0 0-1 0,0 20 1 16,10 13 6-16,5 19 40 15,1 16-13-15,6 19 0 16,4 14-22-16,0 12 14 15,4 12 6-15,5 4-10 16,-1 8 10-16,1 1-21 16,-2-3-2-16,-2 1 1 15,-5-2-1-15,-9-11-1 16,-5-5-1-16,-4-6-2 16,-3-8 11-16,-2-7 7 15,2-5 7-15,-1-7-24 16,-3-7-4-16,5-6 1 0,-3-9 17 15,2-12-17-15,-2-11-2 16,-1-13 3-16,-1-11-3 16,-1-9 0-16,0-3 0 15,0-3 4-15,0-1-3 16,0 0 2-16,0 0 1 16,0 0 0-16,0 0-1 15,0 0-1-15,0 0-1 16,0 0-1-16,0 0 1 15,0 0 0-15,0-5-1 16,0 0 1-16,0-3-1 0,-1-4 0 16,-4-1 0-1,-2-4 0-15,-3-2 0 0,0-3 1 16,0 2-1-16,0 1 0 16,1 1 0-16,-1 1-3 15,1 1 3-15,3 4 0 16,-1 3-1-16,4 5 1 15,2 1 0-15,1 3 0 16,0 0 0-16,0 0-1 16,0 0-7-16,0 0 0 15,0 16 3-15,0 5 5 16,3 5 0-16,4-2 0 16,0-4 1-16,1-4 2 15,-1-6-2-15,1-2-2 0,-2-5-1 16,1-2 2-1,2-1 1-15,1 0 1 0,-2 0 2 16,2-5-3-16,0-11 1 16,-3-1-2-16,1-5 0 15,-3 0-4-15,-1 0 2 16,-1 8 2-16,-1 4 0 16,-2 6-1-16,0 2 1 15,0 2 0-15,0 0-1 16,0 0-7-16,0 0 4 15,0 16-1-15,-5 8 2 16,-8 7-28-16,4 5-40 16,2 2-90-16,2 0-186 15,-1-3-272-15</inkml:trace>
  <inkml:trace contextRef="#ctx0" brushRef="#br1" timeOffset="42974.05">9360 5378 644 0,'0'0'340'0,"0"0"-289"16,0 0-45-16,0 0 86 15,0 0 34-15,0 0-31 16,-83 6-49-16,64-6-16 16,2-4 9-16,1-5 1 15,5-6-9-15,-1-2-18 16,6-6-7-16,5-4-6 16,1-1 0-16,0 0-3 15,8 6 3-15,9 6-4 16,4 7 4-16,5 9-10 15,0 0 0-15,0 19 3 16,-4 20 2-16,-8 17 5 16,-9 15 0-16,-5 5 8 0,-10 7 5 15,-18-3-3 1,-11-5-4-16,-4-10 7 0,-2-11-8 16,-2-16 5-16,5-9 14 15,5-12 5-15,11-10-8 16,7-7-7-16,6-3 2 15,5-24-4-15,4-12-12 16,4-6 0-16,0 0 2 16,14 8-2-16,7 11-1 15,0 11-1-15,2 7 2 16,4 8 0-16,6 2 1 16,5 21-1-16,4 11 1 0,-2 7-1 15,-5 1 2 1,-1 1-2-16,-4-3-3 0,-3-2-43 15,-4-3-63-15,-5-6-114 16,-2-11-168-16,-10-8-279 16</inkml:trace>
  <inkml:trace contextRef="#ctx0" brushRef="#br1" timeOffset="43161.15">9471 5772 1343 0,'0'0'111'16,"0"0"-110"-16,0 0-1 16,110-12 58-16,-52 7-27 0,6 2-24 15,-4 2-7-15,-6 0 0 16,-6 1-72-16,-6 0-118 16,-9-2-132-16,-13-1-206 15</inkml:trace>
  <inkml:trace contextRef="#ctx0" brushRef="#br1" timeOffset="43353.12">9718 5589 1088 0,'0'0'258'0,"0"0"-258"16,0 0 1-1,0 0 26-15,-33 108 39 0,33-63-41 16,5 0-18-16,5-2-3 15,0-3-4-15,0-2-76 16,2-5-78-16,-2-8-153 16,0-7-186-16</inkml:trace>
  <inkml:trace contextRef="#ctx0" brushRef="#br1" timeOffset="43973.77">10233 5365 1407 0,'0'0'76'0,"0"0"-71"0,0 0 64 15,0 0 26-15,-92-20-69 16,80 20-13-16,2 0-11 15,0 0 2-15,0 0 3 16,0 0-4-16,0 0-3 16,2 0 5-16,0 0-4 15,4 0 3-15,2 0-4 16,1 0 5-16,1 0-3 16,-2 0-2-16,1 0-2 0,-1 0-3 15,-2 6-3-15,1 18 2 16,-4 12 6-16,-2 9 1 15,-1 3 0-15,1-2-1 16,1-6 1-16,1-10 0 16,1-9-1-16,4-8 2 15,2-6-1-15,0-4-1 16,0-3-4-16,0 0-1 16,10 0 5-16,13 0 7 15,8-5 0-15,5-7-7 16,4 2 0-16,0 3-8 15,0 6 0-15,-3 1-2 16,-5 3 1-16,-5 15 2 16,-9 3 3-16,-6 2 4 15,-11 1 0-15,-1-2 3 0,-4-1 13 16,-22 2 0-16,-6 1 2 16,-6-2-3-16,-2 0-9 15,5-6-6-15,6-2 0 16,11-6-1-16,13-6-60 15,5-2-126-15,3-6-161 16,24-19-434-16</inkml:trace>
  <inkml:trace contextRef="#ctx0" brushRef="#br1" timeOffset="44134">10544 5661 575 0,'0'0'840'0,"0"0"-790"0,0 0-50 15,96-34 61-15,-55 28 3 16,5 2-51-16,-3 1-13 16,-1 3-5-16,-7 0-87 15,-5 0-112-15,-10 0-145 16,-8 0-296-16</inkml:trace>
  <inkml:trace contextRef="#ctx0" brushRef="#br1" timeOffset="44314.53">10744 5479 1184 0,'0'0'218'0,"0"0"-218"0,0 0 0 16,0 0 35-16,-23 117 4 16,23-69-29-16,13-2-10 15,3-3-14-15,-1-8-138 16,-2-7-171-16,-5-10-319 15</inkml:trace>
  <inkml:trace contextRef="#ctx0" brushRef="#br1" timeOffset="44642.16">11017 5427 1322 0,'0'0'196'0,"0"0"-196"16,0 0-9-16,0 0 9 16,0 0 48-16,0 0-22 15,121 11-13-15,-93-9-9 16,-4-2-2-16,-11 0 5 16,-6 2 10-16,-6-1 6 15,-1 5 7-15,0 10-9 16,0 10-12-16,0 11 34 15,0 7-32-15,0 3-6 16,-1-1-4-16,-5 3 0 0,2-4-2 16,4-3-33-1,0-2-67-15,0-6-82 0,3-6-224 16,8-12-442 0</inkml:trace>
  <inkml:trace contextRef="#ctx0" brushRef="#br1" timeOffset="44831.02">11433 5709 1046 0,'0'0'598'0,"0"0"-573"16,0 0-22-16,0 0 31 16,0 0 5-16,147-32-25 15,-74 32-14-15,-4 0-2 0,-7 0-13 16,-11 2-70-16,-15 2-98 15,-14-2-113-15,-13-2-272 16</inkml:trace>
  <inkml:trace contextRef="#ctx0" brushRef="#br1" timeOffset="45020.15">11667 5570 1306 0,'0'0'166'15,"0"0"-164"-15,0 0-2 16,-13 77 70-16,13-32-28 16,12 3-19-16,5 2-19 0,1-5-4 15,0-3-28-15,1-7-131 16,0-11-132-16,-3-9-364 16</inkml:trace>
  <inkml:trace contextRef="#ctx0" brushRef="#br1" timeOffset="45656.78">12174 5443 1296 0,'0'0'108'0,"0"0"-90"0,0 0 95 15,0 0-20-15,0 0-50 16,0 0-24-16,-22-25-8 16,14 24 4-16,-3-2 9 15,-8 0-15-15,-3 1 1 16,-1-4 5-16,1 3-2 16,2 2-2-16,5-2-5 15,3 0-1-15,4 2-1 16,3-1-2-16,3 1 0 15,2 1-2-15,0 0 0 16,0 0-2-16,0 0-3 16,0 0-1-16,0 0 5 15,0 0-2-15,0 0 1 0,0 0-2 16,0 14-4-16,0 13 8 16,0 8 1-16,0 3 1 15,0 1-2-15,0-5 1 16,0-5 0-16,0-7-1 15,0-8 0-15,0-5 0 16,7-1 0-16,8-5-2 16,7-3 2-16,8 0-1 15,6 0 0-15,6-2-7 16,2-3-4-16,1 5-1 16,-2 0 1-16,-1 0 4 15,-9 7 8-15,-9 7-1 0,-10 5 1 16,-11 2 1-16,-3 0 11 15,-5 2 13-15,-21-1-8 16,-8-1-5-16,-5-2-8 16,1 1-4-16,1-3-2 15,5-3-13-15,9-2-61 16,6-5-121-16,7-7-276 16,3-7-532-16</inkml:trace>
  <inkml:trace contextRef="#ctx0" brushRef="#br1" timeOffset="45830.14">12551 5627 1132 0,'0'0'233'0,"90"-16"-225"16,-35 15-5-16,-2 1 4 15,-2 0-1-15,-3 0-6 16,1 0-17-16,-4 6-103 15,-9-1-157-15,-9-2-246 16</inkml:trace>
  <inkml:trace contextRef="#ctx0" brushRef="#br1" timeOffset="46023.36">12836 5513 649 0,'0'0'689'0,"0"0"-673"0,0 0-9 16,0 0 31-16,-26 101 44 16,29-53-40-16,10 0-31 15,0-3-11-15,1-3-3 16,-1-5-84-16,6-10-124 16,-1-9-222-16</inkml:trace>
  <inkml:trace contextRef="#ctx0" brushRef="#br1" timeOffset="46423.62">13309 5443 1332 0,'0'0'160'15,"0"0"-144"-15,0 0 77 16,-95 12-14-16,79 22-42 15,7 14-11-15,9 2-14 16,0 0-4-16,7-6-2 16,15-11-6-16,4-11 1 15,4-10-1-15,-1-12 0 16,-1 0-1-16,1-18-3 16,-5-14 0-16,0-10 4 15,-6-7 0-15,-6-13 2 0,-11-6-1 16,-1-4 0-1,-6-2 1-15,-19 4 2 0,-3 5 4 16,1 14-1-16,6 18-6 16,10 16 1-16,6 17-2 15,0 11-6-15,2 26-6 16,3 16-16-16,0 7-46 16,14-5-113-16,14-5-97 15,-2-6-280-15</inkml:trace>
  <inkml:trace contextRef="#ctx0" brushRef="#br1" timeOffset="46571.39">13597 5509 1142 0,'0'0'158'0,"0"0"-154"16,117-13 53-16,-65 4 61 16,0 3-82-16,5 2-21 15,2 3-15-15,2 1-4 16,-6 0-56-16,-8 0-170 15,-10 0-194-15</inkml:trace>
  <inkml:trace contextRef="#ctx0" brushRef="#br1" timeOffset="46767.59">13893 5365 1233 0,'0'0'133'0,"0"0"-124"16,-4 87-9-16,11-43 35 16,10 5-4-16,1-1-19 15,-1-4-12-15,0-4-51 16,-6-8-121-16,-2-11-239 16</inkml:trace>
  <inkml:trace contextRef="#ctx0" brushRef="#br1" timeOffset="47174.3">14242 5264 1253 0,'0'0'121'0,"0"0"-121"16,0 0 34-16,0 0 62 15,0 0-38-15,0 0-42 16,-48 31-5-16,41-8-6 16,4-2-3-16,3-4-2 15,0-1 0-15,2-3 0 16,12-4 0-16,6 0-2 16,5 0 9-16,2 2-7 15,4 1 1-15,-1 2-1 16,-2 0 0-16,1 2-1 0,-3 1 2 15,-1 0 0-15,-4 2 1 16,-8-3 3-16,-9 3 8 16,-4 3 3-16,0-1 2 15,-26 1-6-15,-11-2-11 16,-7-2 1-16,-2-7-2 16,3-2-64-16,5-9-76 15,6-2-179-15,8-25-368 16</inkml:trace>
  <inkml:trace contextRef="#ctx0" brushRef="#br1" timeOffset="47315.31">14338 5276 1285 0,'0'0'64'16,"0"0"-60"-16,98-3 3 15,-59 3-7-15,-4 9-12 16,-5 4-132-16,-7-1-198 15</inkml:trace>
  <inkml:trace contextRef="#ctx0" brushRef="#br1" timeOffset="47489.15">14572 5450 1256 0,'0'0'162'0,"0"0"-150"0,85 0-12 16,-30-7 52-16,9-7-35 15,1-1-17-15,-3-1-2 16,-7 2-49-16,-7 2-155 16,-9-2-266-16</inkml:trace>
  <inkml:trace contextRef="#ctx0" brushRef="#br1" timeOffset="47666.1">14864 5293 1236 0,'0'0'44'15,"0"0"-24"-15,-1 119 59 0,1-68 3 16,7-2-61-16,4-6-21 16,4-7-29-16,2-11-163 15,-2-14-224-15</inkml:trace>
  <inkml:trace contextRef="#ctx0" brushRef="#br1" timeOffset="48026.21">15314 5134 758 0,'0'0'731'0,"0"0"-699"0,0 0-24 16,0 0 71-16,-87 44-7 16,70 9-34-16,2 9-13 15,8-3-16-15,7-2-1 16,0-10-8-16,16-11 0 16,12-10-2-16,7-12-9 15,3-10-22-15,0-4-2 16,-7-3 17-16,-7-14 9 15,-8-3 9-15,-11 0 0 16,-5 2 7-16,0 2 6 0,-17 0-5 16,-6 6-7-1,0 5-1-15,1 3 0 16,2 2-41-16,7 0-132 0,3 7-222 16,6-3-449-16</inkml:trace>
  <inkml:trace contextRef="#ctx0" brushRef="#br1" timeOffset="48193.96">15575 5418 1408 0,'0'0'148'16,"0"0"-144"-16,117-31 0 16,-54 17 50-16,4 2-20 15,-3 2-34-15,-1 1-4 0,-8 3-99 16,-7 1-146-16,-15-1-183 15</inkml:trace>
  <inkml:trace contextRef="#ctx0" brushRef="#br1" timeOffset="48378.62">15879 5231 1019 0,'0'0'198'0,"0"0"-186"16,0 103-3-16,5-62 5 16,7-2 19-16,-1 0-33 15,2-5-24-15,0-10-175 0,-4-11-293 16</inkml:trace>
  <inkml:trace contextRef="#ctx0" brushRef="#br1" timeOffset="48871.98">16399 5252 22 0,'0'0'1095'0,"17"-78"-1008"15,-12 38-74-15,-1 3 81 0,-4 1 27 16,0 10-42-16,0 9-47 15,0 9-16-15,-11 8 6 16,-9 0-13-16,-5 3-1 16,-3 15-5-16,4 7 0 15,4 5 2-15,6 3-4 16,11-1 0-16,3-4-1 16,0-2 1-16,20-2-1 15,8-3 0-15,7 2-5 16,1-1-3-16,-1 1 8 15,-3-1-1-15,-4 1 1 16,-4 1 0-16,-10 0-2 16,-8 0 2-16,-6 0-3 15,-2-3 3-15,-21-3 7 0,-6-4 7 16,-4-5 17-16,-7-8 12 16,-1-1-4-16,3-1 5 15,10-16-12-15,11-10-8 16,13-8-11-16,4-8-13 15,19 0-3-15,13 0-13 16,8 6-12-16,5 5-59 16,2 5-102-16,-7 0-172 15,-14-1-465-15</inkml:trace>
  <inkml:trace contextRef="#ctx0" brushRef="#br1" timeOffset="53688.86">10326 5101 902 0,'0'0'141'15,"0"0"-97"-15,0 0-36 0,0 0-5 16,-14 123 64 0,2-56-3-16,-7 7-11 0,-4 14-12 15,-12 7-11-15,-8 6-7 16,-11-4-6-16,-3-2-13 16,2-8 1-16,7-13-5 15,16-11-21-15,15-11-68 16,17-14-87-16,4-15-238 15</inkml:trace>
  <inkml:trace contextRef="#ctx0" brushRef="#br1" timeOffset="54671.19">12249 5294 201 0,'0'0'481'15,"0"0"-338"-15,0 0-62 16,0 0 5-16,4-92 23 0,-4 76-7 16,0 1-20-1,0 6-15-15,0 4-23 0,0 3-4 16,0 2 3-16,0 0-12 15,0 26-23-15,-12 25 9 16,-5 26 24-16,-3 19 2 16,0 6-28-16,4 3-7 15,-1-3-5-15,3-11-3 16,0-6 0-16,-2-11-56 16,3-9-77-16,1-10-145 15,1-18-226-15</inkml:trace>
  <inkml:trace contextRef="#ctx0" brushRef="#br1" timeOffset="56004.09">11358 5164 437 0,'0'0'326'16,"0"0"-238"-16,0 0-41 15,0 0-4-15,0 0-12 16,0 0 49-16,-40 109 16 15,27-31-48-15,-2 7-30 16,-4 6-8-16,-4 3-7 16,-4 3-3-16,-6 0-2 15,-4 3-89-15,-3-7-154 16,-2-14-231-16</inkml:trace>
  <inkml:trace contextRef="#ctx0" brushRef="#br1" timeOffset="56571.32">9704 5075 544 0,'0'0'442'0,"0"0"-406"16,0 0-36-16,0 0 0 16,0 0 26-16,-53 137 40 15,25-53-4-15,-1 16-11 16,-1 13-13-16,-2 1-26 16,-3-4-5-16,2-11-5 15,0-14-2-15,2-10-30 16,11-11-52-16,9-10-80 15,8-13-233-15</inkml:trace>
  <inkml:trace contextRef="#ctx0" brushRef="#br1" timeOffset="57875.76">14604 6065 696 0,'0'0'178'0,"0"0"-156"15,0 0-19-15,0 0 59 16,0 0 77-16,0 0-52 16,0 0-44-16,-14-25-28 15,42 21-3-15,21 0 37 16,21-5-6-16,14-5 2 16,14-2 0-16,8-3-14 15,1-3 1-15,-7 3 2 16,-16 2-24-16,-21 5-6 15,-21 7-4-15,-19 3-5 16,-13 2 1-16,-8 0-32 0,-2 0-25 16,0 0-53-16,0 0-11 15,0 3-128-15,-6 5-58 16</inkml:trace>
  <inkml:trace contextRef="#ctx0" brushRef="#br1" timeOffset="60973.03">11650 6856 51 0,'0'0'1011'0,"0"0"-919"15,0 0-84-15,0 0-1 16,-3-86 34-16,35 62-14 16,11 6 5-16,3 8-10 15,2 10-4-15,-4 0-14 0,-7 15-4 16,-11 11 0-16,-9 7 12 16,-10 3 2-16,-7 1 3 15,-2 4 2-15,-23-1 1 16,-4-6 0-16,-2-4-1 15,0-9-11-15,10-8-1 16,8-7-1-16,6-4-1 16,7-2 3-16,0 0 4 15,0 0-10-15,12-10 1 16,13-6-6-16,8 0-2 16,6 2 2-16,-1 7-2 15,-1 7-5-15,-7 0 4 16,-6 8-6-16,-8 15 0 0,-8 7 12 15,-8 3 4-15,0 4 11 16,-10-4 12-16,-16-2 7 16,-11 1 7-16,-11-4 5 15,-6-2-9-15,-3-5-21 16,3-5-5-16,6-3-3 16,13-8-5-16,8-1 2 15,12-4-5-15,7 0-1 16,5-2-11-16,3-13-51 15,0-6-66-15,19-5-70 16,18 1-57-16,11-1-97 16,6 3-39-16</inkml:trace>
  <inkml:trace contextRef="#ctx0" brushRef="#br1" timeOffset="61507.01">12388 7057 809 0,'0'0'213'16,"0"0"-188"-16,0 0-7 15,5-103 75-15,-2 73 21 16,1-1-51-16,-4 6-23 16,0 5 1-16,0 2-8 15,-5 2 7-15,-10 3-17 0,0 4-17 16,-3 4 5-1,-1 4 5-15,1 1-11 0,-3 0 3 16,5 3-8-16,-1 11 0 16,4 5 0-16,3 2-1 15,4 3-1-15,6-2 0 16,0 1 1-16,3-3 1 16,14-3-1-16,8 1 1 15,2 2 3-15,5 0-2 16,0-2 0-16,1 1 1 15,-2 1-2-15,-7-2 3 16,-5 0-3-16,-12-2-3 16,-7 1 1-16,-4-1 2 15,-24 6 41-15,-14-3 3 0,-8 1-18 16,-5-5 5-16,1-8-5 16,8-7-5-16,7 0-5 15,13-5-5-15,6-12 0 16,9-4-10-16,11-2-1 15,0-1-6-15,25-2-5 16,17-1-12-16,12 5-16 16,4 1-35-16,8 4-44 15,2 4-72-15,-3 2-121 16,-4 2-261-16</inkml:trace>
  <inkml:trace contextRef="#ctx0" brushRef="#br1" timeOffset="61692.91">12641 6999 1135 0,'0'0'201'0,"0"0"-201"0,0 0-3 16,0 0 3-16,138-20 42 16,-61 8-26-16,3 2-16 15,-2 4-5-15,-10 1-56 16,-10 5-103-16,-14 0-145 15,-17 0-167-15</inkml:trace>
  <inkml:trace contextRef="#ctx0" brushRef="#br1" timeOffset="61904.24">12960 6852 364 0,'0'0'890'15,"0"0"-842"-15,0 0-47 16,0 0-1-16,0 0 46 16,-42 111 3-16,42-64-41 15,7 0-4-15,3-2-4 16,1-2-37-16,2 1-69 16,-2-6-103-16,2-9-224 15</inkml:trace>
  <inkml:trace contextRef="#ctx0" brushRef="#br1" timeOffset="62403.91">13328 6943 1058 0,'0'0'110'0,"0"0"-100"15,0 0 77-15,-99-46 38 16,74 46-47-16,1 0-43 16,1 13-21-16,5 13 0 15,1 4-1-15,9 6 3 0,5 2-8 16,3-4-4-16,1-2 1 16,15-9-5-16,9-7 1 15,-1-7-1-15,8-9 0 16,1 0 0-16,2-10-8 15,-3-14 2-15,-5-5-2 16,-7-5 8-16,-6-7 0 16,-6-8 1-16,-6-1 4 15,-2-6-1-15,-4-3 3 16,-16 2 17-16,-7 0-2 16,-1 6 9-16,1 13-2 15,7 14 0-15,5 12 2 16,8 10 1-16,4 2-23 15,-1 3-9-15,1 28-5 16,3 11 5-16,0 12 0 0,2 1 0 16,21-2-2-16,7-4-16 15,6-4-45-15,4-3-60 16,5-11-112-16,-1-14-169 16,-5-13-489-16</inkml:trace>
  <inkml:trace contextRef="#ctx0" brushRef="#br1" timeOffset="62686.34">13600 6330 1246 0,'0'0'148'0,"0"0"-148"15,0 0 0-15,-22 105 41 16,34-26 37-16,15 14-31 16,5 3-19-16,-4 3-9 15,-6-1-16-15,-7-6 2 16,-8-10-5-16,-4-11-4 16,-3-15-55-16,0-17-43 15,-3-12-75-15,-13-17-116 16,-4-10-148-16</inkml:trace>
  <inkml:trace contextRef="#ctx0" brushRef="#br1" timeOffset="63621.17">13594 6204 1315 0,'0'0'122'0,"-87"-28"-122"15,33 24 4-15,-9 3 66 16,-16 1 14-16,-17 0-38 0,-12 2-15 16,-17 12-5-16,-19-1-1 15,-8 4 0-15,-12 4 2 16,-7 3-15-16,1 1-9 15,5-3 12-15,10-6-13 16,23-7 0-16,25-1 4 16,27-5-5-16,29 0 2 15,22-2-2-15,16-1 1 16,11 0-2-16,2 0 0 16,0 0 0-16,0 0 1 15,0 0 0-15,0 0 1 16,0 0-1-16,0 0 2 0,0 0 0 15,0 0-3 1,0 0 2-16,0 0-1 0,0 0-1 16,0 0 0-16,0 2-3 15,0-2 2-15,-1 2 0 16,-2-2 1-16,3 1-1 16,-1-1 0-16,-1 0-2 15,2 3 3-15,-5 5-2 16,0 1 1-16,-3 3 1 15,-4 1 0-15,2-1 1 16,0 4-2-16,-3 4 2 16,-1 9 4-16,1 12-5 15,6 14 1-15,7 20 1 16,0 19-1-16,15 11 5 0,9 6 0 16,4 2-6-16,-1-5 3 15,-1-3 0-15,-2 1-1 16,-4-10 1-16,-3-9-2 15,-2-12-1-15,-4-17 3 16,-2-18-3-16,-4-11 3 16,-3-15-3-16,-1-6 1 15,-1-6-1-15,0-1 0 16,0-1 6-16,2 2-4 16,-2-2-1-16,1 0 3 15,6 0-4-15,12 0-7 16,16-8 7-16,20-6 2 15,17-1 1-15,11 4-6 0,16 2 1 16,11-3 2-16,16 0-1 16,9-3 1-16,4-1 0 15,3 3-12-15,-11 0-6 16,-12 0-5-16,-21 2-1 16,-20-2 1-16,-17 3 5 15,-13-1 12-15,-11-1-3 16,-5 2 2-16,-6-3-13 15,-2 2-2-15,1 0-32 16,-2-2-9-16,4-1-24 16,0 1-32-16,-2 3-34 15,0-5-162-15,-4 0-268 0</inkml:trace>
  <inkml:trace contextRef="#ctx0" brushRef="#br1" timeOffset="67437.92">18793 3573 207 0,'0'0'752'0,"0"0"-656"16,0 0-90-16,0 0 39 15,0 0 74-15,0 0-39 16,0 0-52-16,0 0-9 15,0-54 23-15,0 42 14 16,-7 2-17-16,-3 2-9 16,-3 4 3-16,-6 4-12 15,-4 0-9-15,-3 7-8 0,-5 20-4 16,5 12 0-16,2 9-1 16,11 3 1-16,10-3 3 15,3-4-3-15,1-9-3 16,15-11 2-16,5-4-3 15,-1-10 4-15,-2-4 1 16,1-6-1-16,-1 0 2 16,2 0 4-16,6-8 0 15,-2-9 3-15,0-3-6 16,-3-6-1-16,-3-4 5 16,-5-6-5-16,-6-11 4 15,-7-8 0-15,0-9-2 16,-3-6-3-16,-14-4 2 15,-2 1 3-15,-3 5 1 0,4 10 10 16,1 21 5-16,7 15-8 16,5 12-2-16,3 10-4 15,2 0-8-15,0 2-9 16,0 22-9-16,7 11-21 16,13 10-17-16,4 3-81 15,4 3-70-15,2-1-37 16,-3-5-50-16,-2-8-115 15</inkml:trace>
  <inkml:trace contextRef="#ctx0" brushRef="#br1" timeOffset="67940.14">19000 3494 1076 0,'0'0'97'0,"0"0"-56"15,0 0 72-15,0 0-15 16,0 0-44-16,40-100-28 16,2 70-4-16,13-8-3 15,19-8-3-15,13-6 2 16,7-4-10-16,3-1 9 16,-9 7-1-16,-13 6-6 15,-18 14 10-15,-20 11-14 16,-15 8-3-16,-14 7 2 15,-6 2-2-15,-2 1-2 0,0 1-1 16,0 0 0-16,0 0 0 16,0 0 0-16,0 0 3 15,0 0-1-15,-19 8 1 16,-9 5 0-16,-2 2-2 16,3-2 0-16,5-3 1 15,5-2-1-15,6-1 0 16,3-7 1-16,4 2-1 15,4-2 0-15,0 0 1 16,0 0-1-16,0 0 0 16,0 0-1-16,0 0-5 15,0 0 2-15,4 0 3 0,2 0 0 16,1 2-4-16,2 3-2 16,1 6-3-16,4 3-45 15,7 4-51-15,3 3-107 16,2-3-110-16,-3-8-229 15</inkml:trace>
  <inkml:trace contextRef="#ctx0" brushRef="#br1" timeOffset="68352.07">20047 2795 1246 0,'0'0'60'0,"0"0"-60"16,0 0 6-16,0 0 9 16,-17 127 37-16,16-65-17 15,1-3-23-15,5-9 4 16,14-8-11-16,7-11 2 16,-3-10-4-16,2-10 0 15,-2-7-2-15,-1-4 10 16,-2 0-2-16,-3-17 10 15,-2-8-2-15,-3-10 31 16,-4-10-12-16,-5-9-16 16,-3-7-5-16,0-5-11 0,-18-1 10 15,-5 8-10 1,1 14 5-16,2 15-8 0,3 15 1 16,6 11 6-16,-3 4-8 15,1 6-2-15,-1 20-9 16,4 12-33-16,10 7-95 15,0 2-29-15,6 0-46 16,15-7-126-16,4-7-65 16</inkml:trace>
  <inkml:trace contextRef="#ctx0" brushRef="#br1" timeOffset="68561.99">20416 2970 840 0,'0'0'444'0,"0"0"-444"15,0 0-18-15,0 0 18 16,-13 95 4-16,13-50 8 16,0 1-9-16,0 2 1 15,0-5-4-15,0-6-83 16,7-6-215-16,1-15-197 15</inkml:trace>
  <inkml:trace contextRef="#ctx0" brushRef="#br1" timeOffset="68793.82">20620 2794 653 0,'0'0'636'0,"0"0"-636"16,0 0-11-16,0 0 11 16,-6 101 17-16,6-51 6 15,0-1-15-15,3 1-4 16,4-3 0-16,-4 2-4 16,0-5-42-16,0-6-151 15,3-9-197-15,2-12-319 16</inkml:trace>
  <inkml:trace contextRef="#ctx0" brushRef="#br1" timeOffset="68981.92">20875 2954 1288 0,'0'0'27'15,"0"0"-27"-15,0 0 0 16,0 81 18-16,0-36-5 15,6 0-10-15,8 0 3 16,-3-2-6-16,1-9-59 16,0-7-99-16,-4-10-249 0</inkml:trace>
  <inkml:trace contextRef="#ctx0" brushRef="#br1" timeOffset="69351.62">21077 2853 1310 0,'0'0'112'0,"0"0"-108"15,0 0-4-15,85-56 32 16,-47 54-14-16,-2 2-16 16,-11 13-2-16,-9 11-9 15,-10 7 5-15,-6 5 1 0,-9 6 3 16,-23 1 15-1,-10-1-6-15,-1-6-2 0,3-9 1 16,8-10-5-16,14-10 6 16,11-5 18-16,7-2 3 15,0 0 9-15,0 0-26 16,20-3-10-16,10-10 5 16,11 3-1-16,4 3-11 15,0 3 4-15,0 4-4 16,-2 0-1-16,2 0-41 15,-3 10-72-15,-2 1-55 16,-5-4-124-16,-8 0-204 16</inkml:trace>
  <inkml:trace contextRef="#ctx0" brushRef="#br1" timeOffset="69508.14">21560 3044 1225 0,'0'0'75'0,"0"0"-40"16,0 0 75-16,0 0-69 15,0 0-40-15,0 0 14 16,-18 106-8-16,18-66-5 16,13-4-2-16,5-8-35 15,3-6-119-15,-1-7-56 16,-2-14-284-16</inkml:trace>
  <inkml:trace contextRef="#ctx0" brushRef="#br1" timeOffset="69918.6">21741 2781 1158 0,'0'0'177'0,"0"0"-163"0,0 0 33 16,19-78 20-16,7 71-46 16,0 5-17-16,0 2-3 15,-7 0-1-15,-5 5-5 16,-9 15-6-16,-5 5 3 15,0 10 6-15,-10 1 2 16,-10 2 2-16,-2-7 10 16,4-7-12-16,8-6 5 0,5-7-5 15,5-3 0 1,0-4-5-16,0 1-12 0,11 0 4 16,9 1 13-16,5-2 3 15,4 0-2-15,-2 4 0 16,-2-1 1-16,-5 2 0 15,-7 0 9-15,-7 0-6 16,-6 0 11-16,0 2 6 16,-4 1 17-16,-20 3-8 15,-6 5-16-15,-8 0-8 16,-1 3-7-16,3 0-28 16,9-7-165-16,11-7-201 15,10-9-439-15</inkml:trace>
  <inkml:trace contextRef="#ctx0" brushRef="#br1" timeOffset="70092.66">22175 2954 1444 0,'0'0'44'0,"0"0"-43"15,0 0-1-15,-14 102 3 16,10-63-3-16,4 1 7 15,0 0-7-15,0-6-195 16,0-13-218-16,8-13-399 0</inkml:trace>
  <inkml:trace contextRef="#ctx0" brushRef="#br1" timeOffset="70584.07">22498 2573 1252 0,'0'0'119'0,"0"0"-119"15,0 0-18-15,0 0 18 16,0 0 13-16,0 0-5 16,-13 104-5-16,4-75 2 15,-2-4 2-15,0-7-6 0,3-7 4 16,3-7-1-16,4-2 2 15,1-2 2-15,0 0-8 16,0 2 0-16,0 6-8 16,7 4-3-16,12 5 9 15,8-3 2-15,7-3 3 16,5-6 0-16,-2-5 7 16,-3 0-5-16,-13 0 0 15,-6-1 2-15,-6-12 1 16,-4-3 4-16,-5-5-5 15,0-6 0-15,0 2 3 16,-5 4-10-16,-4 4 22 16,5 10 3-16,2 6 23 15,0 1-39-15,2 3-9 16,0 27-34-16,0 15 34 0,0 10 6 16,2 5-1-16,4-4-1 15,3-6-3-15,-1-3-2 16,2-5-2-16,-1-6-123 15,-3-7-80-15,-4-15-304 16</inkml:trace>
  <inkml:trace contextRef="#ctx0" brushRef="#br1" timeOffset="70759.11">22886 2988 1238 0,'0'0'164'0,"0"0"-163"0,0 0-1 16,-19 110 10-16,19-73 1 16,0 0-9-16,0-7-2 15,5-3-65-15,7-10-139 16,1-13-229-16</inkml:trace>
  <inkml:trace contextRef="#ctx0" brushRef="#br1" timeOffset="71152.75">23160 2603 1114 0,'0'0'90'0,"0"0"-87"15,0 0-3-15,0 0 34 16,0 0 30-16,0 0-29 15,-50 100-16-15,47-73 9 16,3-5-14-16,0-1-6 16,0-3-8-16,4-4 7 15,12 2-7-15,6-2 1 16,2-1 14-16,5 1-12 16,3-3-2-16,0 2 2 15,-4-2 2-15,-1-3 1 16,-9 0 3-16,-7-2 14 0,-5-3-8 15,-6-1 2-15,0-1 0 16,0 3 13-16,-25 4-11 16,-14 1 2-16,-11 0-12 15,-5-3-9-15,6-6-14 16,6 0-126-16,10-15-121 16,6-21-464-16</inkml:trace>
  <inkml:trace contextRef="#ctx0" brushRef="#br1" timeOffset="71276.42">23259 2590 1256 0,'0'0'0'0,"0"0"-18"15,0 0 16 1,110-2-3-16,-83 18-83 0,-4 5-194 16,-8-1-419-16</inkml:trace>
  <inkml:trace contextRef="#ctx0" brushRef="#br1" timeOffset="71434.67">23526 2913 1362 0,'0'0'0'16,"0"0"-3"-16,0 0 3 16,-32 89 13-16,27-65-9 15,5-3-4-15,0-2-23 0,0-7-196 16,7-10-318-1</inkml:trace>
  <inkml:trace contextRef="#ctx0" brushRef="#br1" timeOffset="71771.85">23775 2547 136 0,'0'0'1365'0,"0"0"-1365"15,0 0-1-15,0 0 1 16,-97 69 28-16,79-17-3 16,8 12 0-16,10-1-12 15,0-2-8-15,3-10-4 0,18-12-1 16,5-10 2-16,3-10-1 16,0-10 1-16,0-9 2 15,-6 0 4-15,-6-4 2 16,-5-10 2-16,-11-2 0 15,-1-5 3-15,0-5 3 16,-20 1-10-16,-5 1-7 16,-2 13-2-16,2 8-1 15,2 3-17-15,6 4-103 16,11 13-127-16,6 0-174 16,3-10-133-16</inkml:trace>
  <inkml:trace contextRef="#ctx0" brushRef="#br1" timeOffset="71939.03">24011 2856 985 0,'0'0'150'16,"0"0"-150"-16,0 0-20 16,0 0 19-16,0 0-13 15,0 0 9-15,17 17-77 16,-8-11-159-16,1-6-181 15</inkml:trace>
  <inkml:trace contextRef="#ctx0" brushRef="#br1" timeOffset="72101.3">24011 2856 942 0,'45'-8'183'0,"-54"16"-183"16,2 15 0-16,-2 8 43 15,4 7 8-15,3 2-27 16,1 0-14-16,1 0-4 15,0-7-6-15,0-5-62 16,-2-8-199-16,-1-13-275 16</inkml:trace>
  <inkml:trace contextRef="#ctx0" brushRef="#br1" timeOffset="72452.45">24202 2580 387 0,'0'0'973'0,"0"0"-973"16,0 0 9-16,0 0-9 16,0 0 45-16,0 0-8 15,107-26-12-15,-72 21-17 16,-9 2-2-16,-6 1-3 15,-8 1 5-15,-8 1 4 16,-1 0-6-16,-3 0-6 16,1 0-9-16,1 6-2 15,0 14 4-15,1 8 7 0,-1 10 6 16,-2 6-1-16,0 5 1 16,0 1-6-16,0-3 0 15,-9 0-30-15,1-3-137 16,0-10-152-16,-2-9-330 15</inkml:trace>
  <inkml:trace contextRef="#ctx0" brushRef="#br1" timeOffset="72620.3">24472 2950 1259 0,'0'0'2'0,"0"0"0"15,0 0-2 1,0 107 3-16,0-73 0 0,0 0-3 16,-3 0-48-16,-5-11-263 15,-8-5-220-15</inkml:trace>
  <inkml:trace contextRef="#ctx0" brushRef="#br1" timeOffset="73502.92">24844 2853 597 0,'0'0'431'15,"0"0"-393"-15,0 0-6 0,0 0 63 16,35-80 6-16,-25 57-2 16,0-2-39-16,-7 3-21 15,-1 0-3-15,-2 4 1 16,0 3-10-16,-9 0-21 15,-9 6-5-15,-7 3 4 16,-3 6-2-16,-4 0-3 16,-1 0-3-16,4 11-3 15,9 0 2-15,7 0-2 16,11 1-9-16,2 4 11 16,0 4-4-16,3 1 6 15,17 6 1-15,7 0 0 16,8 2 0-16,9 0-2 0,-2-2 2 15,-3-2-2-15,-10-2 1 16,-14-2 2-16,-10-1-10 16,-5-2 2-16,-2 0-4 15,-25-2 12-15,-4-3 12 16,-10-2-4-16,-10-7 11 16,1-4 31-16,5 0-12 15,4 0-4-15,13-15-2 16,10-1-5-16,9-8-1 15,9-6-26-15,0-1-1 16,12 2-16-16,8 8-7 16,5 9-26-16,4 9-86 15,7 3-82-15,1 1-68 0,-2 14-292 16</inkml:trace>
  <inkml:trace contextRef="#ctx0" brushRef="#br1" timeOffset="73654.22">24982 2979 853 0,'0'0'544'0,"0"0"-544"16,0 0-60-16,0 0 60 15,0 0 7-15,0 0-2 16,15 65-5-16,-15-37-32 16,0 4-217-16,-21-1-238 15</inkml:trace>
  <inkml:trace contextRef="#ctx0" brushRef="#br1" timeOffset="74284.21">23633 3718 692 0,'0'0'506'0,"0"0"-506"0,0 0 0 15,13-81 7-15,-13 61 80 16,0 2-19-16,-10 1 3 15,-10 3-41-15,-3 8-11 16,-2 4 6-16,-5 2-18 16,0 5-7-16,1 18 0 15,6 5 0-15,10-1 0 16,11 1 0-16,2-4-2 16,19-7 2-16,14-4 1 15,6-10 0-15,3-3 12 16,-4-3-13-16,-11-15-8 0,-6-2-2 15,-10-2 10 1,-2-1 4-16,-4 1 3 0,-2 1-2 16,0 1 6-16,-1 4-9 15,2 7 0-15,-4 4-2 16,0 5 0-16,1 0-20 16,1 23-13-16,0 10 33 15,-2 12 14-15,0 4 11 16,0 2 2-16,0-2-5 15,0-9 26-15,-11-4-6 16,1-10-30-16,-3-5 6 16,-3-8-3-16,-4-2-6 0,-9-3 0 15,-7-3-9-15,-5-5-10 16,-6 0-67-16,-6 0-113 16,-7 0-127-16,-7 0-303 15</inkml:trace>
  <inkml:trace contextRef="#ctx0" brushRef="#br1" timeOffset="74584.11">21794 4181 198 0,'0'0'1386'0,"0"0"-1386"0,0 0-137 15,154 1 137-15,-22 5 84 16,43 5-37-16,39-1-29 16,20 1-3-16,8 0-4 15,-12 1-8-15,-23-2 4 16,-29-1-7-16,-36-2 0 16,-44-3-3-16,-34-2-18 15,-34 0-36-15,-22-2-16 16,-8 0-22-16,-10 0 17 15,-23 0-171-15,-19-3-265 16</inkml:trace>
  <inkml:trace contextRef="#ctx0" brushRef="#br1" timeOffset="77183.25">13646 8604 625 0,'0'0'189'0,"0"0"-160"0,0 0 9 16,0 0-11-16,0 0 66 15,0 0-11-15,43-95-14 16,-43 74-25-16,0 2 6 15,-4-1 10-15,-14 0-33 16,-6 8 4-16,-3 8-14 16,-7 4-10-16,-1 13-5 15,-2 24 3-15,7 10-2 16,10 11 0-16,8 6 2 16,12-1 1-16,0-5 1 15,3-11-6-15,17-16-6 16,2-11 2-16,0-10 0 15,-4-10 4-15,1 0 7 16,1-10 2-16,0-15-1 16,0-11 3-16,0-9-3 15,-3-9-5-15,-7-6-2 0,-4-5-1 16,-6-5 0-16,0-3 8 16,-19-2-3-16,-8 0 16 15,-5 4 1-15,2 10-7 16,5 15 18-16,8 21 12 15,9 15 3-15,3 10-6 16,5 0-42-16,0 25-2 16,0 15-2-16,0 11 2 15,0 4 2-15,17-3-2 16,3-2-3-16,6-3 0 0,7-2-60 16,6-4-104-16,1-7-33 15,-1-11-199-15,-3-14-250 16</inkml:trace>
  <inkml:trace contextRef="#ctx0" brushRef="#br1" timeOffset="77335.52">13993 8400 1152 0,'0'0'100'0,"0"0"-100"15,0 0-8-15,0 0 8 16,112-24 0-16,-72 24-13 15,-5 0-233-15,-9 0-107 16,-19 0-104-16</inkml:trace>
  <inkml:trace contextRef="#ctx0" brushRef="#br1" timeOffset="77466.23">13948 8632 917 0,'0'0'163'0,"0"0"-163"16,0 0-50-16,92-24 26 15,-30 3-16-15,3-3-227 16,0-3-187-16</inkml:trace>
  <inkml:trace contextRef="#ctx0" brushRef="#br1" timeOffset="77767.46">14466 8148 1170 0,'0'0'216'15,"0"0"-184"-15,0 0-26 16,0 0 58-16,0 0 21 16,0 0-82-16,12-24 1 15,30 24 1-15,3 0 1 16,-2 0-2-16,-8 3-2 16,-8 3 0-16,-8 2-1 15,-9 2-1-15,-2 5 1 16,-3 6 5-16,-2 8 1 15,-1 4 4-15,-2 7-4 16,0 1-5-16,0 3-2 0,-3-1 0 16,-6-1-1-16,1-2-25 15,3-5-120-15,5-6-106 16,0-11-154-16,0-10-229 16</inkml:trace>
  <inkml:trace contextRef="#ctx0" brushRef="#br1" timeOffset="78033.42">14893 7977 1270 0,'0'0'122'0,"0"0"-122"0,0 0 0 16,-16 101 28-16,20-34 34 15,13 11-27-15,-2 5-18 16,-2 0-6-16,-3-2-8 16,-5-4-1-16,-1-7-2 15,-3-6 0-15,-1-12-60 16,0-13-115-16,0-16-169 16,-8-17-167-16</inkml:trace>
  <inkml:trace contextRef="#ctx0" brushRef="#br1" timeOffset="78718.21">14735 7891 1146 0,'0'0'156'0,"-120"-27"-121"16,48 22-29-16,-9 3 6 15,-10 2 88-15,-8 0-32 16,-13 0-28-16,-7 9-20 16,-2 4 7-16,-3 2-14 15,2-2 13-15,6 0-12 0,4-3 0 16,10-2-2 0,14-4-6-16,11-2 4 0,20-1-5 15,14-1 6-15,13 0 2 16,11 0-1-16,7 2-4 15,5-2-4-15,4 0 0 16,3 0 6-16,0 0-1 16,0 1-3-16,0-1-1 15,0 1-5-15,-1 1-1 16,1-2 1-16,0 4 0 16,0 9-2-16,0 12-2 15,0 16 4-15,0 14 5 16,0 9-5-16,14 11 0 15,8 10 3-15,2 4 0 16,1 10 0-16,-2 8 0 0,-3-1-2 16,1-7 3-1,-5-10-1-15,-1-16-2 0,-1-13 1 16,-4-14 1-16,-3-14 4 16,-1-10-2-16,-1-12-1 15,0-2-2-15,7-5-1 16,9-2 6-16,17-1 17 15,17 0-3-15,18 0-5 16,19-7-12-16,20-5-2 16,22-6 2-16,20-4 1 15,14-3-2-15,10 0-3 16,-8 0-6-16,-18 4 6 0,-23 5-6 16,-32 7 5-1,-30 5-6-15,-22 4-19 0,-16 0-5 16,-11 0-12-16,-10 0-28 15,-1 0-46-15,-2 0-133 16,-3-8-157-16,-2-7-549 16</inkml:trace>
  <inkml:trace contextRef="#ctx0" brushRef="#br1" timeOffset="79700.23">15088 8178 781 0,'0'0'292'16,"0"0"-217"-16,0 0-50 16,0 0 75-16,0 0 12 15,0 0-16-15,37-24-52 16,10-5-17-16,21-8-9 16,13-8 10-16,9-9 0 15,4-8-1-15,1-6-9 16,-3-4-7-16,-9-3-10 15,-13-5 1-15,-21-4 0 16,-26-3-2-16,-23 0 0 0,-10 0 0 16,-38 2 7-16,-21 3 5 15,-14 2-3-15,-8 6-3 16,-7 10-4-16,-4 8-1 16,-2 11 5-16,2 12-6 15,9 11-1-15,1 15-1 16,2 7 1-16,-4 15 1 15,0 23 0-15,3 11-1 16,0 8 1-16,5 5 0 16,13-2 1-16,16-7-1 15,15-13 3-15,18-11-3 16,12-14 0-16,6-8-1 0,6-7 1 16,0 0 3-1,0 0 3-15,0 0 8 0,11-15-1 16,6-4-4-16,3-2-7 15,3-1 0-15,-3 2-1 16,0 1 1-16,-3-1-1 16,-6 3 2-16,-2 1-2 15,-1 0 3-15,-5 0 0 16,-1 1-3-16,-2 4 1 16,0 6 3-16,0 2 2 15,0 0 0-15,0 3-3 16,0 0-2-16,0 0-2 15,0 0-2-15,0 0 2 0,0 0-2 16,0 7-2 0,0 14 4-16,0 8 0 0,0 2 1 15,0 1-1-15,2-4-4 16,15-2 3-16,4-3 0 16,10-6-2-16,3-1-1 15,10-6 1-15,6-3-45 16,8-6-53-16,5-1-169 15,-5-8-249-15</inkml:trace>
  <inkml:trace contextRef="#ctx0" brushRef="#br1" timeOffset="86684.88">6533 7369 731 0,'0'0'99'0,"0"0"-77"0,0 0-18 15,19-89 26-15,-15 69 66 16,-2 0 13-16,-2 3-44 15,0 7-19-15,0 2-4 16,-5 8-21-16,-12 0-20 16,-4 15 8-16,-9 16-9 15,-2 10 2-15,4 9 0 16,3 4-2-16,8-1 0 16,8-3-1-16,9-6 1 15,0-9 0-15,7-8 0 16,12-9-1-16,3-6 1 15,1-8 2-15,0-4 2 16,0-4 3-16,1-20 0 16,-3-7 0-16,1-11 3 15,-2-8-4-15,-1-4 5 0,-4-4 1 16,0-4-1-16,-3-5 4 16,-5-3-1-16,-3-8-8 15,-2-3-1-15,-2 5 5 16,0 5-3-16,-2 13 19 15,-9 14-1-15,1 17-11 16,3 15 14-16,2 12-7 16,2 0-21-16,-4 22-14 15,-2 21 13-15,-1 14 2 16,4 6-2-16,6 1-2 0,0-8-85 16,22-4-19-16,6-3 7 15,5-11-95-15,0-8-53 16,2-12-102-16</inkml:trace>
  <inkml:trace contextRef="#ctx0" brushRef="#br1" timeOffset="86886.36">6919 7186 748 0,'0'0'302'16,"0"0"-203"-16,0 0-84 15,0 0 3-15,0 0 16 0,0 0-10 16,89-9-9-16,-46 6-9 16,3 2-6-16,-1 1-1 15,-3 0-109-15,-7 0-142 16,-12 0-168-16</inkml:trace>
  <inkml:trace contextRef="#ctx0" brushRef="#br1" timeOffset="87059.76">6973 7327 1054 0,'0'0'140'0,"0"0"-140"16,0 0-40-16,0 0 40 16,0 0 0-16,120 12-27 15,-62-13-99-15,1-17-136 16,-4-2-251-16</inkml:trace>
  <inkml:trace contextRef="#ctx0" brushRef="#br1" timeOffset="87431.22">7337 6897 996 0,'0'0'141'0,"0"0"-122"15,0 0-2 1,0 0 3-16,0 0-18 0,0 0 2 16,0 0 21-1,61-5-4-15,-35 6-8 0,-2 1 1 16,-4 0-2-16,-5-2 4 16,-3 0 11-16,-2 0-4 15,-5 0 13-15,-4 0 11 16,-1 1-5-16,0-1-9 15,0 4-17-15,0 6-12 16,0 11-3-16,0 10 10 16,0 7 15-16,0 4-14 15,0 1-10-15,0 3 1 16,0 1-1-16,2 0-4 0,3-4 1 16,4-1-27-1,-2-3-175-15,-1-4-76 0,-6-9-358 16</inkml:trace>
  <inkml:trace contextRef="#ctx0" brushRef="#br1" timeOffset="87764.69">6467 7785 1166 0,'0'0'131'16,"0"0"-131"-16,0 0-2 15,155-6 2-15,-58-1 9 16,20-2 5-16,17-9 5 15,16-6-14-15,4-5 1 16,-8-2-6-16,-11 4-9 16,-25 3-78-16,-23 7-18 15,-23 9-78-15,-24 1-52 16,-20 2-117-16</inkml:trace>
  <inkml:trace contextRef="#ctx0" brushRef="#br1" timeOffset="95330.25">5960 3283 1075 0,'0'0'87'0,"0"0"-73"16,0 0-6-16,0 0 11 15,0 0 63-15,0 0-7 16,0 0-6-16,-50-65-34 16,45 56-15-16,0 0-11 15,0 0-3-15,1 0-4 16,-2-1-1-16,-1-2 0 0,-2 2 0 15,-1 0-1-15,-3 1 2 16,-6 3 1-16,-5-1 5 16,-1 2-6-16,-2-2-1 15,0 5 0-15,4-3 7 16,3 3 4-16,1 0-1 16,2 2 4-16,2 0 7 15,-2 2-16-15,0 11-1 16,-4 8-5-16,1 7 0 15,0 7 0-15,0 6 1 16,2 6 3-16,1 2-1 16,4 2 0-16,1 0 1 15,2 1 7-15,3-3-1 16,2 2-2-16,3 1 4 16,2-2 6-16,0 2-7 0,6-3-6 15,7 6 0-15,5-2 3 16,4 1-1-16,3-5 0 15,7-4-1-15,5-5-2 16,5-3-2-16,3-5 0 16,1-3 0-16,-1-6 1 15,3-6-3-15,-2-8 0 16,6-7 0-16,3-2 6 16,2-4-2-16,2-19-3 15,-3-5-1-15,-4-10 1 16,-5-7-1-16,-4-13-1 15,-1-13 1-15,-3-9 0 16,-4-10 0-16,-6-7-5 0,-9-2 0 16,-9-7 2-16,-11 2-2 15,-4 9-2-15,-30 13 3 16,-22 19 2-16,-17 23 2 16,-19 21-13-16,-15 19 3 15,-10 11-6-15,-5 33-67 16,-2 19-80-16,9 17-46 15,5 9-150-15,1-1-72 16</inkml:trace>
  <inkml:trace contextRef="#ctx0" brushRef="#br1" timeOffset="96903.88">3322 5400 482 0,'0'0'0'0,"0"0"-143"0</inkml:trace>
  <inkml:trace contextRef="#ctx0" brushRef="#br1" timeOffset="97234.93">3310 7191 937 0,'0'0'131'16,"0"0"-131"-16,0 0-17 15,0 0-33-15,0 0-13 16,0 0-24-16,-22 5-4 16,21 39-40-16,-5 16-63 15</inkml:trace>
  <inkml:trace contextRef="#ctx0" brushRef="#br1" timeOffset="97529.92">3064 10006 1041 0,'0'0'159'0,"0"0"-159"16,0 0-45-16,0 0-115 15,0 0-29-15,0 0 4 16,-17 34 64-16,17-19 41 16,4 3-39-16</inkml:trace>
  <inkml:trace contextRef="#ctx0" brushRef="#br1" timeOffset="99249.05">1121 7288 1135 0,'0'0'175'16,"0"0"-169"-16,0 0-6 16,0 0-7-16,0 0 7 15,0 0 6-15,-13-15 11 16,13 48-14-16,10 21 4 15,11 16 14-15,3 6 0 16,1-9-13-16,2-16-5 16,1-17 0-16,8-17 2 0,7-17 19 15,19-11 33 1,18-40 5-16,17-30-10 0,19-26-18 16,17-23-17-1,8-14-10-15,3-11-7 0,-2 3 1 16,-14 9-2-16,-10 17-1 15,-20 25-4-15,-23 28-15 16,-23 26-57-16,-24 24-96 16,-15 22 25-16,-13 2-117 15,-13 33-59-15,-25 15-23 16</inkml:trace>
  <inkml:trace contextRef="#ctx0" brushRef="#br1" timeOffset="99662.36">1675 6871 1284 0,'0'0'200'0,"0"0"-168"16,0 0-32-16,0 0-26 15,0 0 6-15,0 0 13 16,-5 95 7-16,33-9 12 16,12 16 17-16,7 0-16 15,3-6-6-15,6-19-4 0,-10-23 2 16,1-19 2 0,-1-21 24-16,2-14-4 0,14-8 17 15,16-38 9-15,14-31-23 16,14-29-17-16,10-25-4 15,5-23-6-15,-2-12-1 16,-6-8-2-16,-7 0-6 16,-8 9-24-16,-9 18-13 15,-7 27-25-15,-16 30-40 16,-17 28-38-16,-17 25-46 16,-19 23-173-16,-13 14-346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1:00:01.1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5908 4968 828 0,'0'0'84'0,"0"0"-84"15,0 0 0-15,0 0 5 16,0 0-5-16,0 0 2 15,0 0-2-15,0 0 8 16,12 0 0-16,-9 0 8 16,-2 0 23-16,-1 0 24 0,0 0 6 15,0 0-5-15,0 0-8 16,0-8 18-16,0-8-24 16,0-3-37-16,0-3-7 15,-4-2 4-15,-8-2 4 16,-3 2-6-16,1 0 0 15,3 6 9-15,-2 1-7 16,1 6 4-16,2 2 0 16,-2 3 1-16,2 5-2 15,-3 1-13-15,-3 0 2 16,0 16-2-16,-6 19-1 16,1 12-6-16,1 10 7 0,4 7 1 15,4 5-1-15,6-1 0 16,4-12 2-16,2-7-2 15,0-13 1-15,0-12-2 16,2-8 1-16,6-7-1 16,-1-4-1-16,3-5-1 15,2 0 3-15,5-8 2 16,2-17 1-16,3-7-3 16,2-7-17-16,-5-6 3 15,0 0 10-15,-4-2-5 16,-4 8 2-16,-5 6 7 15,-5 9 1-15,-1 10 2 16,0 4-1-16,0 7 3 16,0 1 7-16,0 2-11 0,0 0-1 15,0 0-12-15,0 15-9 16,2 11 18-16,3 5 3 16,4 0 0-16,-1-3 3 15,4-3-3-15,1-5 1 16,0-3 0-16,2-5-1 15,2-6-1-15,0-3 1 16,1-3 0-16,-1 0 0 16,-1-5-4-16,1-10-1 15,0-5-2-15,0-5 1 16,0-5 5-16,-4-6 1 16,-1-2-4-16,-5-2 2 15,-4-1 4-15,-2-1-1 0,-1 1 1 16,0 4-2-1,0 7 3-15,0 9 0 0,0 7-3 16,0 8 8-16,0 3 5 16,0 3-3-16,0 0-10 15,0 2-18-15,0 20 7 16,0 13 9-16,0 8 4 16,6 3 1-16,-2 0-3 15,1-4 1-15,-1-6-1 16,-3-4 0-16,-1-5 3 0,0-6-1 15,0-4-2 1,0-9 2-16,0-3 0 16,0-3-2-16,0-2 4 0,0 0 2 15,0 0 5-15,0-4 6 16,0-13 5-16,0-7-22 16,0-3-1-16,0 0-1 15,11 1-3-15,2 6 1 16,5 4-3-16,4 3-3 15,1 8 8-15,2 1-2 16,1 4 0-16,-1 0 0 16,-2 16-1-16,-3 5-5 15,-5 5 7-15,-5 5 3 16,-8 0 1-16,-2 0 4 16,0-4-5-16,-15-3 11 15,-7-3 30-15,-3-3-12 16,-4-3 0-16,1-4-11 0,1-3-10 15,4-3-3-15,6-5-5 16,4 0 0-16,6 0-25 16,7-13-131-16,0-7-123 15,18-7-448-15</inkml:trace>
  <inkml:trace contextRef="#ctx0" brushRef="#br0" timeOffset="651.19">6522 4984 857 0,'0'0'85'16,"0"0"-79"-16,0 0-4 15,0 0 0-15,0 0 12 16,43 80 4-16,-33-76-1 15,-1-3 4-15,-3-1 21 16,-1 0 19-16,1-10 13 16,3-12-31-16,1-9-16 15,0-2-4-15,2-3-15 16,-1 0 2-16,1 6-1 16,0 6 8-16,0 7-6 15,1 8-7-15,-1 7-4 0,0 2-1 16,2 0-1-16,2 4-6 15,0 10 8-15,1 2 7 16,-2 1-3-16,-1-4 1 16,-5-1-2-16,-2-2-2 15,-1-7 1-15,-5 0-1 16,1-3 0-16,-2 0 2 16,0 0 1-16,0 0 6 15,0-1 5-15,-10-12-12 16,-9-5-1-16,-3-4-1 15,-1 2-1-15,-2 2 3 16,2 5-1-16,3 9 18 16,4 4 40-16,1 0-27 0,0 18-26 15,-1 14-6 1,3 14 1-16,2 9 8 0,8 6-3 16,3-2 8-16,0-8-2 15,14-9-6-15,7-12 2 16,7-11 3-16,8-13 1 15,3-6-1-15,3-4 3 16,0-20 8-16,0-7-17 16,-3-3-5-16,-6 1-1 15,-5 2-1-15,-4 4-63 16,-8 3-97-16,-7 1-126 16,-9 6-504-16</inkml:trace>
  <inkml:trace contextRef="#ctx0" brushRef="#br0" timeOffset="3315.65">7382 5018 642 0,'0'0'443'0,"0"0"-366"0,0 0-64 16,0 0 96-16,0 0 30 15,0 0-55-15,0 0-36 16,0-8-26-16,12 3-17 16,14-3 2-16,7-3-5 15,9 2-2-15,0 0 1 16,1 0-1-16,2 3 0 16,0-1-2-16,0 1-99 15,-5 0-104-15,-9 2-96 0,-10-5-294 16</inkml:trace>
  <inkml:trace contextRef="#ctx0" brushRef="#br0" timeOffset="3967.94">8379 4504 395 0,'0'0'433'0,"0"0"-370"0,0 0-55 16,0 0 118-16,0 0 22 15,0 0-87-15,-12-22-3 16,9 18-22-16,1 4 16 16,-3-3 12-16,2 2-23 15,-2 1-7-15,-1 0-14 16,-3 0-5-16,-3 0-1 16,-2 0-7-16,1 6-3 15,-5 9 0-15,0 6-3 16,-2 11 3-16,1 10-3 15,0 9 1-15,6 12 2 16,3 8 2-16,6 4 4 0,2 0 8 16,2-1-2-16,0-5-11 15,2-6 0-15,9-7 0 16,5-10-3-16,0-6 1 16,3-6-5-16,-3-5 6 15,1-4-4-15,1-2 0 16,2-7-11-16,2-4-77 15,5-10-119-15,5-2-79 16,1-18-213-16</inkml:trace>
  <inkml:trace contextRef="#ctx0" brushRef="#br0" timeOffset="4498.6">8867 4857 1010 0,'0'0'187'15,"0"0"-164"-15,0 0-15 16,0 0 74-16,-41-79 21 16,31 69-44-16,0 1-45 15,-1 5 3-15,0 1-1 16,-5 3 10-16,2 0-14 15,-7 7-8-15,0 15-2 16,-3 11-1-16,3 6-1 16,1 5 4-16,5-2-1 0,6-4-2 15,5-1 0-15,4-8 0 16,0-5-1-16,7-7 0 16,5-6 0-16,4-6 0 15,1-5 0-15,5 0 2 16,7-14 0-16,0-11-2 15,-3-5-15-15,-3-2 12 16,-6 1-4-16,-4 0 2 16,-8 7 5-16,-1 6 3 15,-4 6-1-15,0 8-2 16,0 4 6-16,0 0-2 16,0 0-4-16,0 0 0 15,0 0-5-15,0 0-2 0,5 11 0 16,2 6 7-16,1 6 0 15,2-2-1-15,2 3-1 16,3-2-70-16,2-1-123 16,4-4-98-16,1-8-245 15</inkml:trace>
  <inkml:trace contextRef="#ctx0" brushRef="#br0" timeOffset="4657.89">9059 4984 1020 0,'0'0'112'0,"0"0"-110"16,0 0 4-16,113-40 44 16,-61 32-29-16,3 2-16 15,0 0-4-15,-7 4-1 16,-8 1-62-16,-7 1-165 16,-11 0-199-16</inkml:trace>
  <inkml:trace contextRef="#ctx0" brushRef="#br0" timeOffset="4874.68">9267 4812 1033 0,'0'0'85'0,"0"0"-83"16,0 0-2-16,-9 87 5 15,9-42 0-15,2 8-3 16,11-3 1-16,1-4-3 16,1-3-132-16,-2-13-145 15,0-12-230-15</inkml:trace>
  <inkml:trace contextRef="#ctx0" brushRef="#br0" timeOffset="5364.91">9539 4709 994 0,'0'0'129'0,"0"0"-125"15,-1 84-4-15,1-40 3 16,0-2 22-16,0 0 11 15,0-3-15-15,0-2-11 16,0-8 3-16,0-8-6 16,-2-7-2-16,1-8 0 15,1-4 16-15,0-2 22 16,0 0-9-16,0 0 6 16,0-13 17-16,0-9-37 15,0-9-20-15,7 0 0 0,10 2-1 16,4 5 1-16,2 4-8 15,3 7 6-15,1 6 0 16,-2 3-1-16,-2 4 3 16,-2 4-2-16,-4 14-1 15,-4 6-4-15,-3 4 7 16,-7 0 2-16,-3 0 6 16,0-2 6-16,0-4-3 15,-13-2 0-15,-3-4 1 16,-3-3-3-16,-3 0-5 15,4-6-3-15,3-4-1 16,1-3-89-16,6 0-119 16,7-17-351-16</inkml:trace>
  <inkml:trace contextRef="#ctx0" brushRef="#br0" timeOffset="5519.08">9853 4981 1106 0,'0'0'127'0,"0"0"-126"16,90-26 16-16,-49 17 72 16,3 2-65-16,1 1-23 15,-3 0-1-15,-6 0-52 16,-7-2-130-16,-9 2-222 16</inkml:trace>
  <inkml:trace contextRef="#ctx0" brushRef="#br0" timeOffset="5738.37">10028 4799 554 0,'0'0'707'0,"0"0"-707"15,0 0-3-15,0 0 3 16,0 98 7-16,9-64 0 15,4 1-6-15,-2-2 0 16,4-1-1-16,0-4-98 16,0-9-221-16,1-5-346 0</inkml:trace>
  <inkml:trace contextRef="#ctx0" brushRef="#br0" timeOffset="6283.7">10285 4986 908 0,'0'0'186'0,"0"0"-181"15,0 0 1-15,0 0 9 16,0 0 58-16,0 0-49 16,99 51-12-16,-77-73-4 15,-6-5-3-15,-2-6 1 16,-3-4 15-16,-3-7 11 0,1-7-11 15,1 0-8-15,3 1-10 16,4 11 13-16,-4 15 26 16,3 8-21-16,-3 14-9 15,2 2-12-15,2 2 1 16,3 18 1-16,2 3 17 16,-5 0-8-16,2-4-7 15,-4-4-1-15,-3-4-3 16,-4-6 1-16,-4-1 0 15,-3-4 0-15,-1 0-1 0,0 0 0 16,0-2-5 0,-5-9-29-16,-10-3 22 0,-2 2 12 15,-5 1 3-15,3 7-3 16,-5 4-2-16,2 0-7 16,-3 24 9-16,2 9 0 15,5 4 4-15,7 4 16 16,10-1 9-16,1 0-7 15,8-5 18-15,17-8-23 16,9-5-8-16,9-10-3 16,4-8 3-16,3-4-5 15,0 0-4-15,-3-14-27 16,-4-8-71-16,-4-4-41 16,-7 0-125-16,-7-3-276 15</inkml:trace>
  <inkml:trace contextRef="#ctx0" brushRef="#br0" timeOffset="6514.53">10873 4414 1217 0,'0'0'190'16,"0"0"-190"-16,0 0-12 15,0 0 12-15,0 0 50 16,126 131 9-16,-83-62-12 15,-8 7-9-15,-11 2-1 16,-12 3-9-16,-11-2-15 0,-1-1-12 16,-15-4 0-16,-18-7-1 15,-14-6-16-15,-12-11-181 16,-11-10-238-16</inkml:trace>
  <inkml:trace contextRef="#ctx0" brushRef="#br0" timeOffset="15760.77">19089 2248 666 0,'0'0'61'15,"0"0"-48"-15,-7 77 12 16,4-20 75-16,3 9-20 15,0 5-38-15,0 2-8 16,0 3-22-16,8-7-10 16,6-8-2-16,1-8-17 0,-2-10-70 15,2-11-75-15,-1-13-155 16</inkml:trace>
  <inkml:trace contextRef="#ctx0" brushRef="#br0" timeOffset="16112.36">19365 2454 1054 0,'0'0'81'0,"0"0"-77"16,0 0 15-16,0 0 36 16,0 0-11-16,0 0-44 15,79-27 0-15,-63 56 0 0,-6 6 6 16,-8 5 4-1,-2 5-3-15,-10 8 7 0,-21 4 8 16,-5-2-13-16,-6-8-5 16,10-17 11-16,11-14-10 15,12-14 5-15,9-2 77 16,0 0 7-16,0-2-46 16,14-17-28-16,11-3-20 15,11-4-1-15,10 2 1 16,5 4-4-16,5 6-11 15,4 3-53-15,2 2-44 16,0 5-21-16,-7 2-84 16,-9-3-66-16,-14 4-129 15</inkml:trace>
  <inkml:trace contextRef="#ctx0" brushRef="#br0" timeOffset="16495.45">19880 2509 1125 0,'0'0'153'0,"0"0"-137"15,-9-78 26-15,9 60 56 16,14 2-45-16,2 5-26 16,1 4-16-16,-2 6-6 15,-3 1-5-15,-2 0-6 16,-3 10-5-16,-4 8 4 16,-3 3 0-16,0 5 7 15,-5 1 0-15,-12-5 1 16,6-4 1-16,2-7 9 0,8-8-6 15,1 0-5-15,0-3-5 16,20 0-9-16,10 1 13 16,12-1 2-16,3 2 6 15,-5 4-5-15,-8 1-2 16,-13 1 0-16,-9 3-3 16,-7 2-2-16,-3 3 4 15,-4 4 1-15,-19 3 36 16,-9 1-2-16,-9-2-6 15,-5 1-11-15,-3-5-9 16,6-2-8-16,9-6-42 16,16-3-104-16,18-7-103 0,2-4-176 15</inkml:trace>
  <inkml:trace contextRef="#ctx0" brushRef="#br0" timeOffset="16659.73">20402 2580 1265 0,'0'0'143'16,"0"0"-143"-16,0 0-4 15,93-26 4-15,-36 14 2 16,10-1-2-16,8 0-106 16,-3 1-148-16,-8-3-340 15</inkml:trace>
  <inkml:trace contextRef="#ctx0" brushRef="#br0" timeOffset="16979.31">21134 2245 1302 0,'0'0'80'16,"0"0"-77"-16,0 0 17 15,-96 11 51-15,75 20-35 16,0 14-8-16,4 12-11 15,4 8-3-15,9 0-7 16,4-6-7-16,0-10-2 0,17-10 1 16,9-13 2-1,9-12 3-15,2-14-2 0,0 0-2 16,-6-20 0-16,-9-6 2 16,-10-1 5-16,-12 1 0 15,0 2-7-15,-19 7-4 16,-12 4-6-16,-11 7-19 15,-4 6-45-15,-3 25-94 16,-2 19-91-16,-1 8-160 16</inkml:trace>
  <inkml:trace contextRef="#ctx0" brushRef="#br0" timeOffset="18062.33">18780 3678 1247 0,'0'0'69'15,"0"0"-67"-15,0 0-2 16,0 0 8-16,0 0 28 16,107-55-18-16,-84 62-18 15,-7 20-6-15,-10 8 2 16,-6 7-9-16,-15 8 13 0,-22 7 0 15,-13-2 16-15,-6-7-13 16,3-10 10-16,10-14-5 16,12-12 0-16,18-10-3 15,12-2 31-15,1-5 22 16,18-16-30-16,22-7-28 16,16-1-5-16,12 10 5 15,0 11 0-15,-4 8-1 16,-14 11-4-16,-15 16 0 15,-16 4-1-15,-16 3 6 16,-3 3 0-16,-20 0 19 16,-22-2 32-16,-10-4-20 15,-5-5-8-15,4-9-11 0,6-6-6 16,11-4-6-16,14-6 0 16,13-1-48-16,9-1-69 15,12-25-92-15,23-11-447 16</inkml:trace>
  <inkml:trace contextRef="#ctx0" brushRef="#br0" timeOffset="18413.91">19203 3681 1282 0,'0'0'25'15,"0"0"-18"-15,0 0-4 0,0 84 37 16,0-46-4-1,11 4-13-15,9-1-10 0,2-9-11 16,3-7 1-16,2-11 0 16,-2-10 5-16,2-4-8 15,-2-2-5-15,-2-22 5 16,-1-5 9-16,-5-11-5 16,-5 0 0-16,-8 1 1 15,-2 8 2-15,-2 7 30 16,0 14 0-16,0 7 9 15,0 3-14-15,0 0-32 16,0 24-26-16,0 21 26 16,-2 17 9-16,-2 6-1 15,0-2-8-15,4-6-13 0,0-4-74 16,0-8-87-16,15-14-197 16,8-16-319-16</inkml:trace>
  <inkml:trace contextRef="#ctx0" brushRef="#br0" timeOffset="18895.11">19878 3643 1158 0,'0'0'102'0,"0"0"-102"16,0 0 43-16,-10-88 64 0,5 78-18 15,1 3-42-15,1 7-29 16,0 0-14-16,-2 0-4 16,-7 2 0-16,-3 18 2 15,-3 5 1-15,3 2 2 16,7-2-5-16,6-5-3 16,2 1-1-16,0-2 3 15,16-4 1-15,8 2 0 16,7 0 4-16,5-2 0 15,-3 0 2-15,-1 3-5 16,-7 2-2-16,-10 1 1 16,-8 1-5-16,-7 3-1 15,0 2 1-15,-22-2 5 0,-10-2 8 16,-6-6 15-16,-4-7 14 16,2-7 0-16,1-3 3 15,6-2-18-15,3-17-4 16,8-8-9-16,7-8-6 15,11-6-3-15,4 2-5 16,3 2 4-16,25 6-16 16,13 3-29-16,17 7-77 15,9 6-81-15,2 3-85 16,-5 4-387-16</inkml:trace>
  <inkml:trace contextRef="#ctx0" brushRef="#br0" timeOffset="19053.78">20347 3784 1103 0,'0'0'458'0,"0"0"-458"15,0 0 4-15,103-47-1 16,-53 34 17-16,4 1-20 16,1 8-2-16,-5 4-104 15,-8 0-200-15,-17 0-399 16</inkml:trace>
  <inkml:trace contextRef="#ctx0" brushRef="#br0" timeOffset="20739.53">20943 3511 1088 0,'0'0'167'0,"0"0"-128"16,0 0-32-16,0 0 33 16,0 0 3-16,0 0-30 15,-3 20-2-15,3 33 4 16,7 12 7-16,-3 4-15 15,0 0-5-15,-3-1-2 16,-1-5-28-16,0-5-65 16,0-12-78-16,0-12-231 15</inkml:trace>
  <inkml:trace contextRef="#ctx0" brushRef="#br0" timeOffset="21111.22">21241 3581 1289 0,'0'0'0'16,"0"0"-5"-16,0 0 5 16,0 0 10-16,0 0 30 15,0 0-20-15,-84 91-7 16,82-68-9-16,2-3 5 15,0-3-5-15,0 0-3 16,7-1 8-16,11-5-7 16,8 1-2-16,6-1 17 0,4-4-12 15,3 2 3-15,-3-1-4 16,-2-3 4-16,-9 3 6 16,-8-1-3-16,-9-2-3 15,-8 3-2-15,0 1 0 16,-10 8-1-16,-22 7 0 15,-17 1 8-15,-10-2-13 16,-7-9-114-16,8-10-85 16,13-4-280-16</inkml:trace>
  <inkml:trace contextRef="#ctx0" brushRef="#br0" timeOffset="21233.56">21610 3510 780 0,'0'0'0'0,"0"0"-436"0</inkml:trace>
  <inkml:trace contextRef="#ctx0" brushRef="#br0" timeOffset="22563.18">18845 5017 1009 0,'0'0'177'0,"0"0"-176"15,0 0 19-15,0 0 68 16,0 0 31-16,0 0-47 16,-67-40-58-16,59 38-2 15,-2 2 0-15,-3-2-2 0,-1 1-2 16,-3 1 0-16,-1 0 2 16,-1 0 3-16,1 0 5 15,3-2-4-15,2 0 1 16,2 0-3-16,4 0-2 15,4 0-5-15,2 1 1 16,1 1-2-16,0 0-3 16,0 0 0-16,0 0-1 15,0 0-1-15,0 0-3 16,0 9-5-16,-2 14 9 16,-3 10 1-16,-3 6 0 15,-2 2 2-15,-2-1-2 16,2-7 0-16,2-6 1 0,1-9-2 15,4-6 1 1,3-7-1-16,0-4-4 0,0-1-10 16,3 0 10-16,19 0 4 15,9 0 4-15,10 0 3 16,2 0-11-16,4 0 4 16,-4 11-3-16,-6 5 2 15,-8 4-3-15,-11 2 2 16,-10 3 0-16,-8-1 0 15,0 0 2-15,-13-2 11 16,-16 2 15-16,-9-4 10 16,-6-2-11-16,-1-3-12 0,2-6-4 15,5-3-8-15,8-4 1 16,9-2-2-16,10 0-12 16,8 0-27-16,3 0-51 15,10-4-158-15,23-18-141 16,9-6-227-16</inkml:trace>
  <inkml:trace contextRef="#ctx0" brushRef="#br0" timeOffset="23045.04">19091 5119 682 0,'0'0'272'0,"0"0"-264"16,0 0 2-16,0 0 64 15,0 0 54-15,0 0-65 16,-19-4-21-16,15 6-8 15,-5 15-1-15,-1 11 12 16,-2 8 6-16,4-1-13 16,5 1-11-16,3-1-13 15,0-6 0-15,4-4-5 0,12-8-8 16,2-5 7-16,5-7-8 16,4-5 13-16,0 0-8 15,1-12-2-15,-3-8 9 16,-5-3-4-16,-8-1-3 15,-8 0 2-15,-4-1 6 16,0-1-5-16,-17 0-6 16,-4 4-2-16,3 3-2 15,3 5 0-15,7 4-29 16,6 6-43-16,2 0-94 16,13-2-131-16,19-2-157 15,5 0 21-15</inkml:trace>
  <inkml:trace contextRef="#ctx0" brushRef="#br0" timeOffset="23296.17">19382 5104 853 0,'0'0'209'16,"0"0"-168"-16,0 96 84 15,0-54-22-15,0-4-30 16,0-7-31-16,6-3-19 16,11-7-13-16,8-9-4 15,5-9 2-15,7-3-2 16,3-10 3-16,2-15-3 15,-9-5 7-15,-6 0 15 16,-15-1 9-16,-11-3-3 16,-1 0-5-16,-13 0-17 0,-17 6-12 15,-6 6-1 1,0 9-3-16,4 7-20 0,9 6-47 16,10 2-95-16,13 13-96 15,0 0-301-15</inkml:trace>
  <inkml:trace contextRef="#ctx0" brushRef="#br0" timeOffset="23456.42">19992 5186 1101 0,'0'0'386'16,"0"0"-386"-16,0 0-43 15,0 0 43-15,120-29 0 0,-68 23-39 16,8-2-93-1,0-1-178-15,-6-3-373 0</inkml:trace>
  <inkml:trace contextRef="#ctx0" brushRef="#br0" timeOffset="23829.04">20540 4897 1279 0,'0'0'104'15,"0"0"-103"-15,0 0-1 16,0 0 48-16,0 0-7 16,0 0-32-16,-57 47-6 15,57-23-2-15,0-2-1 0,0-1 1 16,7-1-1-16,5-3 4 16,1 2-2-16,7-4-2 15,7-4 0-15,5-3 3 16,6-1-3-16,4-3-3 15,0-3 3-15,-6 1 5 16,-7 1-5-16,-12 0 0 16,-9 1 0-16,-6-1 2 15,-2 3 1-15,0 3 13 16,-14 5 11-16,-24 7 7 16,-16 3-20-16,-9 2-13 15,-4-5-1-15,4-6-46 16,5-10-90-16,9-5-156 0,7-17-342 15</inkml:trace>
  <inkml:trace contextRef="#ctx0" brushRef="#br0" timeOffset="23971.64">20689 4890 1323 0,'0'0'98'0,"0"0"-98"16,89-11-15-16,-53 11 15 15,-2 2-14-15,-1 12-89 16,-4 4-145-16,-8 0-488 16</inkml:trace>
  <inkml:trace contextRef="#ctx0" brushRef="#br0" timeOffset="30226.52">5007 6225 942 0,'0'0'198'0,"0"0"-198"0,0 0 15 16,0 0-9-16,0 0 61 15,0 0-27-15,87-38-25 16,-48 27-6-16,-5 4-9 15,1 4-1-15,-4 3-51 16,-7 0-180-16,-10 7-154 16</inkml:trace>
  <inkml:trace contextRef="#ctx0" brushRef="#br0" timeOffset="30409.33">5043 6398 1247 0,'0'0'23'0,"0"0"-23"0,0 0-41 16,0 0 41-16,103-37 0 15,-38 30-12-15,9-1-173 16,-1-1-86-16,-6 1-126 16</inkml:trace>
  <inkml:trace contextRef="#ctx0" brushRef="#br0" timeOffset="31159.44">5868 6052 792 0,'0'0'148'16,"0"0"-90"-16,0 0 71 16,0 0-29-16,0 0-32 15,0 0-49-15,0 0-19 16,-19 16-4-16,19 27 4 0,0 21 26 15,0 8-7-15,0 6-7 16,0-1-5-16,3-3-5 16,1-3 0-16,1-6-4 15,0-3-10-15,2-9-91 16,-1-10-74-16,1-12-146 16,-2-18-64-16</inkml:trace>
  <inkml:trace contextRef="#ctx0" brushRef="#br0" timeOffset="31859.71">6070 6285 1119 0,'0'0'89'0,"0"0"-87"15,0 0 14-15,0 0 8 16,0 0-15-16,-13 116 18 16,13-53-6-16,0-7-14 15,13-8-3-15,2-6-2 16,2-14 0-16,-1-8-2 16,0-10-1-16,-6-8 1 15,0-2 6-15,2-3 2 16,2-19 13-16,3-9-5 15,-2-5-6-15,-8-3-2 0,-7-3 35 16,0-3-23-16,-7-5 4 16,-11 1-10-16,-4 3-2 15,0 10-12-15,4 14 0 16,7 10-3-16,4 8 0 16,7 4-15-16,0 2-69 15,0 19 7-15,8 6 25 16,8 2-98-16,8-5-62 15,1-6 44-15,0-3 41 16,-3-4 130-16,-5 0 9 16,-5 1 45-16,-2 3 49 15,-4 3 6-15,2 7 0 0,2 4-1 16,1 4-31-16,0 2-29 16,1-3-15-16,3-5-19 15,3-8-6-15,2-8 1 16,4-8 0-16,0-3 12 15,-1 0 19-15,-1-12-9 16,-6-9-3-16,-4-4 10 16,-5-7 1-16,-6-6 11 15,-1-7 1-15,-6-3-29 16,-20-3 10-16,-6 2-18 16,-6 2 2-16,1 9-14 15,4 11-2-15,11 14-2 16,9 8-5-16,6 5 6 0,4 9-38 15,3 18-82 1,0 12 3-16,19 5-26 0,12-1-169 16,7-2-128-16</inkml:trace>
  <inkml:trace contextRef="#ctx0" brushRef="#br0" timeOffset="32308.8">6912 6416 1066 0,'0'0'127'0,"0"0"-94"15,0 0 12 1,-49-87 88-16,30 70-45 0,-4 3-52 16,-4 10 0-16,-1 4-14 15,-2 2-14-15,-2 26-3 16,3 14 3-16,3 13-8 15,9 4 6-15,8 1-1 16,9-5-3-16,0-12-1 16,14-10-1-16,8-10-1 15,1-13-2-15,3-8 3 16,3-2-1-16,1-16 1 16,1-15-1-16,-5-7-6 15,-3-5 7-15,-6-5 4 0,-3-6-2 16,-3-1 3-1,-4 11-2-15,-4 12-1 0,-1 16 6 16,-2 11 7-16,0 5-15 16,1 19-10-16,3 18-7 15,5 12 17-15,2 2 2 16,4-4-2-16,2-2-2 16,3-5-92-16,0-3-83 15,-3-9-226-15,-4-8-255 16</inkml:trace>
  <inkml:trace contextRef="#ctx0" brushRef="#br0" timeOffset="32474.37">7155 6543 1004 0,'0'0'295'0,"0"0"-267"16,0 0-22-16,102-42 33 15,-45 31 26-15,5 4-45 16,3 0-19-16,-6-1-2 15,-6 2-62-15,-6 2-102 16,-10-2-174-16,-12-1-205 16</inkml:trace>
  <inkml:trace contextRef="#ctx0" brushRef="#br0" timeOffset="32686.63">7444 6300 875 0,'0'0'448'0,"0"0"-445"16,0 0 3-16,0 0-6 15,-18 119 46-15,22-67-21 16,9-1-17-16,-1-1-3 16,-1-3-5-16,-1-2-9 15,2-5-113-15,0-5-171 16,-1-12-259-16</inkml:trace>
  <inkml:trace contextRef="#ctx0" brushRef="#br0" timeOffset="32918.3">7707 6195 1284 0,'0'0'80'0,"-5"81"-80"16,5-20 8-16,3 3 14 15,14-1-4-15,2-6-11 16,-1-3-7-16,-1-6-5 16,-1-7-122-16,1-13-180 15,-1-14-282-15</inkml:trace>
  <inkml:trace contextRef="#ctx0" brushRef="#br0" timeOffset="33241.83">7978 6410 331 0,'0'0'983'0,"0"0"-972"15,-20 95-6-15,20-53 16 16,8-6 23-16,14-11-30 15,6-7-10-15,1-10 4 16,-3-8-7-16,3-6 15 0,-4-21 5 16,0-11 17-1,-7-3 29-15,-8-4-11 0,-10-5 1 16,0 0-19-16,-13-2-29 16,-12 9-2-16,0 10-7 15,1 14 1-15,6 15-3 16,1 4-6-16,6 11-4 15,5 16-53-15,6 5-64 16,0 3-51-16,12-6-176 16,7-5-252-16</inkml:trace>
  <inkml:trace contextRef="#ctx0" brushRef="#br0" timeOffset="33741.74">8326 6298 1028 0,'0'0'133'0,"0"0"-112"16,0 0 66-16,0 0 8 15,0-80-28-15,0 79-19 16,0 1-18-16,0 5-30 15,0 23 7-15,0 14-7 16,0 8 43-16,1-1-31 16,2-4-5-16,4-7-5 0,-1-6 0 15,-2-9-1-15,-1-9 0 16,-3-6 0-16,2-5-1 16,-2-3 1-16,2 0 3 15,-2 0 7-15,3-20-3 16,4-8-8-16,1-5-5 15,8 2-6-15,0 5-7 16,4 6-6-16,2 10 16 16,5 8-7-16,-1 2-4 15,3 12 15-15,-4 13 2 16,-4 5 2-16,-7-1 5 16,-10-3 11-16,-4-2 14 15,0-4 2-15,-16-3 18 16,-12-1-2-16,-8-1-25 15,2-1-16-15,0-3-7 0,5-2-2 16,10-4-68-16,5-5-152 16,9 0-190-16</inkml:trace>
  <inkml:trace contextRef="#ctx0" brushRef="#br0" timeOffset="33909.96">8681 6545 753 0,'0'0'654'0,"0"0"-653"0,0 0-1 16,123-22 23-1,-76 13-14-15,-1-4-9 0,-1 0 0 16,-5 1-92-16,-8-2-133 16,-9 0-292-16</inkml:trace>
  <inkml:trace contextRef="#ctx0" brushRef="#br0" timeOffset="34096.36">8916 6331 1408 0,'0'0'23'0,"0"0"-17"15,0 0-6-15,-5 94 0 16,13-60 4-16,7-4-9 0,0-5-92 15,0-5-81-15,-1-9-166 16,-4-8-145-16</inkml:trace>
  <inkml:trace contextRef="#ctx0" brushRef="#br0" timeOffset="34643.68">9133 6420 910 0,'0'0'122'15,"0"0"-97"-15,27 101 38 16,-7-71-8-16,3-9-6 16,1-8-31-16,-4-10-16 15,-4-3-2-15,-2-8 34 16,-2-18 5-16,-4-6-6 0,-2-7 6 16,0-8-6-16,0-5-3 15,1-5-8-15,3 3-14 16,2 10-6-16,1 14-2 15,-1 17 1-15,-1 11-1 16,3 2-10-16,3 21 4 16,0 16 6-16,0 6 14 15,0-1 1-15,0-8-13 16,-2-8 2-16,-2-11-4 16,-4-6-29-16,-4-8-29 15,-3-1 6-15,-2 0 33 0,0-7 11 16,0-11-24-1,0-3 20-15,-12-2 5 0,-2 0 3 16,-2-3 4 0,-3 3 2-16,2 7 5 0,1 5 20 15,-2 11 32-15,-3 0-21 16,1 29-18-16,2 14 15 16,4 11 7-16,10 3 4 15,4-3 1-15,0-5-2 16,13-7-9-16,9-9-14 15,3-9-18-15,2-8 1 16,3-9-5-16,2-7 0 16,1 0-7-16,-1-5-37 15,0-12-60-15,-1-1-61 0,-6-7-91 16,-5-2-392-16</inkml:trace>
  <inkml:trace contextRef="#ctx0" brushRef="#br0" timeOffset="34800.37">9691 6481 0 0,'0'0'1331'15,"0"0"-1316"-15,0 0 2 16,0 0-17-16,104 5 17 16,-57-5-17-16,3 0-74 15,2 0-168-15,-4 0-282 16</inkml:trace>
  <inkml:trace contextRef="#ctx0" brushRef="#br0" timeOffset="35258.78">10592 6373 968 0,'0'0'323'15,"0"0"-303"-15,0 0 18 16,0 0 66-16,0 0-23 16,0-81-47-16,-6 66-6 0,-11 0 17 15,-1 2-9 1,-4 6-14-16,-1 7-9 0,-2 0 1 16,-2 20-9-16,0 16-3 15,4 6 4-15,4 4-6 16,9-5 2-16,10-7 1 15,0-10-5-15,0-11 2 16,13-6-7-16,8-7 7 16,3 0-4-16,4-19 2 15,-4-8-2-15,-2-3-10 16,-5-6 13-16,-4 0-1 16,-1 1 2-16,-5 7 2 15,-2 13 1-15,-1 6-3 16,-3 9 7-16,5 0-7 15,4 19-4-15,6 14 4 0,2 6 6 16,2 2-2 0,-2-7-4-16,4-3-25 0,-2-12-89 15,2-7-156-15,0-9-229 16</inkml:trace>
  <inkml:trace contextRef="#ctx0" brushRef="#br0" timeOffset="35407.28">10950 6398 991 0,'0'0'225'0,"0"0"-221"16,92-14 4-1,-50 13 14-15,2 1-22 0,1 0-17 16,0 0-161-16,-4 0-131 16,-3-2-138-16</inkml:trace>
  <inkml:trace contextRef="#ctx0" brushRef="#br0" timeOffset="35826.76">11447 6113 515 0,'0'0'553'16,"0"0"-456"-16,0 0-47 16,0 0-9-16,0 0-22 15,0 0 66-15,-7 120-56 16,7-76-16-16,0-6 8 15,0-7 5-15,-1-7-9 0,-3-7-7 16,1-10-4-16,3-5-1 16,-2-2 0-16,2 0 7 15,0 0 7-15,0-7 9 16,9-15-27-16,11-6-1 16,6 1-13-16,4 2-1 15,2 6-35-15,1 10 35 16,-1 9 1-16,-3 0-7 15,-3 12 20-15,-7 13 0 16,-9 3 11-16,-7 1 35 16,-3-1 0-16,0-6-5 15,-11-2 0-15,-10-3 3 16,-2-4-9-16,-3-1-18 0,-1 0-8 16,2-1-5-16,-1-3-4 15,10-3-23-15,1-5-104 16,8 0-142-16,7-11-273 15</inkml:trace>
  <inkml:trace contextRef="#ctx0" brushRef="#br0" timeOffset="35980">11915 6311 1405 0,'0'0'32'0,"0"0"-24"0,118-13-8 15,-79 11 0-15,-2 2-38 16,0-2-208-16,-7-5-457 16</inkml:trace>
  <inkml:trace contextRef="#ctx0" brushRef="#br0" timeOffset="36508.22">12415 6303 1073 0,'0'0'129'0,"0"0"-112"0,0 0 12 15,0 0 43-15,91 30 13 16,-72-43-61-16,-6-7-19 16,0-7-1-16,-7-4 5 15,-1-7-4-15,0-2 2 16,2 2 11-16,1 5-8 15,0 11 4-15,-1 12-3 16,0 7 5-16,3 3-16 16,2 0-11-16,3 16 11 15,-2 8 1-15,0 0-1 16,-1-1 5-16,-2-6-5 16,-2-8 2-16,-2-5-2 15,-2-4-7-15,-1 0 7 16,-3-2-4-16,0-12 3 0,0-6-17 15,0-2-15 1,-11-2 33-16,-5-1-6 0,-5 7 5 16,4 8-9-16,-1 10 10 15,0 0 18-15,-4 25 1 16,0 18 3-16,1 12 34 16,5 7-5-16,12-2 6 15,4-6-19-15,4-13-11 16,25-11-15-16,11-13-2 15,11-12-3-15,7-5 2 16,0 0-9-16,-5-11 0 16,-7-2-22-16,-11 1-35 15,-10 0-60-15,-10 1-120 0,-11-4-317 16</inkml:trace>
  <inkml:trace contextRef="#ctx0" brushRef="#br0" timeOffset="37319.91">5311 7623 890 0,'0'0'330'0,"0"0"-280"15,0 0-47 1,0 0 14-16,0 0 20 0,0 0 9 16,94-4-27-16,-55 4-19 15,-1 0-19-15,-7 0-121 16,-9 0-239-16,-16 0-256 15</inkml:trace>
  <inkml:trace contextRef="#ctx0" brushRef="#br0" timeOffset="37476.32">5285 7793 1230 0,'0'0'131'0,"0"0"-131"16,0 0-153-16,0 0 148 15,120 3 5-15,-58-1-67 0,3-2-179 16,-1 0-104-16</inkml:trace>
  <inkml:trace contextRef="#ctx0" brushRef="#br0" timeOffset="38077.08">6229 7460 912 0,'0'0'226'0,"0"0"-208"16,0 0-3-16,0 0 20 15,-95-61 58-15,68 61-45 16,0 0-44-16,0 26 2 15,2 14 6-15,1 11 13 16,5 9-4-16,7 5-5 16,9-6-6-16,3-9-10 15,3-13-2-15,17-14-1 16,4-11 3-16,1-12 0 16,2 0 1-16,-3-11-4 15,-2-13-5-15,-5-6-27 16,-7-3 33-16,-3-5 2 0,-7 2 5 15,0 0-5 1,0 3 6-16,0 8 0 0,0 10 10 16,-4 6 4-16,4 9-13 15,-1 0-7-15,-1 22-12 16,0 14 12-16,2 13 25 16,0 3-13-16,0 1-10 15,0 1 3-15,0-2-1 16,0-1 12-16,0-7-4 15,-2-7-4-15,-9-6 12 16,-4-9 0-16,-4-2 7 16,-2-7 3-16,-1-2-8 15,-1-5-11-15,0-3-4 16,2-3-6-16,3 0 3 0,5 0-4 16,2 0-12-16,3 0-31 15,8-8-48-15,0-1-71 16,7-4-128-16,23-5-255 15</inkml:trace>
  <inkml:trace contextRef="#ctx0" brushRef="#br0" timeOffset="38658.01">6647 7628 916 0,'0'0'249'16,"0"0"-212"-16,0 0-25 16,-20-82 41-16,10 66 44 15,-2 2-39-15,-1 4-46 16,-4 3 19-16,-3 7-12 16,-2 0 0-16,-4 12-16 15,-1 19 0-15,2 10 5 16,3 6 6-16,11-2-7 15,8-4-4-15,3-7-3 16,0-12-1-16,17-7-3 16,2-10 3-16,1-5-19 15,3-2-5-15,1-18 15 0,-1-5-43 16,-5-4 44-16,-4-4-11 16,-6 0 7-16,-5 0 10 15,-3 2 1-15,0 4 4 16,0 9 0-16,0 7-1 15,0 11-2-15,0 2 0 16,0 29-4-16,0 13 5 16,0 10 31-16,0 5-13 15,0 0 6-15,0 1 5 16,0-5 0-16,0-2 3 16,-8-10-3-16,-10-8 5 15,-2-9 10-15,-5-6-3 16,-2-6-13-16,2-4-12 0,3-8-6 15,4-2-4-15,3 0-4 16,1-10-2-16,4-11-7 16,5-5-29-16,5-4-41 15,0 1-76-15,23 3-63 16,12-1-158-16,6 3-200 16</inkml:trace>
  <inkml:trace contextRef="#ctx0" brushRef="#br0" timeOffset="39059.46">7075 7720 865 0,'0'0'230'0,"0"0"-199"0,0 0-20 16,-22-79 95-16,7 62 25 15,-5 10-47-15,-5 6-38 16,-5 1-18-16,-5 16-5 16,2 20-8-16,2 12 6 15,8 6 3-15,9 4 2 16,11-4-5-16,3-8-12 16,5-10-7-16,13-16-4 15,2-9 1-15,1-11 0 0,0 0 1 16,3-22 0-1,-1-10-11-15,-1-8-4 0,-5-2 15 16,-3 2 0-16,-4 2 1 16,-1 7 1-16,-2 10-2 15,-4 10 0-15,3 10 0 16,1 1-16-16,3 4-64 16,6 17 74-16,2 4-10 15,6 3-108-15,1-7-118 16,1-8-267-16</inkml:trace>
  <inkml:trace contextRef="#ctx0" brushRef="#br0" timeOffset="39210.81">7376 7823 1194 0,'0'0'101'0,"0"0"-86"0,0 0-15 15,119-22 59-15,-68 13-48 16,5 0-11-16,2-2-60 15,-4 2-148-15,-11-1-288 16</inkml:trace>
  <inkml:trace contextRef="#ctx0" brushRef="#br0" timeOffset="39421.9">7514 7670 1245 0,'0'0'92'0,"0"0"-89"16,0 0-3-16,-3 113 24 15,23-63 9-15,-1 3-29 16,-3-4-4-16,1-7-15 16,-4-9-115-16,1-13-178 15,0-15-441-15</inkml:trace>
  <inkml:trace contextRef="#ctx0" brushRef="#br0" timeOffset="39974.14">8036 7561 1100 0,'0'0'135'0,"0"0"-123"16,0 0 0-16,0 0 82 16,-26-79 6-16,13 71-65 15,-3 8-23-15,-4 0 1 16,-2 9 10-16,1 20-11 16,0 8-9-16,8 6 1 15,10-4-2-15,3-5-2 0,0-7-5 16,20-10 3-1,4-8-10-15,2-7-40 0,3-2-47 16,-5-3 8-16,-2-14-10 16,-5-6 20-16,-7 0 52 15,-3-7 27-15,-6-1-2 16,-1-2 3-16,0 5 2 16,0 10 14-16,0 7 8 15,-1 11 26-15,1 0-49 16,0 18 0-16,0 17 0 15,8 10 47-15,5 4-19 16,-1 4 3-16,-2 1 17 16,-3-1 8-16,-7-2 6 15,0-9-19-15,-9-6 6 0,-11-7-8 16,-5-8 10-16,-5-3-6 16,-2-5-28-16,2-2-10 15,4-5-4-15,6-1-3 16,8-4-2-16,7-1-46 15,5 0-103-15,0-8-86 16,8-17-285-16</inkml:trace>
  <inkml:trace contextRef="#ctx0" brushRef="#br0" timeOffset="40408.08">8265 7465 1363 0,'0'0'46'16,"-10"78"-33"-16,10-11-4 16,0 6 62-16,2 3-18 15,10-2-26-15,-2-7-17 16,-4-9-2-16,-2-14-6 16,-2-13 2-16,-2-15-4 15,0-10 1-15,0-4 0 16,0-2 8-16,0 0 4 15,0-15-13-15,0-13-22 16,6-9-12-16,4-5 6 16,5 1-14-16,3 4 3 0,4 6 16 15,4 12 23 1,-2 8-11-16,5 11 7 0,-4 0 6 16,-2 12-2-16,-3 17 18 15,-6 8 36-15,-8 4 2 16,-6-1-7-16,0-3-9 15,-13-4 0-15,-8-4-19 16,-7-4 4-16,2-6-16 16,3-4-7-16,4-4-2 15,6-5-16-15,6-6-86 16,5 0-126-16,2-19-216 16</inkml:trace>
  <inkml:trace contextRef="#ctx0" brushRef="#br0" timeOffset="40547.3">8832 7868 1225 0,'0'0'39'0,"0"0"-30"16,109 0-1-16,-64 0-1 16,0 0-7-16,-1 0-77 15,-8 0-321-15</inkml:trace>
  <inkml:trace contextRef="#ctx0" brushRef="#br0" timeOffset="40741.75">9003 7656 1125 0,'0'0'257'0,"0"0"-257"16,0 0 0-16,-17 103 0 15,17-58 10-15,13 3-10 16,2-3-34-16,2-9-110 16,-2-11-170-16,-2-8-284 15</inkml:trace>
  <inkml:trace contextRef="#ctx0" brushRef="#br0" timeOffset="41273.69">9350 7861 1029 0,'0'0'188'0,"0"0"-176"15,0 0-10-15,12 87 46 16,10-77 16-16,1-6-48 16,1-4-13-16,-4 0 8 15,-4-17-4-15,0-8 3 16,-3-9-5-16,-3-6 3 15,-2-7-3-15,1-6 1 16,3 1-3-16,1 5-3 16,3 14 5-16,0 15 2 0,0 15-2 15,2 3-4-15,1 18-1 16,-1 10 17-16,-1 6 4 16,0-4-8-16,-2-6-7 15,-4-9-5-15,-2-9 0 16,-6-4-1-16,-1-2-13 15,-2 0 6-15,0-6 6 16,0-11-28-16,0-2 2 16,0-4 18-16,-10-1 3 15,-10-2 6-15,-4 5 0 16,2 6 14-16,2 9 15 16,1 6 22-16,-1 21-31 15,-1 21 0-15,4 11 24 16,7 8 4-16,10 0-2 15,0-4-11-15,14-9-2 0,13-11-19 16,6-13-14-16,7-14 5 16,4-10-9-16,6 0 4 15,0-23-38-15,-3-3-65 16,-5-2-118-16,-19-1-275 16</inkml:trace>
  <inkml:trace contextRef="#ctx0" brushRef="#br0" timeOffset="43107.71">9636 5916 1340 0,'0'0'111'0,"0"0"-103"15,-95 145-8-15,37-44 13 16,-6 11 35-16,-1 12 5 16,-2 7-20-16,0-1-16 0,3-5-15 15,4-7 2 1,12-23-4-16,13-16-45 0,13-18-60 15,20-15-120 1,2-27-176-16,19-19-242 0</inkml:trace>
  <inkml:trace contextRef="#ctx0" brushRef="#br0" timeOffset="43515.45">12120 5870 368 0,'0'0'17'0,"0"0"-17"15,100-21-38-15,-59 17-9 16,1-3-65-16</inkml:trace>
  <inkml:trace contextRef="#ctx0" brushRef="#br0" timeOffset="43792.16">12716 5730 1113 0,'0'0'231'15,"0"0"-171"-15,0 0-10 16,0 0 42-16,-126 125 30 15,49-50-59-15,-8 15-32 16,-9 17-19-16,-4 12-4 16,-5 9 0-16,-1 8-7 15,7-8-1-15,15-9-23 16,16-12-75-16,17-18-177 16,7-22-273-16</inkml:trace>
  <inkml:trace contextRef="#ctx0" brushRef="#br0" timeOffset="44440.71">9302 7755 848 0,'0'0'363'0,"0"0"-219"16,-94-5-104-1,59 5 30-15,0 7 25 0,7 0-21 16,4-1-34-16,9-1-22 16,3-1-12-16,-3 4 0 15,-2 0 0-15,-4-1-5 16,-1 1 0-16,6-2 1 16,4-3-1-16,7-2 7 15,5-1 6-15,0 0 5 16,0 0-7-16,3 0-12 15,27-3 0-15,30-16 5 16,36-9 9-16,37-7-6 16,32-12-2-16,25-7-4 15,14-2 7-15,-10 3-8 0,-22 13-1 16,-38 15-3-16,-46 10-31 16,-37 13-53-16,-31 2-53 15,-20 2-76-15,-44 18-80 16,-28 9-186-16</inkml:trace>
  <inkml:trace contextRef="#ctx0" brushRef="#br0" timeOffset="44610.48">9387 7808 1283 0,'0'0'234'0,"0"0"-234"15,0 0-4-15,112 0 4 16,-33-4 46-16,11-10-9 0,10-2-20 15,1 3-13-15,-11 2-4 16,-15 5-80-16,-20 6-183 16,-28 0-173-16</inkml:trace>
  <inkml:trace contextRef="#ctx0" brushRef="#br0" timeOffset="45256.29">5422 9240 1259 0,'0'0'232'0,"0"0"-232"15,0 0-30-15,0 0 30 16,143-4 8-16,-82 1-1 16,2-1-7-16,-6 4-124 15,-14-3-171-15,-18 3-326 16</inkml:trace>
  <inkml:trace contextRef="#ctx0" brushRef="#br0" timeOffset="45405.69">5599 9428 1258 0,'0'0'0'0,"0"0"-361"16,128-25 251-16,-54 7 70 16,13-8-169-16</inkml:trace>
  <inkml:trace contextRef="#ctx0" brushRef="#br0" timeOffset="45939.09">6483 9133 991 0,'0'0'164'0,"0"0"-149"16,0 0-1-16,-12-91 58 15,1 67 38-15,-4 4-49 16,-1 4-24-16,-2 9 4 15,-5 7-3-15,-4 7 7 16,-2 22-25-16,0 13-11 16,5 5 2-16,9-2-3 15,12-5-6-15,3-11-2 16,6-6-1-16,17-11-3 16,6-7 4-16,1-5 0 15,1 0-3-15,-7-16-8 16,-3-3-2-16,-7-5 9 0,-2-4-6 15,-5-3 7-15,-5-1-1 16,-2 1 4-16,0 6 1 16,0 6 0-16,0 12 0 15,0 7-1-15,0 0-7 16,0 30-21-16,13 15 28 16,4 14 20-16,1 8-7 15,-1 0-3-15,-2-4-1 16,-7-6 8-16,-8-6 0 15,0-7-1-15,-8-7 6 16,-20-8 12-16,-11-3 3 16,-5-7-14-16,-1-6-13 15,3-3-6-15,9-10-1 0,7 0-3 16,6-5-11 0,6-17-39-16,14-11-56 0,0-10-177 15,28-6-122-15,14-4-287 16</inkml:trace>
  <inkml:trace contextRef="#ctx0" brushRef="#br0" timeOffset="46193.32">6844 8854 1233 0,'0'0'185'0,"0"0"-133"0,0 0-33 15,-95 10 45-15,82 32 10 16,3 23-30-16,5 19-12 16,3 12-10-16,2 10-3 15,0-3-9-15,0-3-4 16,14-9-5-16,0-14-1 16,6-15 0-16,4-14-38 15,1-14-49-15,3-11-60 16,2-16-109-16,-2-7-244 15</inkml:trace>
  <inkml:trace contextRef="#ctx0" brushRef="#br0" timeOffset="46417.02">7023 8989 1256 0,'0'0'146'16,"-4"84"-140"-16,4-15 1 16,4 5 14-16,11 0 16 15,2-1-21-15,-1-4-14 16,0-6-2-16,-4-5-43 16,-5-7-111-16,-1-9-178 15,-3-13-245-15</inkml:trace>
  <inkml:trace contextRef="#ctx0" brushRef="#br0" timeOffset="46643.85">7206 9106 1231 0,'0'0'253'0,"0"0"-253"15,-14 108 0-15,14-34 5 16,8 1 31-16,8 0-18 16,-2-7-13-16,0-7-5 15,-1-9-42-15,-1-5-104 0,-2-14-148 16,0-13-273-16</inkml:trace>
  <inkml:trace contextRef="#ctx0" brushRef="#br0" timeOffset="47039.61">7592 9273 1246 0,'0'0'86'0,"0"0"-68"16,0 0 35-16,0 0 68 0,0 0-61 15,-97-37-38 1,83 62-20-16,1 10 8 0,1 5 0 16,7 0 0-16,5-6-5 15,0-8-5-15,4-8-3 16,7-9 3-16,2-7-6 16,-1-2 0-16,0-2-4 15,-2-21 8-15,1-7-2 16,-2-3 4-16,-4 1 0 15,0 7 4-15,0 10-3 16,-3 8 19-16,3 7-5 16,5 0-15-16,7 18 0 0,9 8 4 15,4 6-1 1,4-3-3-16,-2-1-22 0,-2-7-126 16,-5-9-139-16,-7-8-479 15</inkml:trace>
  <inkml:trace contextRef="#ctx0" brushRef="#br0" timeOffset="47213.66">7881 9341 1376 0,'0'0'153'0,"0"0"-147"16,0 0-6-16,125-40 40 15,-63 29-12-15,5 2-28 0,-4 4-9 16,-6 2-85-1,-7 2-116-15,-12-1-152 0,-17 2-278 16</inkml:trace>
  <inkml:trace contextRef="#ctx0" brushRef="#br0" timeOffset="47400.89">8145 9153 1357 0,'0'0'16'0,"-16"83"-12"0,16-31-4 16,0 2 21-1,11 1-20-15,7-5-1 0,1-5-103 16,-1-12-92-16,-1-14-256 16</inkml:trace>
  <inkml:trace contextRef="#ctx0" brushRef="#br0" timeOffset="47805.31">8402 9016 780 0,'0'0'623'15,"-25"88"-615"-15,24-21-7 16,1 4 6-16,1-4 27 0,13-3-14 15,-3-14-17-15,-1-10-1 16,-3-16-2-16,-4-12-2 16,-1-8-28-16,0-4 17 15,-2 0 2-15,3-18 8 16,2-10-27-16,4-10 20 16,5-3 10-16,8 2 0 15,4 3 1-15,2 9-1 16,3 9 5-16,1 10 0 15,2 8 23-15,-6 0 13 16,-3 22-1-16,-11 7 5 16,-9 8 14-16,-5 1-23 0,-5-1-9 15,-17-3-13-15,-8-2-13 16,-6-5-2-16,1-6-12 16,1-4-88-16,2-11-106 15,5-6-227-15</inkml:trace>
  <inkml:trace contextRef="#ctx0" brushRef="#br0" timeOffset="48000.13">8722 8969 1194 0,'0'0'217'0,"0"0"-212"0,101 42 70 15,-63 3 40-15,-8 9-51 16,-7 10-28-1,-7 2-29-15,-12 1-7 0,-4-4-3 16,-10 1-23-16,-23-4-81 16,-11-6-81-16,-13-4-97 15,-13-7-183-15</inkml:trace>
  <inkml:trace contextRef="#ctx0" brushRef="#br0" timeOffset="48292.25">6432 10078 1184 0,'0'0'201'16,"103"-25"-201"-16,4 9 0 15,30-4 12-15,22 3 61 16,23-1-22-16,12 2-13 16,12 3-23-16,1-1-15 15,-12 5-2-15,-14-1 2 16,-31 1-7-16,-29 2-70 16,-34 0-89-16,-33 1-115 15,-33-1-238-15</inkml:trace>
  <inkml:trace contextRef="#ctx0" brushRef="#br0" timeOffset="48572.54">6685 10294 394 0,'0'0'1082'0,"101"-28"-1082"0,-4 9-40 15,32-1 40-15,24-6 62 16,12 2 12-16,12 4-35 16,1 7-39-16,-7 0 0 15,-7 5-13-15,-14 1-87 16,-23 3-119-16,-25-1-274 15</inkml:trace>
  <inkml:trace contextRef="#ctx0" brushRef="#br0" timeOffset="48705.82">8725 10049 1558 0,'0'0'20'15,"0"0"-20"-15,0 0-27 0,0 0 25 16,0 0-65-16,0 0-213 15,1-51-449-15</inkml:trace>
  <inkml:trace contextRef="#ctx0" brushRef="#br0" timeOffset="50973.49">1852 10619 787 0,'0'0'239'0,"0"0"-191"16,0 0-42-16,0 0 26 15,0 0 49-15,0 0-15 16,-102-13 0-16,77 13-27 0,-7 0 8 16,-6 0-7-1,-11 0-13-15,-11-5-2 0,-10 1-1 16,-7-1 6-16,-5 2-9 16,0 3 3-16,5-3 2 15,9 3-8-15,6 0 1 16,8 0-10-16,6 0 1 15,5 6-4-15,-1 8-5 16,-5-1 4-16,-1 7-5 16,-3 4 1-16,-4 0 0 15,-1 5-1-15,3-1 0 16,1 2 0-16,5 2 0 16,11 2 0-16,1 4 0 15,7-1 0-15,5 3 2 16,6-2 1-16,5 7-2 0,8 4 0 15,3 2 1 1,3 4 1-16,0-7-3 0,2 3 1 16,11 0-2-16,5-5 2 15,6 8 1-15,1 6 2 16,3 1-3-16,4 0 6 16,4 2-1-16,-2 1-4 15,1-7 5-15,9 0-1 16,-2-1 0-16,3-2-4 15,4-3 2-15,-6-2-3 16,5 1 3-16,2-9-3 16,7-1 0-16,8-7-1 0,4-3 0 15,5 0 12 1,3-3-10-16,-4-7 2 0,3-3-1 16,-1-9-2-16,3-6 7 15,-1-2 1-15,4-7-3 16,-3-10-1-16,4-6 3 15,7 3-2-15,1-4 1 16,0 1-7-16,-1-4-1 16,-4-2-2-16,-4-3 3 15,2 0 0-15,-5-2 2 16,-7-3-2-16,-8 4 0 16,-6-1 1-16,-4 1-1 15,-4 0 0-15,-2 2 0 16,-4-3-2-16,-3 0-5 15,-3 0 4-15,-5-1-5 0,-4-4 2 16,-6-2-4-16,-7 1 2 16,-7-1 5-16,-5-5 2 15,-3-2 1-15,0 0-2 16,-7-4 2-16,-10-5 0 16,-5-3 0-16,-4-6 0 15,-6 1-1-15,-9-1-1 16,-4 5 2-16,-8 3-1 15,-8 2 2-15,-7 2-1 16,-4 5 2-16,-3 2 3 16,-2 6 0-16,0 7-4 15,8 5 5-15,7 9-5 0,11 4 0 16,11 8-1-16,5 7-4 16,6 1 4-16,6 3-5 15,1 19 4-15,5 1-27 16,5 7-50-16,9 6-41 15,3 0-71-15,13 4-8 16,19-2-60-16,9-1-98 16</inkml:trace>
  <inkml:trace contextRef="#ctx0" brushRef="#br0" timeOffset="51357.4">3126 11185 1378 0,'0'0'111'0,"0"0"-111"16,0 0-26-16,0 0 24 15,0 0 2-15,0 0 19 16,92 107-12-16,-59-70 7 16,-4-6-6-16,-7-10 7 0,-9-6 4 15,-5-11 25-15,-2-4 20 16,3-4 3-16,13-29-14 16,20-28-13-16,20-32-20 15,21-29-12-15,19-21-5 16,12-11-3-16,8-11-3 15,0-2-3-15,-10 12-33 16,-17 21-43-16,-28 23-146 16,-34 21-313-16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1:02:12.42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4560 4910 734 0,'0'0'216'0,"0"0"-157"15,0 0 50-15,0 0 2 16,0 0-11-16,0 0-3 16,0 0-26-16,-35 0-24 15,35 0-6-15,0 0-12 0,0 0-9 16,0 0-6-1,3 0-5-15,23 0 0 0,16 0 7 16,21 0 12-16,16 0-14 16,12-3-1-16,12-10-8 15,4-4 0-15,3-1-4 16,-3-1 0-16,-5 2 2 16,-13 2-2-16,-14 1 0 15,-15 5 1-15,-16 0 0 16,-15 3-1-16,-12 3-1 15,-10 1 2-15,-4 0-1 16,-3 2 0-16,0-2 1 16,0 2 4-16,0 0-2 15,0 0 1-15,0-2-4 16,0 2-1-16,-8-5 1 0,-11 1 0 16,-2-3 3-16,-3 0-3 15,3 2 0-15,7-1 0 16,4 3-1-16,7 2 2 15,1-1-2-15,2 2-1 16,0 0-1-16,0 0-4 16,0 0-1-16,0 0 2 15,0 9 3-15,0 13-1 16,0 4 0-16,0 6-64 16,0 4-73-16,0-1-203 15,0-7-356-15</inkml:trace>
  <inkml:trace contextRef="#ctx0" brushRef="#br0" timeOffset="649.54">6289 4487 761 0,'0'0'279'16,"0"0"-236"-16,0 0 73 15,0 0-9-15,0 0-84 16,0 0-17-16,-12 109 15 16,25-39 78-16,0 5-51 15,-5-2 15-15,-3-1-19 16,-5-1-22-16,0-2-13 0,0 0-9 16,-1-7 0-16,-5-10-15 15,5-11-75-15,1-13-154 16,0-12-70-16,0-15-221 15</inkml:trace>
  <inkml:trace contextRef="#ctx0" brushRef="#br0" timeOffset="933.23">6190 4665 1151 0,'0'0'168'0,"-30"-80"-136"15,27 43 8-15,3 0 90 16,2 4-42-16,16 8-44 16,6 6-35-16,0 10-4 15,7 9 0-15,-1 0 3 16,3 9 4-16,-4 18-3 16,-6 7-9-16,-6 7 7 15,-7 7-5-15,-10 3 0 16,0 3-2-16,-5 1 0 15,-17 1-46-15,-1-3-70 16,3-7-96-16,1-8-168 16,6-11-352-16</inkml:trace>
  <inkml:trace contextRef="#ctx0" brushRef="#br0" timeOffset="1568.4">6461 4898 1402 0,'0'0'48'15,"0"0"-41"-15,0 0 5 16,0 0 40-16,91-48-38 16,-58 51-7-16,-1 17 5 15,-7 6-4-15,-8 8-2 0,-7 6 6 16,-10 5 0-1,0 8-5-15,-10-2 2 0,-13-6-1 16,1-7-5-16,3-15 2 16,6-10-1-16,8-9 0 15,3-4 2-15,2-3 2 16,0-27-3-16,0-18-5 16,3-12-9-16,9-3 8 15,2 6-1-15,2 9-6 16,4 11 5-16,0 11 1 15,2 9-1-15,-6 5 1 16,0 5 0-16,-1 7-2 16,-1 0-1-16,3 7-1 15,2 19 0-15,1 7 1 16,0 7 5-16,-2 5 1 0,2-2 0 16,2-6 1-16,0-5-2 15,0-13 1-15,-2-7 3 16,-3-7-2-16,-4-5 0 15,0-2 2-15,-3-17 2 16,-3-7 0-16,-4-5 3 16,-3-3 14-16,-1-2 5 15,-24-1-1-15,-7 1-7 16,-5 2-14-16,4 9-1 16,8 9 0-16,8 8-5 15,7 8-10-15,3 5-1 16,6 22 3-16,1 10-17 0,3 6-39 15,27-3-46 1,12-7-77-16,12-10-21 0,2-13-122 16,1-10-14-16,-2 0 46 15</inkml:trace>
  <inkml:trace contextRef="#ctx0" brushRef="#br0" timeOffset="2282.55">7223 4997 283 0,'0'0'171'16,"0"0"71"-16,0 0-25 15,0 0-27-15,-21-84-62 16,-3 72-36-16,0 6-35 15,0 5 27-15,3 1-30 16,1 14-27-16,1 18-13 16,6 7 3-16,6 5-9 15,7-2 1-15,0-6-5 0,7-9-2 16,16-9 1-16,6-10-2 16,4-8 4-16,5-1 3 15,1-24-2 1,-1-6 0-16,-4-4-6 0,-8-4-5 15,-6-1 2-15,-11-7 3 16,-7-6 1-16,-2-2 1 16,-7-3 3-16,-17 3 7 15,-2 5 16-15,0 11-9 16,3 15 2-16,13 12-3 16,1 12-18-16,5 18-2 15,-2 26-6-15,2 19 8 0,2 9 1 16,2 0 0-1,0-6 2-15,13-7-2 0,11-12-1 16,1-5-1-16,3-14-1 16,1-10 2-16,0-12-3 15,-2-6-14-15,2-3 2 16,-1-18-7-16,-4-9 0 16,-4-7 9-16,-3-7 2 15,-9-7-7-15,-5-2-3 16,-3 7 18-16,0 14 3 15,0 14 7-15,0 15 31 16,-1 3 3-16,-2 16-41 16,1 22 0-16,2 8 7 15,0 3 4-15,0-6-5 16,8-7-6-16,10-7 0 0,1-11 0 16,3-7 0-16,-1-9 0 15,1-2-1-15,0-7-9 16,1-17 2-16,-3-9-7 15,-5-3 12-15,-5-3 3 16,-8 0 0-16,-2-1 8 16,0 7 11-16,-2 12-6 15,-3 11 8-15,2 10 1 16,3 0-22-16,0 24-7 16,0 11 7-16,0 3 1 15,7-3-1-15,10-5-3 16,7-8-32-16,5-5-41 0,6-8-158 15,1-9-39-15,2 0-210 16</inkml:trace>
  <inkml:trace contextRef="#ctx0" brushRef="#br0" timeOffset="2648.2">8020 4781 817 0,'0'0'355'15,"0"0"-279"-15,0 0 34 16,0 0 36-16,0 0-99 15,-94 55-24-15,90-7 12 16,4 4 2-16,0-4-13 16,16-3-10-16,7-7-7 15,9-12-5-15,7-9-1 0,4-14-1 16,0-3 0 0,1-18-22-16,-2-12-21 0,-7-6 12 15,-5-3 5-15,-7-3-3 16,-7-5-13-16,-7-4-15 15,-9-2 53-15,0 2 4 16,-12 5 5-16,-4 6 4 16,1 15 22-16,4 9-13 15,5 12 23-15,4 4-11 16,2 19-30-16,0 15-4 16,2 11 4-16,11 3 1 15,4 0 3-15,0-1-4 16,-2 0-24-16,-5-1-171 15,-9-5-223-15</inkml:trace>
  <inkml:trace contextRef="#ctx0" brushRef="#br0" timeOffset="2801.4">8242 4811 1184 0,'0'0'376'16,"0"0"-376"-16,0 0-26 15,0 0 24-15,0 0 2 16,140-35-105-16,-75 31-114 16,4-2-268-16</inkml:trace>
  <inkml:trace contextRef="#ctx0" brushRef="#br0" timeOffset="3384.87">9101 4626 1199 0,'0'0'178'0,"0"0"-173"15,0 0 16-15,-68 113 75 16,68-69-42-16,1-6-33 16,20-5-12-16,0-12-6 15,1-6-1-15,-3-11 1 16,-8-4-2-16,-1 0 1 0,-5-11 0 15,0-13 5-15,-3-11-5 16,-2-4 2-16,0-7 0 16,0-8 1-16,-4-5 0 15,-1-2-2-15,4 5 7 16,1 9 12-16,0 12-9 16,4 11-3-16,10 11-4 15,0 5-4-15,2 8-2 16,6 0-1-16,2 18-3 15,0 22 4-15,3 14 4 16,-3 15 9-16,-6 18 15 16,-4 17-12-16,-7 15 0 15,-3 13-2-15,-1-4-11 16,6-17-1-16,6-21-2 16,5-26 1-16,2-20-1 0,-8-15 0 15,-2-13-3-15,-7-11 2 16,2-5-7-16,-2-20 3 15,0-18 2-15,-3-18 4 16,-2-9-2-16,-7-1 2 16,-12 0 0-16,-2 12 2 15,-1 11 2-15,2 9-1 16,2 10 1-16,2 3-5 16,9 2-2-16,3 3-11 15,4 1-43-15,0-1-99 16,0 1-262-16,0-1-492 15</inkml:trace>
  <inkml:trace contextRef="#ctx0" brushRef="#br0" timeOffset="4614.95">10029 4847 463 0,'0'0'363'16,"0"0"-287"-16,0 0-66 15,0 0 107-15,0 0-14 16,24-77-38-16,-21 57-18 16,-2-5-20-16,-1 3 1 15,0-1 1-15,-7 5 17 16,-14 5-12-16,-4 5-6 0,-3 8-5 16,-4 0-16-16,2 19 0 15,0 17 10-15,6 11-5 16,10 6-10-16,5-2 6 15,9-6-7-15,0-9 0 16,6-11-1-16,14-6 1 16,1-10 3-16,0-7-2 15,-1-2 2-15,4-6 1 16,1-20 5-16,0-9-3 16,0-6-7-16,-8-2 1 15,-4-2 4-15,-3 4-3 16,-3 8-2-16,-2 9 4 0,0 9-2 15,-3 9 5-15,-1 6 3 16,3 0-10-16,4 9-14 16,4 14 8-16,1 7 6 15,-1 3 0-15,-1 1-3 16,2 1-48-16,0-5-101 16,0-8-70-16,2-8-172 15</inkml:trace>
  <inkml:trace contextRef="#ctx0" brushRef="#br0" timeOffset="5432.38">10255 4692 388 0,'0'0'589'0,"0"0"-479"0,0 0-37 16,0 0-9 0,0 0-52-16,0 0 25 0,28 84 18 15,-9-41-25-15,-1-6 4 16,0-3-5-16,-4-9-13 15,-2-7-7-15,-6-7-6 16,-1-6-2-16,-2-5 1 16,1 0 5-16,2-5 0 15,6-17 10-15,2-13-13 16,1-9-4-16,1-6-2 16,-2 1-16-16,-1 9 17 15,-3 15 1-15,-3 11 1 0,-4 12 3 16,2 2-4-1,5 9 4-15,3 17-4 0,4 9 37 16,2 4-24-16,1-3-2 16,2-4-7-16,-2-8 1 15,-2-7-3-15,-5-6-2 16,-1-5 2-16,0-6-5 16,-4 0-3-16,4-3-19 15,0-18 7-15,0-9-20 16,-2-3-26-16,-4 1 11 15,-1 8 46-15,-5 11 7 16,0 8 3-16,0 5 13 16,2 7-16-16,4 16 2 15,4 7 12-15,7-1 7 16,3-5-12-16,7-9-4 0,0-9-1 16,3-6-1-1,-2 0 10-15,-5-9-3 0,-3-10-6 16,-4-4 1-16,-6 0 1 15,-4 0-2-15,-6-3 4 16,0 2 16-16,0-2-6 16,-8 4-7-16,-2 6-3 15,0 8 6-15,2 8-13 16,-1 24-1-16,1 22 0 16,-2 20 0-16,5 17 9 15,5 12-6-15,0 8 4 16,0 6 9-16,0-7-2 0,0-9 11 15,0-16-3 1,-2-18-4-16,-16-14 14 0,-4-16 5 16,-4-9 0-16,-1-15-3 15,-4-5-4-15,0-9 5 16,0-25-15-16,2-15-4 16,5-9-5-16,9-7-5 15,10 3-5-15,5 4-1 16,7 3-4-16,18 4 0 15,12 5-30-15,6 0-26 16,11 8-44-16,4 3-89 16,1 5-174-16,-7 1-363 15</inkml:trace>
  <inkml:trace contextRef="#ctx0" brushRef="#br0" timeOffset="6000.28">11340 4445 1332 0,'0'0'62'16,"0"0"-58"-16,0 0 1 15,0 0 8-15,0 0-6 0,-32 91 27 16,21-45-12-1,-6 0-8-15,-4 0-2 0,0-5-4 16,-3-6 0-16,6-11-1 16,6-11-4-16,6-8 2 15,4-4 2-15,2-1-2 16,0 0 9-16,0 0-8 16,4-8-6-16,10-2-3 15,3 2 2-15,7 4 0 16,0 4 0-16,10 0 0 15,5 0 1-15,4 3 0 16,0-2-1-16,-2-1 1 16,-9 0 0-16,-8 0 2 15,-8-4 0-15,-7-9 2 16,-5 0 1-16,-2-5 3 0,-2-3 17 16,0 0 5-1,0 2-10-15,-7-1 0 0,0 7-2 16,0 5-3-16,4 5 2 15,3 3-2-15,0 0-15 16,0 27-8-16,0 17 8 16,0 14 4-16,5 7 3 15,2 0-5-15,1-7-2 16,-1-4-1-16,0-8-5 16,-3-2-72-16,-2-13-154 15,-2-10-301-15</inkml:trace>
  <inkml:trace contextRef="#ctx0" brushRef="#br0" timeOffset="7781.19">12188 4668 326 0,'0'0'157'16,"0"0"-68"-16,0 0 35 0,0 0 24 15,0 0-22-15,0 0-30 16,0 0-18-16,11-74 3 16,-11 64-22-16,-13 0-36 15,-4 1 0-15,0 4 8 16,-1 1-1-16,0 4-11 15,-3 0 7-15,0 2-23 16,-3 14 5-16,-3 10 2 16,3 9-5-16,2 9 10 15,7 4 3-15,8 1-11 16,7-2 4-16,0-5 2 16,9-4 3-16,11-8-11 15,6-6-3-15,7-8 2 16,1-5-2-16,5-10 2 15,2-1-4-15,0 0 5 0,1-13-3 16,-6-6-2-16,-1-4-14 16,-6-2 0-16,-4-5 3 15,-7 2-10-15,-5-2 21 16,-4 1 1-16,-6 2 1 16,-1 7-1-16,-2 7 3 15,0 6 0-15,0 7 22 16,0 0-22-16,0 4-4 15,0 21-17-15,0 6 17 16,0 5 8-16,0-4-7 16,3-8 0-16,6-7 1 15,0-2 0-15,0-9 0 0,-2-1 0 16,-1-2 0-16,-1-3-1 16,0 0-1-16,0 0 1 15,0 0 6-15,-1-1-4 16,-2-11 1-16,1-2-4 15,-3-5-2-15,0-2-3 16,0-5 1-16,-14 2-9 16,1 3 13-16,3 6 0 15,2 3 0-15,6 4 3 16,2 3 2-16,0-5-4 16,3 3-1-16,17-1-9 15,7 4 5-15,5 4 4 16,-2 0 0-16,2 13-2 0,-4 10 2 15,-3 5 3 1,-6 4-2-16,-8 0 1 0,-4-4 1 16,-5-4-2-16,-2-6 0 15,0-7 2-15,0-7 0 16,0-1 3-16,0-3-1 16,0 0 12-16,0 0 11 15,-2-18 1-15,0-11-12 16,2-11-17-16,0-4-2 15,0 8 2-15,16 9 0 16,4 9-7-16,1 11 7 16,3 5 0-16,-1 2-1 0,4 8 1 15,-2 16 5-15,-5 3-1 16,-2 6-2-16,-6-2-1 16,-2 1-1-16,-3-4 0 15,1-2-15-15,1-3-67 16,5-11-133-16,8-10-107 15,5-2-226-15</inkml:trace>
  <inkml:trace contextRef="#ctx0" brushRef="#br0" timeOffset="8147.75">13204 4622 912 0,'0'0'226'0,"0"0"-195"0,0 0 45 16,0 0 56-16,0 0-30 15,-92-40-46-15,70 40-33 16,2 5-7-16,0 10-1 16,2 2-7-16,6 5-6 15,6 0-1-15,6 1-1 16,0 0-2-16,14-2 2 16,14-1-1-16,5-3 2 15,0 1-1-15,1-3 1 16,-6-4 3-16,-8-2-2 15,-9-5-1-15,-7 0-1 16,-4-2 1-16,0 1 2 0,-10 1 5 16,-20 5 37-1,-10-2-15-15,-4-1-17 0,1-1-6 16,5-5-3-16,6 0-4 16,9 0 0-16,9-3-24 15,11-6-37-15,3-2-135 16,20-2-114-16,16-1-209 15</inkml:trace>
  <inkml:trace contextRef="#ctx0" brushRef="#br0" timeOffset="9166.11">13313 4663 777 0,'0'0'319'15,"0"0"-282"-15,0 0 60 16,0 0 50-16,0 0-37 0,0 0-76 15,0 0-29-15,-50 26 6 16,41 4 8-16,6 1 2 16,3 2-11-16,0-7-5 15,0-5 1-15,9-4-2 16,4-8-3-16,1-3 4 16,4-3 0-16,-1-3 3 15,4 0-3-15,-1 0 1 16,0-9 0-16,-2 2-6 15,-3-1 3-15,-2-3 0 16,0 0 0-16,-5-3 0 16,0-1 2-16,-2 0 6 0,-2-1 3 15,1-2-5-15,-3-2-3 16,0 2 2-16,-1 3-2 16,-1 4 3-16,0 6 4 15,0 2 1-15,0 3-2 16,0 0-11-16,0 0 2 15,0 0-6-15,0 0 2 16,0 0 1-16,0 0-1 16,0 0-1-16,0 0 2 15,0 0 0-15,0 0-1 16,0 0 0-16,0 0 0 16,0 0 1-16,0 0 1 15,0 0-1-15,0 0 0 0,0 0 2 16,0 0-2-1,0 0 0-15,0 0 1 0,0 0 0 16,0 0 0-16,0 0 0 16,0 0 1-16,0 0-2 15,0 0 1-15,0 0-1 16,0 0 0-16,0 0 0 16,0 0-1-16,0 0 1 15,0 0 5-15,0 0-2 16,0 0-1-16,0 0 4 15,0 0-2-15,0 0 0 16,0 0-2-16,0-1 1 16,0-4-2-16,-3 1 1 15,-5 0-2-15,1-1 0 0,-2 0-1 16,1 1 1-16,0-1 2 16,-1 3-2-16,1-2 0 15,0 2 1-15,1 2-1 16,0-2 0-16,4 1 1 15,0-1 0-15,1 2-2 16,-2 0 0-16,0 0-2 16,-2 0 2-16,-1 0 1 15,-2 3 0-15,-1 6 0 16,1 1 1-16,1 0-1 16,2 0-1-16,-1 2 1 15,2 3 1-15,0 3-1 16,2 5 0-16,3 3 0 0,0 7 1 15,0-1 0 1,0 0 1-16,13-7-1 0,5-1 0 16,4-7 1-16,0-5 1 15,1-3-1-15,-1-4 0 16,-1-4 2-16,1-1-3 16,-2 0 0-16,-1 0-1 15,-3 0 0-15,1-7-32 16,0-5-20-16,3-5-40 15,1-4-161-15,1-3-58 16,1-1-273-16</inkml:trace>
  <inkml:trace contextRef="#ctx0" brushRef="#br0" timeOffset="10015.4">13827 4672 744 0,'0'0'258'0,"0"0"-167"16,0 0-26-16,0 0 49 16,0 0-2-16,0 0-14 15,-41-27-75-15,23 27 10 0,-3 4-2 16,1 13-7-1,2 7-2-15,3 8-8 0,5 3 1 16,8-2-5-16,2-3-4 16,0-4-1-16,19-7-4 15,4-3-1-15,3-7 1 16,5-7 0-16,2-2-1 16,4 0 0-16,-2-8-1 15,0-6-21-15,-5-6 6 16,-5-1 9-16,-5-3 5 15,-4-3 1-15,-8 1 1 16,-5 2 0-16,-3 8 4 16,0 5-3-16,0 6 1 15,0 5 12-15,0 0-14 0,0 13-3 16,0 12 3-16,0 6 0 16,0-2 4-16,7-3-3 15,7-6-1-15,2-7 2 16,3-7-2-16,-3-4 0 15,2-2 2-15,-2 0-1 16,-1-12 0-16,-1-8 1 16,-4-1-2-16,-1-2 4 15,-6-1-4-15,-3 2 0 16,0 5-1-16,0 5 1 16,0 8 1-16,0 4-1 15,0 0-2-15,0 16-9 16,4 14 2-16,6 10 9 0,5-3 5 15,7-4-4-15,5-11 3 16,6-9-4-16,5-12-1 16,4-1 1-16,0-12 2 15,-3-15-2-15,-6-4-10 16,-7-3 2-16,-7-1 8 16,-7-6 0-16,-9-3 1 15,-3-4-1-15,0-2 3 16,-10 1-3-16,-8 4 3 15,-1 5 5-15,6 15 0 16,3 10 3-16,4 10 9 16,3 5-11-16,2 15-9 0,1 18-4 15,0 16 4 1,0 5 0-16,0-2-1 0,11 0 1 16,3-8 0-16,1-3-2 15,-2-4-58-15,0-11-135 16,-1-7-87-16,-2-15-317 15</inkml:trace>
  <inkml:trace contextRef="#ctx0" brushRef="#br0" timeOffset="10564.44">14503 4611 1065 0,'0'0'176'0,"0"0"-140"15,0 0 38-15,0 0-35 0,0 0-26 16,0 0-5-16,107 17 2 15,-72 14-6-15,-3 6 7 16,-7 3 8-16,-5-4-8 16,-7-6 0-16,-6-9-1 15,-3-8 10-15,-4-9 11 16,0-4 3-16,0 0 32 16,0-4 0-16,1-20-30 15,1-5-24-15,1-8-5 16,1-3-7-16,-3 6 3 15,2 9-2-15,3 8-1 16,5 12-8-16,9 5 0 16,7 3-14-16,6 21 7 15,6 4 3-15,4-2-26 0,8-8-33 16,-2-9-14-16,-1-9-5 16,-9 0 33-16,-8-8 47 15,-13-10 10-15,-8-4 4 16,-8-1 49-16,-2-3 38 15,-2-1-7-15,-12 5-14 16,-4 2-42-16,4 7 8 16,4 7 2-16,1 6-14 15,2 0-14-15,-3 26-10 16,-2 14 0-16,4 6 5 16,3-2-2-16,5-7-1 15,0-8-2-15,9-9-2 16,11-7 1-16,8-7-1 15,4-6-28-15,5 0-22 0,6-4-40 16,1-9-115-16,4-4-146 16,1-1-277-16</inkml:trace>
  <inkml:trace contextRef="#ctx0" brushRef="#br0" timeOffset="10751.59">15742 4480 1212 0,'0'0'274'16,"0"0"-261"-16,0 0 19 16,0 0 4-16,0 0 7 0,-15 125 2 15,23-68-37-15,5-1-3 16,1-6-4-16,-4-7-1 16,-3-7-15-16,1-12-128 15,-3-12-144-15,-3-12-421 16</inkml:trace>
  <inkml:trace contextRef="#ctx0" brushRef="#br0" timeOffset="10892.94">15697 4278 1053 0,'0'0'0'0,"0"0"-247"16,0 0-23-16,33 89 59 15</inkml:trace>
  <inkml:trace contextRef="#ctx0" brushRef="#br0" timeOffset="11247.39">15926 4619 818 0,'0'0'387'0,"0"0"-370"16,0 0-7-16,-2 94 32 15,2-66 5-15,3-6-22 16,8-4-16-16,-3-9-4 16,-2-6 0-16,-2-3 2 15,-1 0 6-15,3-6 28 0,1-16 1 16,2-10-29-16,1-8-3 16,2-3-10-16,1-5 0 15,-2 4 2-15,5 7-2 16,-3 10 1-16,0 8 0 15,-1 15 8-15,2 4 6 16,1 18-14-16,3 20 27 16,0 13 8-16,1 5-9 15,1-1-16-15,0-3-8 16,5-10-2-16,0-13-1 16,3-9-39-16,3-15-114 15,-3-5-96-15,0-14-150 16</inkml:trace>
  <inkml:trace contextRef="#ctx0" brushRef="#br0" timeOffset="11433.42">16379 4345 975 0,'0'0'239'16,"0"0"-163"-16,0 0 94 16,0 0-25-16,0 0-120 15,0 0-21-15,-41 51-4 16,48 16 17-16,5 0-12 15,1-4-3-15,-3-6-2 16,2-6-6-16,-3-6-91 16,-4-8-159-16,-3-14-182 0</inkml:trace>
  <inkml:trace contextRef="#ctx0" brushRef="#br0" timeOffset="12249.47">16377 4713 787 0,'0'0'370'16,"0"0"-370"-16,0 0-69 16,0 0 69-16,114-41 2 15,-54 21-2-15,5-4-86 16,-1-1 73-16,-12 6 13 16,-19 2 80-16,-16 6-54 15,-11 5-17-15,-6 4 53 0,0 1 39 16,0 1-15-1,-1 0-34-15,-11 0-9 0,-5 13-26 16,-1 11-12-16,7 7-2 16,5 1-2-16,6-3 5 15,0-4-6-15,23-5-5 16,8-7-2-16,6-8-34 16,8-5-13-16,5 0-33 15,1-20-20-15,-2 1 23 16,-4-4 55-16,-11 1 29 15,-11-1 6-15,-13 0 19 16,-10-4 22-16,0 1 24 16,-10-3-10-16,-10 4-19 15,-2 6-9-15,6 8 21 0,3 8 15 16,1 3-50-16,2 13-14 16,0 18-4-16,3 12 4 15,4 15-3-15,3 8 2 16,0 11 1-16,0 6 5 15,8 7 9-15,0 0 1 16,1-4-4-16,-6-11-6 16,-3-20 3-16,0-17 3 15,0-17 2-15,-14-14 2 16,-9-7 7-16,-9 0-10 16,-1-13-11-16,-4-17 1 15,6-12-3-15,5-11-2 16,8-5-2-16,11 2-5 0,7 5-9 15,17 5-9 1,20 8-8-16,9 0-15 0,9-2-9 16,8-1-23-16,5-5 25 15,4-3 51-15,0 0 2 16,-7 0 6-16,-13 6 27 16,-15 8 31-16,-17 12-3 15,-13 7-21-15,-7 8 4 16,0 4 6-16,-10 2-31 15,-9 2-8-15,-3 0-8 16,4 2 3-16,0 15-4 16,4 5-2-16,8 5 0 0,2 5 0 15,4 2 0 1,0-2-2-16,10-5-8 0,10-4-36 16,3-7-47-16,4-7-115 15,0-9-104-15,-2 0-288 16</inkml:trace>
  <inkml:trace contextRef="#ctx0" brushRef="#br0" timeOffset="12683.79">17499 4606 656 0,'0'0'455'0,"0"0"-391"15,0 0 2-15,0 0 44 16,0 0-23-16,0 0-69 16,75-69-12-16,-58 88 20 15,-2 1 13-15,-5 3-4 0,-3 0 1 16,-6-6-12-16,1-4-8 15,-2-6-2-15,1-4-10 16,5-3 2-16,6 0-2 16,9-15-4-16,6-7-6 15,3-5-15-15,-3-6 0 16,-4-2-2-16,-3-1-2 16,-3 0 18-16,-3 7 7 15,-4 11 5-15,-7 7 3 16,-2 10 5-16,-1 1 4 15,0 0-17-15,0 0-12 16,0 16 6-16,-3 6 6 0,2 3 1 16,1 4-1-16,0 2 1 15,1 1 2-15,11 1 17 16,0-3 3 0,-2-4 8-16,-4-3 1 0,-2-9-4 15,-3-6-1-15,-1-4 3 16,0-3-11-16,-11-1-2 15,-14 0-4-15,-11 0-13 16,-10-3-13-16,-13-7-44 16,-13-5-99-16,-18-3-315 15</inkml:trace>
  <inkml:trace contextRef="#ctx0" brushRef="#br0" timeOffset="13435.61">6778 5821 796 0,'0'0'286'16,"0"0"-215"-16,0 0-29 16,0 0-17-16,0 0 18 15,6 98 56-15,-1-46-54 16,2 1-33-16,-1-3-6 15,0-6-1-15,-3-2-5 16,-3-5 0-16,0-5-66 16,0-12-114-16,0-17-310 15</inkml:trace>
  <inkml:trace contextRef="#ctx0" brushRef="#br0" timeOffset="13592.12">6847 5536 1084 0,'0'0'0'0,"0"0"-114"15,0 0-52-15,0 0 163 16,55 87-91-16,-14-49-321 16</inkml:trace>
  <inkml:trace contextRef="#ctx0" brushRef="#br0" timeOffset="13899.41">7090 5862 952 0,'0'0'233'0,"0"0"-221"0,-95 20 10 16,76-7 85-16,7 5-36 16,9 6-57-16,3 5-14 15,5 0 3-15,17 0-2 16,2-1 3-16,1-6-1 15,-4-3 5-15,-6-8-7 16,-5-2 2-16,-6-4-1 16,-4-4 8-16,0-1 41 15,0 0 52-15,-5 0-15 16,-16 0-42-16,-7 0-36 16,-2 0-9-16,2 0-1 15,6-2-1-15,9 0-9 16,6-2-23-16,7 3-55 15,11-1-159-15,25-6-294 0</inkml:trace>
  <inkml:trace contextRef="#ctx0" brushRef="#br0" timeOffset="14580.82">7816 5892 1322 0,'0'0'44'0,"0"0"-38"15,0 0 92-15,0 0-3 0,0 0-45 16,-102-50-39 0,73 76-8-16,3 12 2 0,2 8 2 15,9 7-1-15,10-3 2 16,5-3 0-16,3-10-4 15,20-10-3-15,11-12-1 16,6-12 1-16,9-3-4 16,3-15 3-16,-1-16-29 15,-4-7-7-15,-7-4-2 16,-10-5 10-16,-8-2 18 16,-7-7 10-16,-7-4 0 15,-8-3 9-15,0-2-9 0,-9 1 21 16,-15 3 9-16,1 10-3 15,1 12 0 1,6 16 2-16,7 19 11 0,4 4-9 16,0 36-31-16,2 21 0 15,3 20 1-15,0 7 2 16,0 0-1-16,9-3-1 16,8-7 2-16,5-14-3 15,1-12-1-15,1-14 0 16,0-14-1-16,-3-11-2 15,3-9-11-15,0 0-8 16,4-16-7-16,-2-13-6 16,-3-7 18-16,-3-8-7 0,-4-2 16 15,-10-2 1-15,-4 2 8 16,-2 12 2-16,0 10 1 16,0 12 22-16,0 12 22 15,-4 1-25-15,1 27-21 16,2 10-1-16,1 7 5 15,0-1-5-15,0-7 0 16,0-6-5-16,8-7-50 16,2-7-140-16,-2-11-171 15,-1-6-433-15</inkml:trace>
  <inkml:trace contextRef="#ctx0" brushRef="#br0" timeOffset="14717.63">8185 5589 1202 0,'0'0'0'0,"0"0"-12"15,0 0-59-15,0 0 16 16,0 0-120-16,0 0-380 16</inkml:trace>
  <inkml:trace contextRef="#ctx0" brushRef="#br0" timeOffset="17317.73">11239 4668 427 0,'0'0'454'16,"0"0"-406"-16,0 0-24 15,0 0 38-15,0 0 51 16,0 0-20-16,-26-72-41 15,23 56-10-15,3 1-7 16,0-2-1-16,0 3-1 16,0 2 18-16,0 1-24 0,8-1-11 15,-3 4-7-15,3 3 3 16,0 5-5-16,5 0-7 16,3 3-2-16,3 19 2 15,2 10 4-15,-1 10 10 16,-2 8-1-16,-2 3 2 15,-5 3 1-15,-4-1-5 16,-2-4 5-16,-2-4 7 16,-3-10-7-16,0-3-1 15,0-9-1-15,0-8-3 16,0-6-2-16,0-5-3 16,0-2 0-16,0-4-4 15,0 0 2-15,0 0 5 16,0 0 0-16,0 0-1 0,0 0 4 15,2 0-3-15,0 0-3 16,1-8 3-16,4-13-2 16,1-8-6-16,0-2 3 15,-1-5-1-15,0 0-1 16,-2-4-2-16,0 0 4 16,-1 0-4-16,0 0 0 15,2 7 2-15,-2 5 0 16,1 4-1-16,0 5-1 15,0 3 1-15,2 2-1 16,0 3 0-16,3 2-3 16,2 2 3-16,-1 1 0 15,-1 3-1-15,0 0-1 0,1 3-1 16,-2 0 0-16,3 0 2 16,-2 0 1-16,2 0 0 15,0 10-1-15,-1 1 1 16,1 5-2-16,0 6 2 15,-2 1 1-15,-3 3 2 16,-1 3-2-16,1 1 4 16,-4 0-3-16,0 2-1 15,1-2 2-15,-1 0-1 16,2-3-1-16,-2-5 1 16,2-3 2-16,1-7-4 15,-2-3-1-15,2-3 1 0,-3-2 2 16,1 1-2-16,-1-2 0 15,-2 0 0-15,1-3-13 16,-2 0-28-16,0 0-28 16,0 0-59-16,0-5-131 15,-6-15-231-15</inkml:trace>
  <inkml:trace contextRef="#ctx0" brushRef="#br0" timeOffset="18480.77">11242 4686 501 0,'0'0'168'0,"0"0"-142"0,0 0 29 16,0 0 86-1,0 0-30-15,11-77 15 0,-6 70-54 16,0 3-18-16,1 4-19 16,3 0-15-16,1 0-8 15,5 19 10-15,0 11 3 16,3 9 13-16,-2 6-11 15,-2 5-4-15,-2-2 0 16,-5 0 6-16,-4-3-5 16,-3-3 2-16,0-6-9 15,0-7 0-15,0-7 5 16,-3-5-2-16,-2-5 0 16,2-4-5-16,3-5-8 15,0-2-2-15,0-1 0 16,0 0 3-16,0 0 11 0,0-8 3 15,0-15 0 1,1-7-13-16,5-7-9 0,2 0 5 16,0-2-5-16,2-2 0 15,2-3 0-15,3 1 0 16,1-1 0-16,3 2-1 16,-2 1 0-16,1 4 0 15,-3 4 1-15,0 5 1 16,-3 10 2-16,-5 3-3 15,-1 8 0-15,-1 3 0 16,-2 4-2-16,6 0-5 16,3 0-2-16,5 1 9 0,4 16 0 15,3 7 0-15,-3 4 0 16,-1 7 4-16,-1 2-1 16,-3 4 1-16,-2-1 1 15,1-1-3-15,-2-6 2 16,0-5-4-16,-2-6 7 15,-3-1-5-15,-3-2-2 16,-1-4 8-16,-4-2-2 16,0-1 1-16,0-5 2 15,0-3-3-15,0-2 0 16,0-2-2-16,0 0 7 16,0 0-3-16,0 0 3 0,0 0-5 15,1 0 0 1,1 0-2-16,1 0 6 0,5-10-2 15,4-3-3-15,3-5-4 16,2-3 1-16,1-2 0 16,-1-2-4-16,-3-3-2 15,-4-1-16-15,-4 2-28 16,-2 1-28-16,-3 6-68 16,-1 8-174-16,0 8-412 15</inkml:trace>
  <inkml:trace contextRef="#ctx0" brushRef="#br0" timeOffset="19396.99">8374 5784 997 0,'0'0'217'0,"0"0"-187"0,0 0-29 16,0 0 0-1,0 0-1-15,0 0 20 0,67 69-7 16,-39-38-3-16,-1 1-6 16,-5-2-1-16,-6-2-3 15,-6-2 0-15,-4 0-26 16,-6-3-110-16,0-5-138 15,0-9-136-15</inkml:trace>
  <inkml:trace contextRef="#ctx0" brushRef="#br0" timeOffset="19621.86">8619 5797 1061 0,'0'0'191'15,"0"0"-181"-15,0 0 1 16,0 0 46-16,-83 78-1 16,70-41-31-16,2-3-14 15,5-3-9-15,5-8-2 16,1-6-5-16,0-3-49 16,4-9-33-16,15-2-66 15,1-3-148-15,3-11-248 16</inkml:trace>
  <inkml:trace contextRef="#ctx0" brushRef="#br0" timeOffset="19796.52">8683 5806 738 0,'0'0'523'0,"0"0"-513"16,0 0 0-16,0 0-5 15,-71 107 27-15,71-59-12 16,0-4-16-16,0-5-4 15,1-6 0-15,12-10-49 16,2-8-98-16,4-15-206 16</inkml:trace>
  <inkml:trace contextRef="#ctx0" brushRef="#br0" timeOffset="19923.39">8733 5533 727 0,'0'0'0'0,"0"0"-342"16</inkml:trace>
  <inkml:trace contextRef="#ctx0" brushRef="#br0" timeOffset="21578.94">8936 5753 1130 0,'0'0'89'0,"0"0"-58"16,0 0 38-16,-94 46-9 15,94-27-36-15,0 4-12 16,0 1-8-16,19 1-4 16,1-5 8-16,2-2-2 15,-6-1-1-15,-2-8-3 16,-6-2-2-16,-5-6 2 15,-3 1 1-15,0-2 2 16,0 2 33-16,-18 0 18 16,-5-2-21-16,-8 0-23 15,1 0-8-15,5 0-1 16,2 0 2-16,6-6 0 0,7 2-5 16,7 3-2-16,3-1-2 15,0 2-8-15,4 0-19 16,17 0 23-16,9 0 8 15,9 0 4-15,7 0-4 16,6-11 0-16,0-5-8 16,-2 0 7-16,-8-3-3 15,-11 1-7-15,-6 1 11 16,-6 0 0-16,-8-3 6 16,-5 1-3-16,-5-6 1 15,-1-1 5-15,0-4-6 16,-1 1 2-16,-8 2-1 15,1 6 4-15,1 9 10 16,4 7 14-16,1 5-3 16,2 0-20-16,0 2-9 15,0 23-9-15,0 11 9 0,7 7 3 16,8-2-2-16,3-5 0 16,3-8-1-16,2-4 0 15,-3-6-2-15,-4-6-33 16,1-5-33-16,-2-6-101 15,-2-1 51-15,3-7 15 16,-6-9 14-16,-4-6-25 16,0-3 92-16,-6-1 13 15,0-3-13-15,0 0 22 16,0 4 32-16,0 7 43 16,0 9 29-16,0 5 17 0,-2 4-50 15,2 0-31 1,0 0-40-16,0 15 5 0,0 5-4 15,3 5 18-15,2-1-2 16,0-1-3-16,0 1 0 16,-3-6 1-16,-2-4 2 15,0-3 6-15,0-5-8 16,0-5 0-16,0 0 1 16,0 1-4-16,0-2-5 15,0 0 1-15,0 0-3 16,0 0-1-16,0 0 2 15,0 0 0-15,0 0-1 16,0 0 6-16,0 0-2 0,0 0-6 16,0 0 5-1,0 0-4-15,0 0-1 0,0 0-1 16,0 0-1-16,0 0-2 16,0 0 1-16,0 0-1 15,0 0-2-15,0 5-2 16,0 2 2-16,0 2 3 15,-2 0 1-15,-1-3-1 16,0 1 1-16,-1 3 0 16,-1-1 0-16,0 3 2 15,2 2-1-15,-1-2-1 16,1-2 0-16,3-2 2 16,0-5-2-16,0-3 0 0,0 0-1 15,0 0 1-15,0 0 3 16,0 0-2-16,0-3 6 15,7-18-2-15,11-6 2 16,5-7-5-16,5 1-3 16,-1 3-3-16,4 6 2 15,-1 6-1-15,2 10 1 16,-2 8-2-16,-2 2-2 16,-6 20 1-16,-5 4 3 15,-7 4 2-15,-9 1 1 16,-1 0-1-16,-3 1 9 15,-18-4-5-15,-7-1-2 16,-3-4-3-16,0-7 2 16,5-7 0-16,7-9 0 0,9 0 1 15,7-15-3-15,3-20-36 16,0-11-35-16,22-9-31 16,3-3 19-16,2 5 17 15,-4 8 43-15,-3 6 23 16,-1 8 0-16,-6 8 6 15,-3 10 1-15,-4 6 27 16,0 7 7-16,-3 10-37 16,-3 20 23-16,1 10 68 15,1 7-53-15,0 0-21 16,5-3-1-16,3-3-2 16,1-10-11-16,5-11-6 15,4-7 3-15,2-11 0 16,2-2-2-16,1 0 5 0,-1-13-7 15,-3-5-2-15,-4-5-1 16,-3-1 0-16,-6-3 3 16,-3 2-4-16,-5 4 1 15,0 5 3-15,0 8 0 16,0 5 7-16,0 3 7 16,0 0-13-16,2 14-1 15,4 12 0-15,6 3 20 16,5 0-9-16,2-4-8 15,2-4-3-15,3-4 0 16,-1-4-3-16,3-6-48 0,3-3-129 16,3-4-18-16,-1 0-228 15,0-11-376-15</inkml:trace>
  <inkml:trace contextRef="#ctx0" brushRef="#br0" timeOffset="22428.74">10454 5537 1247 0,'0'0'152'0,"0"0"-152"16,0 0 0-16,-31 84 14 16,31-28 25-16,10 6-9 15,4 0-12-15,-6-4 10 0,-4-4-4 16,-4-9-5-16,0-8-7 15,0-13 1-15,-4-11-6 16,0-9-2-16,2-1 4 16,-2-3 4-16,-1 0 5 15,1-16-9-15,0-12-9 16,4-5-10-16,0-5-4 16,4 4-5-16,17 6 8 15,6 11 0-15,6 7-15 16,2 10 18-16,-1 0 8 15,-6 10-2-15,-2 10 2 16,-10 5 0-16,-6 0 3 16,-7 2 2-16,-3-3 5 15,0-3 1-15,-18-2 8 16,-6-1 0-16,-5-3-11 0,-1-6 4 16,1-4-6-16,9-5-4 15,7 0-2-15,11-10-1 16,2-18-50-16,3-1-88 15,19 0 16-15,7 6 46 16,2 10 28-16,1 8 24 16,3 5 21-16,-2 0 4 15,2 0 1-15,1 5 4 16,0-1 12-16,-1-4 17 16,-1 0 13-16,-7 0-6 15,-5-6-20-15,-8-5-2 16,-5 0-7-16,-2-4 21 0,-6 0 35 15,-1-2 4-15,0 2-19 16,0 1-30-16,-8 1 4 16,-2 4-15-16,2 3-8 15,4 5-1-15,-1 1-3 16,2 13-7-16,-2 24 7 16,2 21 0-16,3 13 4 15,0 10 3-15,0 7 5 16,0 7-4-16,4 1-4 15,3-4-2-15,-2-15 0 16,-5-16 0-16,0-17 1 16,0-15 28-16,-1-11 5 15,-8-11-5-15,-4-7-1 0,-7 0 6 16,-7-12-15-16,-6-14-8 16,-1-10-9-16,2-7-4 15,6-3 3-15,9-2-3 16,9 3-8-16,8 3-10 15,11 1-40-15,26 6-32 16,15 0-59-16,6 2-232 16,3 3-382-16</inkml:trace>
  <inkml:trace contextRef="#ctx0" brushRef="#br0" timeOffset="22913.08">11650 5859 1302 0,'0'0'187'0,"0"0"-184"16,0 0 21-16,0 0 46 16,41-76-41-16,-10 76-24 15,1 0-5-15,-2 19 1 16,-4 11 4-16,-7 5 6 15,-1 6 1-15,-10 0-2 16,-5-2 1-16,-3-4-2 16,0-9-2-16,0-8 0 0,-3-7-5 15,-1-4 1-15,1-5 2 16,0-2-2-16,-2 0 9 16,0-5 9-16,-4-19-9 15,2-11-9-15,6-10-2 16,1-3 1-16,0 0-2 15,11 7-4-15,13 8 2 16,3 9 1-16,0 8 0 16,1 11-1-16,-1 5 2 15,-2 7 0-15,2 22 1 16,-4 10 2-16,-1 7 1 16,-4 4 7-16,-3-2-7 0,-3-2 0 15,-2-7-4 1,-4-2-1-16,0-2-3 0,-3-5-47 15,-2-4-90-15,2-12-158 16,-2-12-207-16</inkml:trace>
  <inkml:trace contextRef="#ctx0" brushRef="#br0" timeOffset="23097.33">12258 5736 1419 0,'0'0'92'16,"0"0"-92"-16,0 0-6 0,0 0 6 16,0 0 0-16,33 119 0 15,-18-68-63-15,-5 1-83 16,-3-1-183-16,-7-1-414 16</inkml:trace>
  <inkml:trace contextRef="#ctx0" brushRef="#br0" timeOffset="23231.73">12356 6339 1340 0,'0'0'225'0,"0"0"-216"15,0 0 5-15,0 0-1 16,0 0-13-16,0 0-90 16,-19-43-206-16,20 43-254 0</inkml:trace>
  <inkml:trace contextRef="#ctx0" brushRef="#br0" timeOffset="24611.33">13473 5616 494 0,'0'0'293'0,"0"0"-219"16,0 0-36-16,0 0 76 15,0 0 28-15,0 0-53 16,0 0-15-16,0-11 28 16,0 11 6-16,0-2-35 15,-3-5-19-15,-12 1-27 16,-2-1-24-16,-3-1 0 0,0 0 7 15,0 2 1-15,3 0 0 16,0 3 1-16,2 1-4 16,4 1-4-16,4 1-1 15,4 0-3-15,3 0-2 16,0 0 0-16,0 0-2 16,0 0 2-16,0 26-2 15,14 15 4-15,7 14 6 16,6 7-5-16,1 7 2 15,0 4 0-15,-3 4 1 16,-5 4-2-16,-3 3 1 16,-5 1-1-16,-9 0-1 15,-3-7 0-15,0-16-1 0,0-16 2 16,0-14-1 0,-3-16 1-16,0-6 10 0,1-5-3 15,2-5-2-15,0 0 0 16,0 0-3-16,0 0 4 15,0 0-8-15,0 0 1 16,2-2-1-16,16-11-5 16,9-7 5-16,9-2 0 15,8-1-10-15,1 3-26 16,0 3-22-16,0 0-32 16,-1 2-105-16,-5-3-150 15,-8-3-283-15</inkml:trace>
  <inkml:trace contextRef="#ctx0" brushRef="#br0" timeOffset="24930.55">13978 5811 878 0,'0'0'200'16,"0"0"-131"-16,0 0-38 0,0 0 62 15,0 0-46 1,0 0-38-16,5 69 74 0,4-26-12 16,1-4-50-16,-2 1-2 15,-2-3 9-15,0-5-13 16,-5-1-10-16,1 0-2 15,-2-2-3-15,0-2-4 16,0-2-70-16,0-6-142 16,6-10-274-16</inkml:trace>
  <inkml:trace contextRef="#ctx0" brushRef="#br0" timeOffset="25069.61">14248 6076 1227 0,'0'0'25'0,"0"0"-25"0,0 0-49 16,0 0 42-16,0 0-31 15,0 0-496-15</inkml:trace>
  <inkml:trace contextRef="#ctx0" brushRef="#br0" timeOffset="25482.27">14426 5828 1055 0,'0'0'141'0,"0"0"-137"15,0 0 9-15,107-14 90 16,-77 14-30-16,-3 14-50 15,-9 3-15-15,-8 2-4 16,-7 1 1-16,-3 2 1 16,0 0 18-16,-23 1 3 15,-10 0 2-15,-8 1-9 16,-5-2 2-16,6-6-12 16,6-4-5-16,18-10 2 15,9 0-3-15,7-2 22 16,0 0-4-16,0 0-17 15,20-2-3-15,9-7 8 0,9 0-2 16,4 1-1-16,0 6 0 16,1 0-4-16,-1 2-2 15,-2 0-1-15,-2 0-4 16,-7 0-15-16,-5 11-121 16,-6-2-80-16,-6-5-258 15</inkml:trace>
  <inkml:trace contextRef="#ctx0" brushRef="#br0" timeOffset="25626.98">14889 6036 1093 0,'0'0'157'0,"0"0"-157"0,0 0-11 16,0 0 4-16,0 0-74 15,0 0-125-15,72-28-213 16</inkml:trace>
  <inkml:trace contextRef="#ctx0" brushRef="#br0" timeOffset="26097.65">15126 5777 1203 0,'0'0'76'0,"0"0"-73"0,0 0 9 15,0 0 70-15,121-31-37 16,-89 31-39-16,-7 2-3 16,-8 10-3-16,-11 0-8 15,-6 3 5-15,0 2 2 16,-8 0 1-16,-16 3 11 16,-4-2-9-16,0-5 5 15,4-1 2-15,7-5-4 16,7-5 15-16,7 0-7 15,3-2-5-15,0 0-8 16,0 0-5-16,13 0 4 16,9 0 1-16,5 0 2 15,1 0-2-15,4 9-7 16,1 2 2-16,-2-1-12 16,-6 2 8-16,-10-1 9 0,-10-1-4 15,-5 1 4-15,0 1 4 16,-5-1 40-16,-15-1 15 15,-10 3 3-15,-5-4-16 16,-4 2-20-16,5-3-20 16,10-1-2-16,7-2-4 15,9-2 0-15,6-2-30 16,2 2-96-16,5-3-166 16,24 0-150-16</inkml:trace>
  <inkml:trace contextRef="#ctx0" brushRef="#br0" timeOffset="26280.01">15849 5892 653 0,'0'0'806'16,"0"0"-799"-16,0 0 2 16,0 0-9-16,112-33 7 15,-63 33-7-15,6 0-6 16,0 0-57-16,1 0-81 15,-5 0-117-15,-8 0-194 16</inkml:trace>
  <inkml:trace contextRef="#ctx0" brushRef="#br0" timeOffset="26391.21">16341 5832 811 0,'0'0'331'0,"0"0"-276"16,0 0-13-1,0 0-25-15,0 0-17 0,0 0-89 16,9 0-65-16,0 3-175 15</inkml:trace>
  <inkml:trace contextRef="#ctx0" brushRef="#br0" timeOffset="26860.27">16538 5707 1194 0,'0'0'94'0,"0"0"-88"16,0 0 10-16,0 0 14 16,0 0-20-16,0 0-9 15,82 18 1-15,-64 8 0 16,-3 4 7-16,-5 3 2 16,-3 0-6-16,-3 2 6 15,-3-5 6-15,-1-3-2 16,0-8 0-16,0-6-5 15,0-9 10-15,0-2 23 16,-1-2-3-16,-3 0 4 16,1 0-2-16,-3-15-27 15,5-6-8-15,1-8-7 0,0-6 0 16,3-4-2 0,11 0 2-16,2 4-5 0,4 7 2 15,2 8-6-15,0 9 8 16,3 5 0-16,-2 6 1 15,-1 4-2-15,1 17-1 16,-2 6 3-16,-7 5 0 16,2 2 3-16,-8-1-3 15,-2-3-2-15,-2-2 1 16,-4-3-64-16,0-6-142 16,0-5-63-16,2-9-368 15</inkml:trace>
  <inkml:trace contextRef="#ctx0" brushRef="#br0" timeOffset="27276.97">17044 5532 1261 0,'0'0'32'0,"0"0"-27"15,0 0 19-15,0 0 68 16,113-74-69-16,-82 74-18 15,-4 0 0-15,-4 4 9 16,-6 14 10-16,-4 6 15 16,-3 8-4-16,-5 6 8 15,-5 5 6-15,0 7-16 16,0 4-9-16,0 9-6 0,0 6 2 16,-5 5-6-16,0-1-3 15,2-2-6-15,3-4-2 16,0-8 1-16,0-6-4 15,0-11 3-15,0-12-1 16,3-12-2-16,-1-9 3 16,-2-4-2-16,0-5 2 15,0 0-2-15,0 0 16 16,-15 0 7-16,-20-3-6 16,-12-11-18-16,-10-3-4 15,-4-1-16-15,-5 1-28 16,-2 8-49-16,-8 6-236 0,-9 3-340 15</inkml:trace>
  <inkml:trace contextRef="#ctx0" brushRef="#br1" timeOffset="46456.71">6308 7196 729 0,'0'0'360'0,"0"0"-245"15,0 0-65-15,0 0 43 16,0 0 44-16,0 0-37 15,0 0-40-15,0 0-29 16,-32-22-13-16,7 22-4 16,-11 6-7-16,-2 7-6 0,-4 1 4 15,0-1-2 1,6-2-2-16,3-4 2 0,4-3-2 16,9-4 1-16,5 0 2 15,8 0-4-15,2-7 0 16,5-1-1-16,0-3 1 15,0 2 4-15,0 3-2 16,0 3-2-16,0 3 0 16,0 0 0-16,0 0-3 15,0 0-2-15,0 10-4 16,0 11 8-16,0 8 0 16,0 2 2-16,-2 4 0 0,-1-1-1 15,-2-3 0 1,1-6 0-16,1-3 0 0,0-8 0 15,3-6 0-15,-1-4 0 16,1-4 2-16,0 0-2 16,0 0 3-16,0 0-3 15,0 0-3-15,1-8-13 16,14-6-1-16,7-5 2 16,5 6 1-16,5 4 4 15,-1 6-12-15,1 3-1 16,-4 9 9-16,1 23 12 15,-6 12 0-15,-3 7 2 16,-6 7-2-16,-8-3 1 0,-6-4 1 16,0-6 5-1,-15-7-4-15,-10-4 17 0,-7-8 12 16,-1-6-1-16,-6-6-6 16,4-5-9-16,4-9 1 15,-1 0-4-15,7-2-3 16,3-12-8-16,5-4 0 15,4 1 0-15,4 0-1 16,3 7-16-16,6 4-24 16,0 1-58-16,22 4-166 15,13-1-23-15,3-2-127 16</inkml:trace>
  <inkml:trace contextRef="#ctx0" brushRef="#br1" timeOffset="46624.71">6408 7673 1107 0,'0'0'164'15,"0"0"-158"-15,0 0 4 16,0 0-4-16,0 0-6 16,0 0-21-16,-17-12-153 15,30 12-51-15,1 0-267 16</inkml:trace>
  <inkml:trace contextRef="#ctx0" brushRef="#br1" timeOffset="47089.81">6836 7258 1081 0,'0'0'73'16,"0"0"-62"-16,0 0 32 15,0 0 61-15,-96 6-5 16,73 12-45-16,-3 7-15 16,-3 11 12-16,4 12-16 0,7 10-3 15,4 5-12-15,13 1-9 16,1-5-3-16,3-12-8 15,17-12 6-15,5-11-6 16,4-12-2-16,1-6 2 16,3-6 6-16,1-2-4 15,-4-14-2-15,-7-2-17 16,-8 1 17-16,-10 0 10 16,-5 3-7-16,0-3 1 15,-20-2-3-15,-7 2 1 16,-6 2 9-16,-2 4-11 15,1 7-3-15,6 4 2 16,6 0-5-16,6 7 4 0,9 10-39 16,7 2-92-1,0 1-115-15,24-3-73 0,10-9-192 16</inkml:trace>
  <inkml:trace contextRef="#ctx0" brushRef="#br1" timeOffset="47214.35">6981 7668 1233 0,'0'0'37'0,"0"0"-21"16,0 0-7-16,0 0 9 15,0 0-18-15,0 0-43 16,-13-3-189-16,26-1-139 16</inkml:trace>
  <inkml:trace contextRef="#ctx0" brushRef="#br1" timeOffset="47624.84">7165 7249 1082 0,'0'0'118'16,"0"0"-92"-16,0 0 10 15,0 0 6-15,0 0-20 16,0 0 5-16,72-9 0 16,-38 9-5-16,-2 0-10 0,-5 0-2 15,-5 0-5-15,-5 3 0 16,-5 1-2-16,-5 2 11 16,-4 2 3-16,-1 1 4 15,-2 6 28-15,0 5-3 16,0 4-17-16,0 5-10 15,-2 6-1-15,-7 6-6 16,5 1 3-16,0 0-5 16,1-1-8-16,1-5-2 15,1 0 0-15,-1-3 0 16,0 0-18-16,2-1-75 16,0-2-134-16,0-8-151 0,0-10-413 15</inkml:trace>
  <inkml:trace contextRef="#ctx0" brushRef="#br1" timeOffset="47761.23">7598 7659 1064 0,'0'0'0'15,"0"0"-92"-15,0 0 30 16,0 0-95-16,0 0-227 15</inkml:trace>
  <inkml:trace contextRef="#ctx0" brushRef="#br1" timeOffset="48322.14">8029 7358 941 0,'0'0'187'16,"0"0"-167"-16,0 0-5 16,0-88 46-16,0 67 33 15,0 1-47-15,0 4-34 16,0-1 25-16,-3 1 6 16,-12 4-9-16,0 2-16 15,-3 8-3-15,-4 2-11 0,-3 0 0 16,0 17 6-16,2 6-3 15,4-1-8-15,7 2 1 16,9-5 1-16,3-1-2 16,0-2-2-16,14 1 2 15,6 1 2-15,6 2 0 16,4 1-4-16,2 3 2 16,3-2-1-16,-2 4-4 15,1-2-20-15,-6 1 15 16,-6 1 0-16,-10-2 9 15,-8-1-2-15,-4-1 2 16,-10 1 1-16,-18-5 6 16,-7 0 17-16,-6-3 11 0,-4-4-3 15,0-7 9 1,3-4-4-16,8 0 1 0,9-15 1 16,7-5-8-16,11-2-18 15,7-5-9-15,0 0-3 16,20-2-1-16,14-1 0 15,6 2-2-15,1 4-6 16,5 7-48-16,-3 5-32 16,2 8-102-16,-3 3-134 15,-7 1-372-15</inkml:trace>
  <inkml:trace contextRef="#ctx0" brushRef="#br1" timeOffset="48460.12">8339 7499 1301 0,'0'0'136'0,"0"0"-129"0,0 0-4 16,0 0-3-16,0 0-27 15,0 0-169-15,38-11-135 16,-7-3-287-16</inkml:trace>
  <inkml:trace contextRef="#ctx0" brushRef="#br1" timeOffset="48973.13">8751 7232 368 0,'0'0'809'16,"0"0"-758"-16,0 0-38 16,0 0 86-16,-100-63-2 15,81 55-40-15,-4 4-35 16,0 4-12-16,0 0 13 15,1 16-11-15,7 13 4 16,7 9 8-16,8 4 7 16,0-4-21-16,23-6-6 15,12-10-4-15,4-12 4 16,4-8 0-16,-4-2-4 16,-6-10-12-16,-6-11-5 15,-9-5 17-15,-8-3-1 0,-6-1 1 16,-3 0 2-16,-1-2-2 15,0-2 0-15,0 4 2 16,-6 2 0-16,0 8-1 16,3 11 2-16,2 8 2 15,1 1-2-15,0 17-3 16,0 17 0-16,3 13 27 16,7 5-1-16,-2 6 3 15,3-5 8-15,-7-1-9 16,-4-2-12-16,0-10-6 15,0-2 4-15,-16-8-7 16,-10-6-5-16,-4 0 2 16,-8-1-4-16,-5-3-14 0,-5 5-40 15,0 1-94-15,-4 1-162 16,-6-3-331-16</inkml:trace>
  <inkml:trace contextRef="#ctx0" brushRef="#br1" timeOffset="49772.38">5413 6975 709 0,'0'0'153'15,"0"0"-85"-15,0 0-51 16,0 0 69-16,0 0 49 16,0 0-52-16,0-26-50 15,0 54-23-15,0 24 50 16,0 30 56-16,0 24-41 15,0 28-36-15,0 10-2 16,7 4-11-16,0-6-10 16,-1-20-6-16,-1-16-6 0,-3-19-4 15,-1-16 4-15,-1-16-3 16,0-12-1-16,0-16 0 16,0-10-24-16,0-14-42 15,0-3-42-15,0-13-5 16,-1-30-193-16,-8-22-412 15</inkml:trace>
  <inkml:trace contextRef="#ctx0" brushRef="#br1" timeOffset="50705.17">5509 7026 423 0,'0'0'383'0,"0"0"-289"16,0 0-44-16,0 0 44 16,0 0 16-16,0 0-36 15,19-24-44-15,1 17 19 16,7-2 26-16,7 0-13 15,5-1-18-15,7 2-3 16,6-2 1-16,9 3-7 0,8 1-9 16,8 2-5-1,5-2-6-15,1 4-10 0,5-1 5 16,0 0-2-16,2 3-1 16,1 0-3-16,-1 0 3 15,-2 0-2-15,2 0-1 16,0 0 3-16,0 0-1 15,0 0 0-15,3 0-1 16,5 0 0-16,2 0-1 16,4 0 1-16,-1-3-5 15,1-4 0-15,2-4 0 16,-2-1 0-16,0-2 1 16,-7 2-1-16,-6 1 1 15,-7 6 3-15,-4 1-2 0,-11 4 2 16,-1 0-1-16,-3 0-3 15,0 0 3-15,2 0 0 16,1 0-1-16,0 0-2 16,-3 0 0-16,-4 0-3 15,1 0 3-15,-5 0-1 16,0-5 1-16,-2-1 0 16,-3-2 0-16,0-2 1 15,1 1 0-15,-4-3 1 16,-1 2-2-16,-6 1 0 15,-7 1 0-15,-7 5 0 16,-6 1 3-16,-5 2-3 16,-4 0 0-16,3 0 0 0,-3 0 0 15,-2 0 0-15,-1 0 0 16,-3 0 1-16,-3 0 0 16,-4 0-1-16,0 0 1 15,0 0 3-15,0 0 4 16,0 0-1-16,0 0-1 15,0 0-3-15,0 0-2 16,0 13-1-16,-7 10 1 16,-3 15 7-16,3 10 2 15,0 9-3-15,6 9 9 0,-1 6-6 16,2 7-1 0,0-1 1-16,0-5-4 0,0-5 1 15,5-6-7-15,-4-10 2 16,1-6-2-16,-2-13 0 15,0-9-1-15,0-6 0 16,0-3-5-16,-6 0-40 16,-11-2-36-16,-11 2-115 15,-14-3-234-15</inkml:trace>
  <inkml:trace contextRef="#ctx0" brushRef="#br1" timeOffset="51556.38">5950 8176 882 0,'0'0'97'0,"0"0"-85"16,0 0 53-16,0 0 91 16,0 0-61-16,0 0-41 15,-74-29 16-15,69 24 18 16,2 2-22-16,-2 2-6 16,3-1-11-16,0 2-4 15,2 0-10-15,0 0-15 16,0 0-9-16,0 0 1 15,0-1-6-15,0 1 3 16,0 0 7-16,0-2-4 16,0 2-2-16,0-1 1 0,6-2 3 15,19-4-3-15,12 2 4 16,18-4 0-16,10-1-5 16,13 1-8-16,12-2-1 15,13-1-1-15,1-3 1 16,-1 7-1-16,-5-1 0 15,-6 5 3-15,-3 1-2 16,-2 1 1-16,2 0 1 16,4 1 0-16,8-2 3 15,9 0 5-15,2 0-4 16,5-3-6-16,5-2 0 16,3-1 0-16,1-1-1 0,-1-1 2 15,-6 2-2 1,-9 0 2-16,-10 2-1 0,-4-2 1 15,-6 0 3-15,-1-2-4 16,-1 0 4-16,-1 1-5 16,-3-1-4-16,-4-1 4 15,-1 0-1-15,-6 2-1 16,-4 0 3-16,-7 0-1 16,-9 3 3-16,-9-1-2 15,-6 4 0-15,-10-1-1 16,-7 4-1-16,-11-1 1 15,-7 2 0-15,-3 0-6 16,0 0-26-16,-28 6-53 0,-28 10-34 16,-25 0-331-1</inkml:trace>
  <inkml:trace contextRef="#ctx0" brushRef="#br1" timeOffset="57457.44">7051 8025 502 0,'0'0'314'0,"0"0"-228"16,0 0-79-16,0 0-5 16,0 0 26-16,0 0 93 0,0 0-31 15,-1 0-41 1,-1 1-21-16,2-1 1 0,-1 0 19 15,-1 5 13-15,-5 4-7 16,-1 6-22-16,-3 9-7 16,-2 6-6-16,3 5-7 15,2 3 2-15,0 3 12 16,4 5-1-16,3-1-4 16,1 1-6-16,0-2-2 15,0-2 2-15,6-3-5 16,6-1 5-16,1 1 5 15,4-2-12-15,1 1 2 16,4 1 2-16,5-1 0 16,5-4-4-16,6-1 0 15,9-4 0-15,7-4 4 16,5-3-5-16,7-6-3 0,3-4-2 16,4-5 1-16,7-2 2 15,5-5-5-15,6 0 1 16,1 0 1-16,-2 0-1 15,0-5-1-15,2-3 1 16,0-1-1-16,-2-4 3 16,-5 5 1-16,-5-2-4 15,-11 4 3-15,-7 2-3 16,-10 1 0-16,-8-2 1 16,-9 3-1-16,-7-1 0 15,-4-1-3-15,-10 1 3 16,-4 0 1-16,-4 0 0 0,-3 2 0 15,-1-1 0-15,-2 2 1 16,0 0 0-16,0 0-1 16,0 0 1-16,0-1 0 15,0-6 1-15,-11-2 0 16,-2-2-3-16,-5 0-2 16,-4 0 2-16,2 3 1 15,-3-1-1-15,-1-2 2 16,6 1-1-16,0 3 2 15,4-2-1-15,6 5 0 16,1 2-2-16,6 1 0 16,1 1-1-16,0 0 1 15,0 0-4-15,0 0 0 16,4 0 2-16,8 11 2 0,5 7 1 16,5 0 0-16,-2 1 1 15,-2 1-3-15,-3-3 1 16,-5-1 0-16,-7 1-1 15,-3 1-1-15,-1 6 2 16,-21 3-2-16,-10 6 2 16,-3-1-26-16,-2-3-46 15,8-4-92-15,5-14-173 16,10-11-340-16</inkml:trace>
  <inkml:trace contextRef="#ctx0" brushRef="#br1" timeOffset="58753.32">9795 8413 777 0,'0'0'213'0,"0"0"-135"15,0 0-72-15,0 0 60 16,0 0 41-16,0 0-19 16,0 0-33-16,-5-3 2 15,-8 3 20-15,-9 0-27 16,-5 0-35-16,-1 4 9 0,-4-1-8 15,0 0-7-15,2 0 3 16,4-3-5-16,5 0 5 16,7 0-1-16,7 0 1 15,4 0 1-15,3 0-5 16,0 0-7-16,0 0-1 16,0 0 1-16,0 0 0 15,0 0 0-15,0 0-1 16,0 6-4-16,0 11 1 15,0 10 3-15,0 7 6 16,0 3-6-16,3 4 1 16,0-3 0-16,2-6-1 15,-3-5 0-15,-1-8 1 0,1-6-1 16,-2-8 2-16,1-3-2 16,-1-2 1-16,2 0-1 15,3 0-6-15,7-13 6 16,7-10 0-16,7-5 7 15,4-1-7-15,4 5-10 16,-3 7-4-16,1 8-3 16,-2 9 10-16,-3 0 3 15,-2 12 2-15,-1 15-1 16,-8 8 3-16,-4 4 0 16,-9 2 1-16,-3-3 0 15,0-5 2-15,-8-4 8 0,-14 0 4 16,-6-1 6-16,-9 0-8 15,-5-1-3-15,-1-4-4 16,-1-1-1-16,2-4-3 16,6-6-1-16,6-5-1 15,8-1 0-15,9-3 0 16,9 1-23-16,4-3-26 16,0-1-63-16,17-5-136 15,13-15-166-15,10-13-58 16</inkml:trace>
  <inkml:trace contextRef="#ctx0" brushRef="#br1" timeOffset="59040.58">10067 8339 1028 0,'0'0'128'16,"0"0"-98"-16,0 0-9 15,0 0 19-15,0 0-10 16,0 0 47-16,6 108-34 16,2-67-28-16,0 0-2 0,-2 2-11 15,-3 8 3 1,-3-1-5-16,0 3-15 0,0-2-74 15,0-4-87-15,0-5-190 16,-3-6-150-16</inkml:trace>
  <inkml:trace contextRef="#ctx0" brushRef="#br1" timeOffset="59439.86">10157 9106 449 0,'0'0'402'0,"0"0"-371"0,0 0-25 16,0 0 16 0,0 0 63-16,0 0-12 0,0 14-42 15,0-12 19-15,0-2 29 16,0 0-10-16,0 0-10 15,0 0-18-15,-4 0-15 16,-1-7-20-16,4-3 2 16,1-1-1-16,0-2-7 15,0 1 8-15,3 3-1 16,7 1-7-16,1 7 10 16,-1 1-4-16,-5 0-2 15,-1 0 2-15,-3 0 1 16,-1 0 1-16,0 0 0 15,0 0-1-15,0 0-7 0,-5 0-3 16,-10 2-1-16,-6 9-125 16,-3 1-45-16,1-3-213 15</inkml:trace>
  <inkml:trace contextRef="#ctx0" brushRef="#br1" timeOffset="62130.72">10479 8557 1114 0,'0'0'166'0,"0"0"-131"16,0 0 3-16,0 0 12 15,0 0-15-15,0 0-8 16,119-9-14-16,-74 9-6 16,-3 3-7-16,-6 3-18 15,-6 2-117-15,-5-3-104 16,-13 2-271-16</inkml:trace>
  <inkml:trace contextRef="#ctx0" brushRef="#br1" timeOffset="62294.91">10433 8822 719 0,'0'0'649'0,"0"0"-649"0,0 0-59 16,0 0 59-16,121-5 2 15,-52-1-2-15,6-2-22 16,-1-3-235-16,-6-4-168 16</inkml:trace>
  <inkml:trace contextRef="#ctx0" brushRef="#br1" timeOffset="62572.65">11117 8354 1200 0,'0'0'94'0,"0"0"-94"16,0 0 0-16,0 0 60 15,-1 101 31-15,6-52-37 16,2 2-19-16,-3 4 4 15,-1 2-8-15,-3 2-23 16,0-4-4-16,0-2-4 16,-4-5-21-16,-1-6-95 15,2-8-91-15,3-10-230 16</inkml:trace>
  <inkml:trace contextRef="#ctx0" brushRef="#br1" timeOffset="62722.64">11311 8764 1170 0,'0'0'0'15,"0"0"-56"-15,0 0-12 16,0 0 17-16,0 0-175 16,0 0-444-16</inkml:trace>
  <inkml:trace contextRef="#ctx0" brushRef="#br1" timeOffset="63119.51">11599 8466 1164 0,'0'0'122'15,"0"0"-107"-15,0 0-3 16,0 0 30-16,0 0 27 15,117-32-34-15,-87 43-22 16,-6 7-8-16,-10 2 0 16,-8 6-4-16,-6 1 6 15,-7 7 3-15,-25 7 13 16,-11 8 5-16,-5 1-23 16,-4-5 0-16,4-8 3 0,15-13 1 15,11-12 17-15,14-9 4 16,6-2 3-16,2-1-17 15,4 0-16-15,19-8 1 16,11-9 6-16,8 0-5 16,3 4 0-16,-2 4-1 15,0 5-2-15,-2 4 1 16,-5 0-5-16,-1 6-12 16,1 4-74-16,-3 5-73 15,-1-5-81-15,-2-1-275 0</inkml:trace>
  <inkml:trace contextRef="#ctx0" brushRef="#br1" timeOffset="63240.53">12101 8768 917 0,'0'0'225'16,"0"0"-220"-16,0 0-5 16,0 0-10-16,0 0-80 15,0 0-213-15</inkml:trace>
  <inkml:trace contextRef="#ctx0" brushRef="#br1" timeOffset="63718.67">12308 8480 1132 0,'0'0'109'16,"0"0"-93"-16,0 0 7 15,0 0 22-15,0 0 0 16,88-76-29-16,-62 70-13 16,-8 4 3-16,-7 2 4 15,-4 0-4-15,-5 6-4 16,-2 11 9-16,0 3 11 16,-2 4-12-16,-15 5-7 15,-2 2-1-15,-3-4-4 16,2-7 1-16,6-5-1 0,4-8-3 15,7-4-7-15,3-3 7 16,0 0-19-16,0 0-23 16,17 0-12-16,6-8 54 15,6 0-7-15,0 3-16 16,0 3-3-16,-6 2 12 16,-2 0 15-16,-10 11 4 15,-5 9 2-15,-6 2 26 16,0 2 29-16,-4 0-9 15,-11 0-15-15,-2-3 23 16,-3-1-11-16,-2-4-15 16,0 0-8-16,3-5-12 15,2-2-7-15,5-4-3 0,5 0-44 16,6-5-128 0,1 0-198-16</inkml:trace>
  <inkml:trace contextRef="#ctx0" brushRef="#br1" timeOffset="63871.2">12778 8604 1311 0,'0'0'0'0,"0"0"-51"16,0 0 51-16,0 0 0 15,0 0-205-15,0 0-354 0</inkml:trace>
  <inkml:trace contextRef="#ctx0" brushRef="#br1" timeOffset="64386.54">12975 8298 1176 0,'0'0'95'16,"0"0"-94"-16,0 0 5 15,0 0 12-15,0 0 6 16,0 0 10-16,-29 78-25 0,16-50-4 16,-6 2 2-1,-2-1 0-15,-1-1 0 16,4-5-6-16,3-8 0 0,8-6-1 16,6-6-10-16,1-2-19 15,0-1-8-15,1 0-3 16,16 0 40-16,6 0 4 15,4 2-1-15,5 1-3 16,3 1 0-16,4-2 0 16,4-2 0-16,0 0-7 15,-5 0-6-15,-7-9-9 16,-14-1 15-16,-7 2 7 16,-9-2 6-16,-1 1 1 15,0-6-1-15,0 3 7 16,0 1 0-16,-5 1-5 0,2 5-2 15,0 3 29-15,1 2 3 16,2 0-17-16,-4 9-20 16,3 18 16-16,1 11 24 15,0 6-18-15,0 6-2 16,0-2-7-16,0-2-12 16,8-7-2-16,1-8-56 15,1-4-89-15,-4-8-129 16,1-11-316-16</inkml:trace>
  <inkml:trace contextRef="#ctx0" brushRef="#br1" timeOffset="64508.09">13370 8654 1196 0,'0'0'26'0,"0"0"-26"15,0 0-107-15,0 0-26 16,0 0-175-16</inkml:trace>
  <inkml:trace contextRef="#ctx0" brushRef="#br1" timeOffset="65102.45">13792 8311 805 0,'0'0'475'16,"0"0"-406"-16,0 0-43 16,0 0 85-16,0 0-26 15,0 0-50-15,-23-8-32 16,6 8 7-16,-6 2-2 16,-2 0 4-16,0 0 0 15,1 0-6-15,6-2 0 16,3 0-3-16,5 0-3 15,5 0 2-15,3 0 1 16,2 0 0-16,0 0-3 16,0 0-3-16,0 0 0 15,0 0-5-15,0 9-5 16,0 6 6-16,0 6 7 0,0 3 2 16,0 1 0-16,0-1-2 15,0-4 2-15,0-6-2 16,0 1 1-16,0-8 1 15,0-4 1-15,0-1-1 16,0-2-2-16,5 0 0 16,11 0 0-16,8 0 4 15,8 0 4-15,9-3-6 16,0 1-2-16,3 2 0 16,-1 0-9-16,1 2-12 15,-9 12 14-15,-9 6 3 16,-9 0 4-16,-12 2 1 0,-5-2 7 15,0 1 14-15,-20-2 8 16,-10 1-2-16,-10 0-8 16,-4 1-16-16,-6-2-4 15,-7 4-1-15,-9 1-72 16,-20-2-251-16,-22 1-596 16</inkml:trace>
  <inkml:trace contextRef="#ctx0" brushRef="#br1" timeOffset="128441.09">11214 4622 276 0,'0'0'120'0,"0"0"-97"16,0 0 3-1,0 0 61-15,0 0 23 16,0 0-35-16,0 0-28 0,11-10 16 16,-8 9 41-16,-2-1 20 15,-1-2-27-15,0-2-17 16,2-3-21-16,0-3-15 16,1-1-10-16,3 2 0 15,0-2 0-15,1 0-8 16,3 1-15-16,0-1-3 15,0 1 9-15,2 1-10 16,-2 2 3-16,-3 4-2 16,0 5-3-16,-1 0-5 15,3 0-6-15,5 12 6 16,1 12 2-16,4 4 11 16,-3 5 0-16,-1 2-7 0,-2 2-3 15,-4 0 9-15,-4 1-1 16,-4 0-4-16,-1-2 2 15,0 0 3-15,0-3-3 16,0-5 2-16,0-3-4 16,-6-6-1-16,1-4-2 15,1-2 2-15,1-5-2 16,3-1 0-16,-1-3-1 16,-1-4-1-16,2 1 0 15,-2-1 1-15,2 0-2 16,0 2 3-16,0-2-1 0,0 0-1 15,0 0 1 1,0 0 1-16,0 0-2 0,0 0 3 16,0 0 1-16,0 0-2 15,0 0 5-15,0 0 0 16,0-5-2-16,0-8 2 16,4-5-3-16,4-6-5 15,0-5 0-15,5-3-2 16,-3 1 2-16,4 0-1 15,-2-2 3-15,-2 4-3 16,0 0 3-16,-2 5-1 16,2 3 1-16,-3 4-3 15,3 1 0-15,0 1 1 16,2 0-2-16,-1 2 2 16,-1 3-1-16,1 5 0 0,-3 1 1 15,0 4-1-15,3 0-1 16,3 0-4-16,3 0 5 15,3 4 1-15,2 7-1 16,-2 0 0-16,-2 2 0 16,-1 4 0-16,-2 2 0 15,0 5 2-15,-3 5-1 16,-4 3 2-16,2 1 0 16,-4-2-2-16,3 1 1 15,-4-3-1-15,0-4 1 16,0-2-1-16,0-7 1 15,0-2 0-15,0-5 2 0,-2-3-3 16,0-2 2 0,0-3 0-16,-2 1 0 0,1-2 0 15,-1 0 3-15,-1 0 2 16,0 0-2-16,2 0 2 16,0 0 1-16,6 0 4 15,9-15-3-15,5-8 1 16,6-6-5-16,0-4-6 15,-1-1 0-15,-6 6-4 16,-7-1-29-16,-4 4-37 16,-6 4-134-16,-4 2-575 15</inkml:trace>
  <inkml:trace contextRef="#ctx0" brushRef="#br1" timeOffset="131154.82">12321 5543 545 0,'0'0'333'0,"0"0"-272"0,0 0-40 15,0 0 58-15,0 0 34 16,0 0-15-16,0 0-29 16,0-38-31-16,-3 29 5 15,-4-4-3-15,-1 0 2 16,-4 1-11-16,-3-3 3 16,-2 5-9-16,-2-1-5 15,-1 0-3-15,-2 0-3 16,0 4-8-16,0 3-2 15,1-3-4-15,-1 3 5 0,0 1 1 16,2 0-6-16,-2-1 7 16,2 1-2-16,2 1 2 15,-1-1 3-15,3 3-6 16,-1 0 6-16,0 0-4 16,0 0-5-16,-1 0 2 15,1 0-1-15,-3 0 0 16,0 1 1-16,-3 7 0 15,-2 1 3-15,-1 2 0 16,5-1-2-16,-1 2 3 16,4-1-2-16,-2 1 3 15,1 1-2-15,1 0-5 16,1 4 5-16,0-2 0 0,1 5-4 16,-3 1 4-1,1 1-2-15,-2 4 1 0,0-2 4 16,-2 1-6-16,2 3 1 15,0-1 2-15,3 0-3 16,2 0 1-16,2-2-4 16,2-1 0-16,2 2 0 15,2-2 1-15,0 3 2 16,1 1 0-16,2 2-2 16,1 4 2-16,3 1-1 15,0 2 5-15,0 1-1 16,0-3-6-16,0 2 4 15,7-1 0-15,3 0-2 16,3 3-2-16,2-2 3 0,0 3-2 16,3-4 1-16,1 0-2 15,1-1 0-15,2-2 2 16,3 0-1-16,-2-4 1 16,2-7-2-16,0-1 2 15,6-1-1-15,-1-2 1 16,2 0 0-16,2-1 1 15,0-4-1-15,-4-1 1 16,0-3-3-16,-3-2 1 16,1-2 0-16,3-4 0 15,0-1 0-15,3 0 1 16,2 0-2-16,1 0 0 16,0-7 2-16,2-4-1 0,-1-1 0 15,-3-1 0-15,-1 0-1 16,1-2 0-16,-2-1-2 15,2-1 2-15,-2-3 4 16,-3 3-4-16,-2-5-1 16,-4-1 1-16,0-2 1 15,-3 0-1-15,1-4 0 16,-2 0 0-16,-1-3 1 16,-4-4-1-16,0 2 1 15,-3-1 1-15,-4 1-3 16,0 4 1-16,-1 4 0 15,-2 3 1-15,0 2 0 0,-3 2 0 16,-2-4-1 0,0-4 0-16,0-3-1 0,-2-6 1 15,-8-4 0-15,-5-2 0 16,-3-1-2-16,-6-3 1 16,-3 2-8-16,-5 4-8 15,-1 8-13-15,-9 8-23 16,-13 13-77-16,-15 11-287 15,-20 0-582-15</inkml:trace>
  <inkml:trace contextRef="#ctx0" brushRef="#br1" timeOffset="133126.49">3171 913 1039 0,'0'0'226'16,"0"0"-210"-16,0 0-11 16,0 0 3-16,0 0 35 15,0 0-24-15,0 0 10 16,90 0-12-16,-51 0-15 16,-4 0-2-16,-3 0-58 0,-9 0-107 15,-4 3-200-15,-15 3-196 16</inkml:trace>
  <inkml:trace contextRef="#ctx0" brushRef="#br1" timeOffset="133321.51">3134 1166 1162 0,'0'0'51'15,"0"0"-51"-15,0 0-82 0,0 0 82 16,85 0 4 0,-36 0-4-16,3 0-62 0,-4-2-228 15,-4-5-179-15</inkml:trace>
  <inkml:trace contextRef="#ctx0" brushRef="#br1" timeOffset="133938.01">3683 928 1046 0,'0'0'132'0,"0"0"-116"0,0 0 21 16,0 0 74-16,0 0-38 15,0 0-29-15,-17-68-16 16,26 63-19-16,1 4-4 16,3 1-5-16,0 0-5 15,6 18 5-15,-1 12 0 16,0 7 15-16,-1 6-3 15,-5 4 3-15,-4-2-2 0,-2-2-9 16,0-5-3-16,-5-8 3 16,-1-11-4-16,0-8 0 15,0-6 0-15,0-5 8 16,0 0 5-16,0 0 12 16,0 0 6-16,0-10 2 15,0-11-29-15,-4-11 4 16,-2-3-5-16,3-3-3 15,3-3 0-15,0 4-5 16,0 4 4-16,9 6 0 16,4 9 1-16,0 6 3 15,-1 4-3-15,3 5-3 16,2 3 2-16,1 0-2 0,4 12 2 16,-2 10 0-16,-2 3 0 15,-3 5 1 1,-1 2 0-16,-6-1-2 0,-2 2-5 15,1-4-17-15,-1-2-56 16,-3-5-93-16,3-8 2 16,3-7-166-16,2-7-164 15</inkml:trace>
  <inkml:trace contextRef="#ctx0" brushRef="#br1" timeOffset="134221.81">4297 798 995 0,'0'0'188'0,"0"0"-186"0,0 0 48 16,0 0 74-16,0 0-2 16,0 0-79-16,-36-13-43 15,30 39 1-15,-1 10 12 16,0 7 9-16,2 6 2 15,5-3-4-15,0-2-5 16,0-3-7-16,0-4-8 16,12-6 0-16,5-3-8 15,1-5-53-15,2-2-55 16,4-11-63-16,-1-6-95 0,-3-4-245 16</inkml:trace>
  <inkml:trace contextRef="#ctx0" brushRef="#br1" timeOffset="134670.79">4385 955 730 0,'0'0'459'15,"0"0"-418"-15,0 0 14 16,0 0 61-16,0 0-28 16,0 0-71-16,3-56-17 15,23 56 0-15,2 0 1 16,0 11 4-16,-1 7-3 15,-2 2 1-15,-5 5-2 16,-5-1 1-16,-6-2-2 0,-6 1 1 16,-3-5-1-16,0-3 2 15,0-4-2-15,-2-5 1 16,-6-3 23-16,1-3-13 16,0 0 4-16,1 0-1 15,-1-16 0-15,0-10-11 16,6-5-1-16,1 1 0 15,0 1-2-15,7 3 0 16,9 3 0-16,4 5 0 16,2 3 9-16,0 7-2 15,-2 5-2-15,0 3 2 16,-2 0-7-16,2 11 2 16,-1 9 1-16,-2 5-3 0,-4 4 4 15,-5 1-4-15,0 1-1 16,-2-1 1-16,-2-1-66 15,2-2-73-15,-2-6-125 16,0-9-255-16</inkml:trace>
  <inkml:trace contextRef="#ctx0" brushRef="#br1" timeOffset="134844.13">4843 1017 1213 0,'0'0'135'0,"0"0"-128"15,0 0 29-15,0 0 27 0,0 0-26 16,0 0-18-16,109-17-15 16,-73 16-4-16,2-3-28 15,-2 3-100-15,-1-4-65 16,-3-2-200-16,-9-3-273 16</inkml:trace>
  <inkml:trace contextRef="#ctx0" brushRef="#br1" timeOffset="135024.68">5186 767 492 0,'0'0'765'15,"0"0"-750"-15,0 0-7 16,0 0 2-16,0 0 42 0,-7 92-1 16,17-52-39-16,-1 0-8 15,-3 0-4-15,1-3-31 16,-2-7-83-16,0-6-144 15,0-7-286-15</inkml:trace>
  <inkml:trace contextRef="#ctx0" brushRef="#br1" timeOffset="135273.15">5309 717 1256 0,'0'0'114'0,"0"0"-114"16,0 0 0-16,0 0 7 16,0 0 36-16,89 53 11 15,-56-7-8-15,-4 6-16 16,-11 0-5-16,-4 1-7 16,-9-4-13-16,-5-1-5 15,0-4-5-15,-12-3-58 16,-15-2-86-16,-11-9-88 15,-9-7-389-15</inkml:trace>
  <inkml:trace contextRef="#ctx0" brushRef="#br1" timeOffset="135542.17">3793 1493 1024 0,'0'0'374'0,"0"0"-374"16,132-2-19-16,-13-7 19 15,30-4 80-15,24-5-40 16,15-6-23-16,-3-2-7 15,-12 2-10-15,-30 3-97 0,-34 3-164 16,-37 2-303 0</inkml:trace>
  <inkml:trace contextRef="#ctx0" brushRef="#br1" timeOffset="136823.62">2220 910 268 0,'0'0'334'0,"0"0"-215"15,0 0 0-15,0 0 42 16,0 0-75-16,0 0-45 15,0-23-25-15,0 23-5 16,5 0 3-16,1 14 3 16,8 13 17-16,-1 8 6 15,2 4 20-15,2 7-10 16,-4-4 0-16,-3-3-19 16,-1-6-16-16,-3-6 3 15,0-6-12-15,-3-5 4 16,-2-9-9-16,2-3 3 15,-3-4 0-15,1 0 7 0,-1 0 11 16,2 0 19 0,-2-2-4-16,0-15-3 0,0-10-19 15,0-7-14-15,0-1 4 16,0-4-4-16,0 2-1 16,6 1 0-16,6 3-3 15,2 3 2-15,0 5-1 16,-1 6 2-16,-2 6 0 15,-1 8 0-15,-3 1-4 16,0 4-6-16,2 0 0 16,3 17-2-16,6 11 11 15,-1 10 1-15,-1 3 5 16,-2 2 2-16,-6-3-2 16,1-4 0-16,-5-3-5 0,-3-10 1 15,1-3 2-15,-2-7-1 16,0-6 5-16,1-3-7 15,-1-4 5-15,2 0 4 16,-2 0 3-16,1 0 3 16,-1-14 7-16,0-10-4 15,0-7-17-15,0-8 1 16,4-2 0-16,1-1-2 16,3 1-4-16,6 5 4 15,0 6 0-15,3 7 0 16,-3 10-2-16,0 4-1 15,-3 4 3-15,1 5-3 16,3 0-4-16,3 0 2 0,4 16 2 16,3 8 2-16,0 4 1 15,-3 8 2-15,-4 3 3 16,-1 1 7-16,-4-5-9 16,-1-9-1-16,-4-5 0 15,-1-7-1-15,-4-8-1 16,-1-3 0-16,1-3-1 15,1 0-1-15,2 0-15 16,4-3-10-16,7-14-6 16,5-5-50-16,4-4-87 15,5-3-25-15,-1-1-385 16</inkml:trace>
  <inkml:trace contextRef="#ctx0" brushRef="#br0" timeOffset="141471.98">14341 2335 756 0,'0'0'233'0,"0"0"-177"15,0 0-54-15,0 0 10 16,0 0 27-16,0 0 11 16,-37 30 0-16,37-11-7 15,0 0 0-15,0-2-13 0,0-1 3 16,0-2 4-16,0-2-1 16,0-3 4-16,0-2-8 15,0-2-10-15,0-3 5 16,0 0-7-16,0-2 4 15,3 0 6-15,4 0-11 16,6 0 2-16,11 0 4 16,11 0-4-16,15 0-11 15,15-2-3-15,17 2-3 16,17-2-2-16,13 2 1 16,9 0 0-16,-1 0-2 15,-2 2 1-15,0 5 1 16,-8-1-2-16,-9-2 1 15,-13 3-2-15,-17-3-2 16,-10 2-1-16,-12-3 2 0,-8 1 2 16,-6-1-2-16,-4-3 2 15,-5 2 0-15,-1-2 0 16,-1 0-1-16,-2 0 6 16,-1 0-6-16,-3 0 0 15,-1 0 1-15,-2 0-2 16,0 0 3-16,-1 0-1 15,-1 0 0-15,-2 0 0 16,1 0-1-16,0-2 0 16,-2-2 2-16,0 1-1 15,-3-2 0-15,0 1 1 16,-1 0 0-16,1-3 6 0,-2 0 3 16,-1-1-2-16,0-3 0 15,2 0-4-15,-3-3-2 16,0-1-1-16,-2-1-1 15,-1 1 0-15,0 4 0 16,0 3-1-16,0 7-2 16,0 0-1-16,0 1-7 15,2 0-33-15,6 0-42 16,10 0-226-16,5 0-143 16,2 0-191-16</inkml:trace>
  <inkml:trace contextRef="#ctx0" brushRef="#br0" timeOffset="142818.93">16787 1558 785 0,'0'0'281'16,"0"0"-218"-16,0 0-11 16,0 0 63-16,0 0-13 15,0 0-43-15,102-62-32 16,-17 31 14-16,26-7 4 0,19-1-6 15,13 2-14-15,10 0 3 16,-1 5-11-16,-1 10 0 16,-16 6-3-16,-18 3-6 15,-24 8 1-15,-26 2-4 16,-18 3-3-16,-16 0 3 16,-14 0-3-16,-7 0 0 15,-8 0-1-15,-4 0 0 16,0 0 3-16,0 0-4 15,0 0-1-15,0 0-1 16,0 0-20-16,0 0-55 16,2 0-77-16,9 0-97 15,10 0-325-15</inkml:trace>
  <inkml:trace contextRef="#ctx0" brushRef="#br0" timeOffset="143703.37">18882 1397 701 0,'0'0'413'0,"0"0"-394"15,0 0-14-15,0 0 63 0,0 0 61 16,0 0-58 0,-44-20-37-16,44 7-4 0,0 0-2 15,0-2-3-15,0 2-9 16,0 1-3-16,4 6-2 16,-1 0 0-16,2 4-3 15,-1 2-8-15,0 0-3 16,6 0-12-16,5 22 15 15,1 12 3-15,-2 10 0 16,-1 6 1-16,0-1 0 16,-5-2 2-16,-4-11-2 15,-3-6-2-15,-1-7-1 16,0-8 2-16,0-5-1 16,0-2 0-16,0-5 9 0,0-2 1 15,0-1-4-15,0 0 6 16,0 0 3-16,0 0 3 15,0-6-2-15,0-10-6 16,0-9-10-16,0-8 1 16,0-3-3-16,0-1-2 15,6-3 0-15,10 6 2 16,0 5 2-16,0 10-2 16,-2 7-6-16,-2 6 3 15,0 6-1-15,-1 0-1 16,5 1 2-16,-2 26-2 15,4 7 4-15,-2 4 0 16,-2 8 1-16,-6-3 0 0,0-5 1 16,-3-6 1-16,-1-11-1 15,-1-7-1-15,-3-6 0 16,0-5-1-16,0-1 1 16,0-2 4-16,0 0 5 15,0 0 2-15,0 0 3 16,0-11 2-16,0-10-12 15,0-6-4-15,0-6 0 16,0-2 0-16,0-5 1 16,8 2 0-16,5 4-2 15,4 7-2-15,5 5 3 16,0 7 0-16,-2 10-4 0,-2 1 4 16,-1 4-7-16,0 5 7 15,-1 13-1-15,-2 8-2 16,-3 2 1-16,-4 2-1 15,-4 3 0-15,-3-3 2 16,0-2-32-16,0 1-43 16,0-11-98-16,4-1-49 15,6-8-156-15,3-6-284 16</inkml:trace>
  <inkml:trace contextRef="#ctx0" brushRef="#br0" timeOffset="143985.95">19742 1179 1037 0,'0'0'162'0,"0"0"-147"16,0 0 65-16,0 0 58 15,0 0-70-15,0 0-59 16,-62 41-4-16,49 8 13 15,3 8 6-15,2 8 11 16,3-2-10-16,2-1-15 16,3-9-6-16,0-6-4 15,1-7 0-15,9-5 0 0,0-7-30 16,4-2-60 0,-1-2-73-16,4-8-28 0,2-4-221 15</inkml:trace>
  <inkml:trace contextRef="#ctx0" brushRef="#br0" timeOffset="144669.32">19828 1425 1095 0,'0'0'145'0,"0"0"-137"15,0 0 49-15,0 0 17 16,0 0-44-16,0 0-17 15,85-50-6-15,-58 79 2 16,-4 8 6-16,-2 6-6 0,-5 2 6 16,-4-3-8-16,-6-2 0 15,-4-9-4-15,-2-6 8 16,0-7 5-16,0-7-2 16,0-6-13-16,0-4 6 15,0 1-7-15,0-2 13 16,0 0 10-16,0 0 8 15,0-13 1-15,-2-10-24 16,-2-4-5-16,2-8-2 16,2-4-1-16,0-5 3 15,0-1-6-15,10 5 5 16,4 7-10-16,2 13 14 0,2 8-9 16,1 9 3-16,1 3-6 15,0 1-3-15,1 22 9 16,1 10-2-16,-2 6-2 15,-3 5 4-15,-4-2 1 16,-1-5 0-16,-5-2 1 16,-4-9-2-16,0-6 0 15,-3-5-1-15,0-8 0 16,0-5 0-16,0-2 1 16,0 0 2-16,0 0 12 15,0-5-2-15,0-15-12 16,0-13-14-16,0-5 14 15,3-9 0-15,3-3 0 0,4 3 0 16,3 7 0 0,3 15 0-16,-3 9 10 0,0 7-4 15,2 5 0-15,0 4-2 16,2 8-3-16,3 18 3 16,-2 9 2-16,-2 1-1 15,-5 3-4-15,-2-8-1 16,-4 1 0-16,-1-5-2 15,0-5-53-15,-1 0-65 16,4-8-145-16,3-6-228 16</inkml:trace>
  <inkml:trace contextRef="#ctx0" brushRef="#br0" timeOffset="144833.13">20602 1576 1228 0,'0'0'210'16,"0"0"-202"-16,0 0 55 15,0 0 34-15,0 0-60 16,102-44-30-16,-59 34-7 16,2 2-1-16,0 2-37 15,1 2-93-15,-4 1-123 16,-2-3-193-16</inkml:trace>
  <inkml:trace contextRef="#ctx0" brushRef="#br0" timeOffset="145202.57">21114 1409 1062 0,'0'0'223'0,"0"0"-191"16,0 0 64-16,0 0 30 15,0 0-75-15,102-62-35 16,-64 62-10-16,-1 0 3 16,-7 11-3-16,-5 10-6 15,-10 4-2-15,-10 6-6 16,-5 5 0-16,-7 1 8 15,-23 2-3-15,-10-1 3 16,-5-8-1-16,0-9 7 16,8-12 1-16,12-6 3 0,10-3-4 15,8 0 9 1,6 0 16-16,1-3-3 0,0-6-12 16,17-3-14-16,7-1 4 15,10 0 5-15,5 0-3 16,6 2-5-16,3 4 0 15,4 0-2-15,-2-1-1 16,-2 7-1-16,-6-1-8 16,-3 2-59-16,-7 0-68 15,-6 0-93-15,-6-6-189 16</inkml:trace>
  <inkml:trace contextRef="#ctx0" brushRef="#br0" timeOffset="145455.14">21694 1142 1330 0,'0'0'122'0,"0"0"-96"16,0 0 56-16,0 0 6 16,0 0-58-16,0 0-23 15,102 49 12-15,-64-1 1 16,-8 10 11-16,-6 9-11 15,-13 7-6-15,-7 5-7 16,-4-1-3-16,-5-8-4 16,-19-6-2-16,-4-5-21 15,-7-3-73-15,-9-8-184 0,-6-9-504 16</inkml:trace>
  <inkml:trace contextRef="#ctx0" brushRef="#br0" timeOffset="147177.69">18368 2640 306 0,'0'0'242'0,"0"0"-191"0,0 0 45 16,0 0 102-1,0 0-24-15,0 0-58 0,-51-31-40 16,51 19 12-16,0-3-13 16,0 3-13-16,0-2-21 15,0 5-14-15,8 2-10 16,3 4-1-16,3 3-12 16,1 0-4-16,2 23 1 15,3 13 2-15,-2 8 5 16,-2 2-5-16,-6 4-1 15,-6-2 0-15,-4-7 1 16,0-6-3-16,0-7 0 16,-3-11 0-16,-7-3 5 15,2-7-2-15,4-2 4 16,3-4-4-16,-1-1 9 16,2 0 1-16,-2-16 0 0,1-14-13 15,1-9 9-15,0-10-8 16,0-2-1-16,5 5 0 15,8 2-6-15,6 10 5 16,-3 10 1-16,3 8 3 16,1 7 1-16,-2 9-4 15,3 0 0-15,5 6 2 16,0 21 3-16,-2 6 0 16,-4 6-1-16,-6 4-2 15,-8 1-1-15,-3 0 0 16,-3-6 0-16,0-5-1 15,0-7-6-15,-3-7-35 16,0-7-41-16,3-4-96 0,0-8-56 16,0-5-275-16</inkml:trace>
  <inkml:trace contextRef="#ctx0" brushRef="#br0" timeOffset="147436.6">18903 2389 744 0,'0'0'426'16,"0"0"-423"-16,0 0 31 15,0 0 93-15,0 0-49 16,0 0-43-16,-53 89-5 0,48-30 4 16,2 5 12-16,-1 5-23 15,4-1 4-15,0-5-18 16,0-7-8-16,0-9 3 15,7-5-4-15,6-7-42 16,2-5-68-16,5-8-59 16,2-10-65-16,0-9-263 15</inkml:trace>
  <inkml:trace contextRef="#ctx0" brushRef="#br0" timeOffset="147885.1">18987 2716 163 0,'0'0'1006'0,"0"0"-933"16,0 0-63-16,-10-83 54 15,29 74 3-15,4 8-53 16,5 1-12-16,2 12 8 16,-4 19-10-16,-5 9 25 15,-2 4-13-15,-6 1-8 16,-3-4 1-16,-4-4 7 15,-2-5-3-15,-4-9-2 16,0-10-7-16,0-5-6 16,0-5 6-16,0-3 17 15,0 0 16-15,0-2 1 0,-5-14-20 16,0-10-11-16,-2-9-3 16,4-3 2-16,3-6-3 15,0 0 1-15,0 3-2 16,12 4-2-16,6 8 7 15,2 7-4-15,0 11 1 16,2 5-2-16,-2 6 2 16,0 0 0-16,0 23 4 15,2 7 4-15,-5 5-7 16,-2 1 14-16,-5 0-12 16,-4-2 0-16,-1 0-3 15,-2-3-14-15,-3 1-80 16,2-5-134-16,-2-5-175 15</inkml:trace>
  <inkml:trace contextRef="#ctx0" brushRef="#br0" timeOffset="148057.72">19483 2821 31 0,'0'0'1263'15,"0"0"-1244"-15,0 0-9 16,0 0-10-16,106-48 23 15,-61 38-21-15,7 1-2 16,3 2-77-16,-3 0-94 16,-9-1-192-16,-9 1-337 15</inkml:trace>
  <inkml:trace contextRef="#ctx0" brushRef="#br0" timeOffset="148246.13">19903 2600 911 0,'0'0'284'0,"0"0"-245"16,0 0-7-16,0 0 29 16,0 0-46-16,0 0 37 15,8 85-24-15,3-47-23 16,-3-1-3-16,-1-3-2 16,-1-1-44-16,0-3-81 15,-2-6-138-15,-1-8-300 16</inkml:trace>
  <inkml:trace contextRef="#ctx0" brushRef="#br0" timeOffset="148501.24">20018 2522 1166 0,'0'0'104'0,"0"0"-100"16,0 0 7-16,0 0 22 15,0 0-1-15,103-2-2 16,-64 38 0-16,-1 11-9 0,-8 7 1 16,-8 3-6-1,-9 1 1-15,-10-3 3 0,-3-5-14 16,0-6-6 0,-16-7-2-16,-5-8-39 0,1-10-72 15,2-12-71-15,4-7-221 16</inkml:trace>
  <inkml:trace contextRef="#ctx0" brushRef="#br0" timeOffset="149018.39">20509 2310 928 0,'0'0'269'0,"0"0"-256"0,0 0 7 16,0 0 106-16,0 0-22 15,0 0-55-15,-67-51-20 16,57 51-8-16,1 0 4 16,2 0 3-16,3 0-2 15,-2 0-14-15,2 4-3 16,-2 11-3-16,1 5-6 15,5 10 6-15,0 4 2 16,0 7-3-16,5 4 6 16,9 3-2-16,-2 3 0 15,1 9 5-15,0 7 1 16,-1 2-5-16,-2 0-5 0,-3-1 2 16,-3-2-3-1,0 3 0-15,-4-2 1 0,0 1-5 16,0-7 5-16,0-10-4 15,-5-13 6-15,0-9-1 16,1-9 2-16,4-8-1 16,0-4-3-16,0-5-3 15,0-1-1-15,0-2 3 16,14 0-1-16,6 0 4 16,5-2-6-16,7-10 0 15,5-2-12-15,8-1-39 16,7-3-69-16,6-3-140 15,2-6-208-15</inkml:trace>
  <inkml:trace contextRef="#ctx0" brushRef="#br0" timeOffset="150218.23">23700 2211 472 0,'0'0'337'16,"0"0"-335"-16,0 0 32 15,0 0 130-15,0 0-5 16,0 0-46-16,0 0-16 15,-13-26-5-15,13 26-27 0,0 0-15 16,0 0-14-16,0-1-14 16,0-1-10-16,6 1-6 15,13-2 9-15,11-4 6 16,9 0-7-16,2-2-5 16,-4 3-4-16,-9 0-5 15,-11 4 2-15,-7 2-2 16,-5 0 1-16,-5 0 1 15,0 0 3-15,0 0 6 16,0 0-4-16,0 6-7 16,5 17 0-16,-2 11 10 15,3 9 1-15,-5 11-2 16,1 6 1-16,-2 5-1 0,0 5-1 16,0 4 0-16,0 4-5 15,0 1 2-15,1-5-2 16,1-9 3-16,-1-9-5 15,2-8 1-15,-3-7 0 16,1-9 2-16,-1-10 3 16,0-7-7-16,0-6 3 15,0-3 1-15,0-2-3 16,0-1 1-16,0 1-1 16,0-4 3-16,0 0-4 15,0 0 5-15,0 0 4 16,0 0 7-16,0 0-6 15,0 0-3-15,-7 0-2 16,-11 0 1-16,-12 0-6 0,-12 0-1 16,-8-4-4-1,-7 3-36-15,-5 1-24 0,-1 0-46 16,-9 0-213-16,-14 0-379 16</inkml:trace>
  <inkml:trace contextRef="#ctx0" brushRef="#br0" timeOffset="151701.12">20699 2614 546 0,'0'0'283'0,"0"0"-255"0,0 0-2 16,0 0 131-16,0 0-26 16,0 0-67-16,-7-56-21 15,7 41-1-15,4 1-2 16,6-1-3-16,1 3 7 16,1 3-24-16,2 5-15 15,-3 4 1-15,1 0-6 16,3 9-6-16,-2 19 6 15,1 9 18-15,-1 11-3 16,-3 3-8-16,0-3-2 16,-5-4 2-16,-3-8-6 15,0-9 1-15,-2-9 3 16,0-8-1-16,0-4 8 16,0-3 1-16,0-3-3 0,0 0 6 15,0 0 5-15,0-1 4 16,-6-17-8-16,-1-9-15 15,4-9 2-15,3-9-2 16,0-1-2-16,9 0-2 16,9 3 1-16,4 9-2 15,0 5 3-15,1 10-1 16,-4 9 1-16,-4 5-3 16,-1 5 0-16,-2 1-6 15,3 22 9-15,0 11 0 16,1 5 10-16,-2 5-4 15,-2-1-3-15,-3-2-2 16,-1-4 0-16,-3-4-2 0,0-6-32 16,0-6-80-16,2-12-121 15,1-9-234-15</inkml:trace>
  <inkml:trace contextRef="#ctx0" brushRef="#br0" timeOffset="152017.51">21122 2315 1286 0,'0'0'16'0,"0"0"-5"16,0 0-11-16,0 0 35 0,0 0-19 16,0 0-8-16,90 7 2 15,-70 15-6-15,-7 7-3 16,-7 0-1-16,-6 0 3 15,-2 3-3-15,-16-4 0 16,-3-6 3-16,3-6 1 16,9-9-1-16,5-5 23 15,4-2 12-15,0 0-11 16,4 0-19-16,19 0-8 16,13-12 12-16,11 0-12 15,3 5-33-15,2 2-72 16,-5 5-32-16,-7 0-141 15,-10 0-201-15</inkml:trace>
  <inkml:trace contextRef="#ctx0" brushRef="#br0" timeOffset="152275.35">21416 2718 1202 0,'0'0'76'0,"0"0"-73"0,0 0-3 16,92-40 35-16,-50 34-32 15,3 2-3-15,3 2-6 16,-2 1-80-16,-6-4-139 15,-9 2-178-15</inkml:trace>
  <inkml:trace contextRef="#ctx0" brushRef="#br0" timeOffset="152767.82">21829 2513 835 0,'0'0'231'0,"0"0"-228"0,0 0-3 16,0 0 67-16,0 0-21 15,0 0-29-15,66 16 15 16,-48 15 1-16,-2 9 12 16,-2 4-14-16,-6 1 2 15,1-3-8-15,-6-6-1 16,-2-9-6-16,-1-7-2 15,0-9-5-15,0-4 7 16,0-5-6-16,0-2-1 16,0 0 1-16,0 0 20 0,0-4 9 15,0-16-19 1,0-9-20-16,0-5 2 0,0-6-4 16,0-4 1-16,9 2-2 15,6 3 1-15,2 10-3 16,4 5 2-16,-2 8-2 15,0 8 3-15,-2 5-2 16,-1 3-2-16,-1 0-3 16,0 11 2-16,-2 12 2 15,1 4 3-15,-4 9 8 16,0 1-3-16,-6 2-4 16,0 0 3-16,-4-1-4 15,0 0-24-15,0-5-117 16,0-6-186-16,0-5-294 15</inkml:trace>
  <inkml:trace contextRef="#ctx0" brushRef="#br0" timeOffset="152942.56">22411 2740 886 0,'0'0'572'16,"0"0"-572"-16,0 0-25 15,0 0 25-15,95-24 12 16,-51 22-12-16,1 2-27 16,4 0-132-16,-10-5-185 15,-3-3-235-15</inkml:trace>
  <inkml:trace contextRef="#ctx0" brushRef="#br0" timeOffset="153335">22924 2582 624 0,'0'0'740'16,"0"0"-739"-16,0 0 6 15,0 0 43-15,0 0 4 16,0 0-36-16,106-44-10 16,-83 44-2-16,-5 0-4 15,-1 15 2-15,-7 2-1 16,-3 5 6-16,-4 4-3 15,-3 3 1-15,0 1-3 0,-17 3 6 16,-8-3-9-16,-1-6 7 16,0-7 3-16,6-7-10 15,9-4 32-15,2-2-1 16,8-4 6-16,1 0 4 16,0 0-9-16,0 0-16 15,23-8-5-15,17-7-6 16,11-3-1-16,11 1-3 15,3 5-2-15,0 3 0 16,-2 5-2-16,-7 4-20 16,-8 0-38-16,-8 0-51 15,-11 9-117-15,-16 2-266 16</inkml:trace>
  <inkml:trace contextRef="#ctx0" brushRef="#br0" timeOffset="154119.01">18203 4273 1117 0,'0'0'69'0,"0"0"-62"15,0 0-7 1,0 0 29-16,117 0-21 0,-74 0-8 16,4 0-19-16,-5 0-165 15,-13 0-349-15</inkml:trace>
  <inkml:trace contextRef="#ctx0" brushRef="#br0" timeOffset="154283.76">18287 4384 369 0,'0'0'932'15,"0"0"-932"-15,0 0-126 16,0 0 126-16,113 0 0 15,-44-2-23-15,6-4-240 0,-1-3-148 16</inkml:trace>
  <inkml:trace contextRef="#ctx0" brushRef="#br0" timeOffset="154749.7">18802 4216 459 0,'0'0'756'16,"0"0"-750"-16,0 0 3 0,0 0 13 16,0 0 10-1,0 0-7-15,83 17 4 0,-53 15 1 16,-5 6 0-16,-1 1-9 16,-11-5-5-16,-3-2 1 15,-7-6-3-15,-3-2 4 16,0-7 5-16,0-5 1 15,0-4-1-15,-1-4-3 16,-4-1 0-16,3-3-1 16,0 0 1-16,0 0 6 15,1-19-15-15,1-11-11 16,0-11 0-16,0-4-1 16,3-1 6-16,9 5-3 15,2 8-1-15,-3 8-1 16,2 8-1-16,-1 8 1 15,1 4 3-15,1 5-3 16,2 0 0-16,5 16 1 0,-1 10 6 16,-2 8-4-16,-1 0 3 15,-7 3-6-15,-3 1 0 16,-3-2-7-16,-4-1-42 16,4-2-89-16,2-9-131 15,5-10-212-15</inkml:trace>
  <inkml:trace contextRef="#ctx0" brushRef="#br0" timeOffset="154987.76">19463 4106 726 0,'0'0'606'15,"0"0"-574"-15,0 0-16 16,0 0 97-16,0 0-35 15,-73 101-36-15,66-37-21 16,6 7 3-16,1-2-2 16,0-6-16-16,0-5-2 15,6-6-4-15,9-6 0 16,2-7-28-16,3-8-79 16,7-9-80-16,1-10-49 15,2-9-309-15</inkml:trace>
  <inkml:trace contextRef="#ctx0" brushRef="#br0" timeOffset="155452.94">19577 4394 814 0,'0'0'373'0,"0"0"-326"16,0 0 16-16,-18-78 72 15,23 71-68-15,13 3-59 16,6 4-7-16,2 5-1 15,1 19 20-15,-3 9 2 16,-4 3-6-16,-2 3-4 16,-6-3-2-16,-4-2 3 15,-3-5-4-15,-2-7-1 0,-3-5-7 16,0-9 2 0,0-5 0-16,0-1-3 0,0-2 6 15,0 0 7-15,0-2 0 16,0-16 12-16,0-8-21 15,-1-9-3-15,-1-3-1 16,2 2-1-16,0 5 1 16,3 3 3-16,12 4-3 15,2 4 5-15,3 3-2 16,0 8 2-16,-2 4-2 16,2 5-3-16,2 3 1 15,0 23 3-15,2 8 6 16,-2 7 5-16,-5 0-3 15,-5-3-10-15,-2 2-1 16,-3-6-1-16,-4-2-17 0,1-2-55 16,-2-6-139-16,-2-9-156 15,1-11-329-15</inkml:trace>
  <inkml:trace contextRef="#ctx0" brushRef="#br0" timeOffset="155619.81">20087 4478 176 0,'0'0'1067'16,"0"0"-1011"-16,0 0-55 16,0 0 67-16,0 0 17 0,121-27-55 15,-78 26-13 1,-1 0-17-16,0 1-5 0,-4 0-80 16,-3 0-63-16,-7 0-153 15,-3-5-214-15</inkml:trace>
  <inkml:trace contextRef="#ctx0" brushRef="#br0" timeOffset="155799.6">20493 4304 1178 0,'0'0'111'0,"0"0"-109"16,0 0 22-16,0 0 73 15,12 104-31-15,-4-59-42 16,2-2-10-16,-3-2-9 15,0-6-5-15,-2-7-11 0,0-5-107 16,-2-7-71-16,-3-6-242 16</inkml:trace>
  <inkml:trace contextRef="#ctx0" brushRef="#br0" timeOffset="156046.62">20600 4182 1228 0,'0'0'0'15,"0"0"27"-15,0 0-20 0,124 49 79 16,-79-6 10-16,-4 8-40 16,-14 5-15-16,-8 0-14 15,-10-4 13-15,-9-2-20 16,0-5-14-16,-14-4-6 15,-11-8-26-15,0-8-124 16,-4-10-114-16,3-13-384 16</inkml:trace>
  <inkml:trace contextRef="#ctx0" brushRef="#br0" timeOffset="156466.91">21174 4149 1379 0,'0'0'47'0,"0"0"-41"0,0 0 58 16,0 0 11-16,0 0-43 15,-72 120-1-15,59-46 3 16,4 8 5-16,6 0 4 15,3-2-15-15,0-7-11 16,8-6-11-16,12-11 1 16,6-11-7-16,5-14-7 15,3-9-30-15,4-13-123 16,-5-9-192-16,-4 0-510 16</inkml:trace>
  <inkml:trace contextRef="#ctx0" brushRef="#br0" timeOffset="157368.84">21356 4437 669 0,'0'0'333'15,"0"0"-293"-15,0 0 7 16,0 0 119-16,0 0-66 15,0 0-38-15,-18-17-8 16,18 17-16-16,0 0-31 16,0-2-7-16,7 2 0 0,7 0-2 15,5 0 1 1,1 14 1-16,-2 4 1 0,-1 6 2 16,-5 4 0-16,-5 1 3 15,-3 0-2-15,-4-7-4 16,0-5 5-16,0-7-2 15,0-4 1-15,0-2 3 16,0-1 4-16,0-3 11 16,-3 0 8-16,-4-4 8 15,-1-11-19-15,2-7-13 16,0-5 0-16,6-5-1 16,0-1-3-16,0 2 1 15,17 4-3-15,3 5 0 16,2 9 0-16,0 5 0 15,-1 7-1-15,1 1-2 0,1 9 0 16,1 16 3-16,-4 7 5 16,-3 4-2-16,-5 0 0 15,-6-1-2-15,-1-4-1 16,-5 0-3-16,0-6-67 16,0-3-145-16,0-6-160 15,0-8-426-15</inkml:trace>
  <inkml:trace contextRef="#ctx0" brushRef="#br0" timeOffset="157529.78">21760 4588 959 0,'0'0'392'0,"0"0"-392"16,0 0 0-16,0 0 28 15,128-21 7-15,-73 19-33 16,7 0-2-16,-3 2-73 15,-10 0-195-15,-8-7-309 16</inkml:trace>
  <inkml:trace contextRef="#ctx0" brushRef="#br0" timeOffset="157867.29">22149 4459 1040 0,'0'0'281'0,"0"0"-266"16,0 0 108-16,0 0-3 15,0 0-83-15,0 0-24 16,71-59-5-16,-32 59-5 0,-4 17 4 16,-6 4-1-16,-8 3-6 15,-9 1-4-15,-10 1 3 16,-2 0 1-16,-11 0-2 16,-19-3 0-16,-8 3 1 15,-8-4 1-15,1-3-10 16,9-8 10-16,11-5 3 15,15-6 7-15,8 0-4 16,2 0 3-16,10 0-8 16,20-13-1-16,12-3-1 15,11 1 0-15,6 4-3 16,1 2-25-16,2 1-25 0,-5 7-44 16,-5 1-97-1,-12 0-100-15,-12 0-300 0</inkml:trace>
  <inkml:trace contextRef="#ctx0" brushRef="#br0" timeOffset="158132.87">22517 4309 875 0,'0'0'544'0,"0"0"-539"16,0 0-5-16,0 0 54 15,0 0-15-15,0 0-13 16,107-5 3-16,-71 43 6 0,-6 10-8 16,-10 6 0-16,-10 1-4 15,-8 0-12-15,-2-1-2 16,0-4-8-16,-17-2-1 16,-2-4-20-16,-5-4-108 15,3-13-118-15,7-14-324 16</inkml:trace>
  <inkml:trace contextRef="#ctx0" brushRef="#br0" timeOffset="158371.39">22894 4236 1485 0,'0'0'60'15,"0"0"-52"-15,0 0-8 16,0 0 52-16,-49 111-13 16,48-56-16-16,1 4-1 15,0-5-7-15,14-6-8 16,0-3-4-16,4-6-3 16,3-5-28-16,4-5-75 15,1-8-104-15,0-10-191 16</inkml:trace>
  <inkml:trace contextRef="#ctx0" brushRef="#br0" timeOffset="158818.89">23038 4387 1431 0,'0'0'47'15,"0"0"-34"-15,0 0 81 16,0 0-35-16,0 0-48 15,0 0-11-15,67-47-4 16,-40 76 1-16,3 10 3 16,-4 4 7-16,-2 1-1 15,-8 0-6-15,-2-3 7 16,-9-6-7-16,0-1 4 0,-5-11-4 16,0-6 0-16,0-10 0 15,0-3 3-15,0-4 0 16,-5 0 23-16,-3-10-1 15,-4-14-13-15,3-8-6 16,3-12-2-16,6-6-2 16,0 1-2-16,0 5 0 15,8 9 2-15,7 11-1 16,-1 11 1-16,3 5-2 16,-1 8 4-16,4 0-2 15,3 6-1-15,5 14 0 16,1 4 2-16,-2 3-3 15,0 0-1-15,-9-2 0 0,-1-2-30 16,-2-2-54-16,0-7-166 16,0-7-275-16</inkml:trace>
  <inkml:trace contextRef="#ctx0" brushRef="#br0" timeOffset="158978.15">23593 4545 1433 0,'0'0'184'15,"0"0"-181"-15,0 0 11 16,0 0 52-16,102-58-41 16,-50 43-19-16,1 2-5 15,-3 4-1-15,-8 1-15 0,-10 7-56 16,-7 0-102-16,-12 1-67 16,-9-3-218-16</inkml:trace>
  <inkml:trace contextRef="#ctx0" brushRef="#br0" timeOffset="159168.5">23787 4318 1026 0,'0'0'449'16,"0"0"-449"-16,0 0 0 16,0 0 11-16,-19 100 46 15,19-53-31-15,10-3-16 16,-1-4-6-16,-1-4-4 15,1-7-13-15,-1-5-81 0,0-10-126 16,2-8-227-16</inkml:trace>
  <inkml:trace contextRef="#ctx0" brushRef="#br0" timeOffset="159369.85">24001 4271 1024 0,'0'0'438'0,"0"0"-438"16,0 0 0-16,0 0 12 15,40 110 48-15,-28-60-25 16,-1-6-25-16,0-4-10 0,-4-8-2 16,0-7-75-16,0-9-151 15,0-10-296-15</inkml:trace>
  <inkml:trace contextRef="#ctx0" brushRef="#br0" timeOffset="159586.76">24206 4155 1414 0,'0'0'0'15,"0"0"9"-15,0 0-9 16,0 0 53-16,128 71 14 15,-82-17 18-15,-7 9-34 0,-14 5-12 16,-15-1-26-16,-10-2-9 16,0-6 0-16,-18-6-4 15,-14-7-71-15,-15-8-159 16,-17-11-552-16</inkml:trace>
  <inkml:trace contextRef="#ctx0" brushRef="#br0" timeOffset="160966.85">18168 5936 565 0,'0'0'262'0,"0"0"-198"0,0 0 66 15,0 0 60-15,0 0-55 16,0 0-69-16,-10 0-48 15,10 0-17-15,10 0-1 16,8 0 17-16,4 0-10 16,2 0-6-16,2 0-1 15,1 0-100-15,1 0-83 16,-8 0-186-16,-10-5-317 16</inkml:trace>
  <inkml:trace contextRef="#ctx0" brushRef="#br0" timeOffset="161115.54">18164 6015 1033 0,'0'0'286'0,"0"0"-286"0,0 0-128 16,0 0 128-16,127 8 0 16,-56-5-35-16,4-3-364 15,-1 0-239-15</inkml:trace>
  <inkml:trace contextRef="#ctx0" brushRef="#br0" timeOffset="163235.03">18893 5900 931 0,'0'0'130'0,"0"0"-119"16,0 0 10-16,0 0 68 16,0 0-38-16,0 0-30 15,-33-72-13-15,33 59 3 16,0 3 2-16,0-1-1 15,4 1 1-15,5-2-5 16,5 3 2-16,2 1-8 16,1 6 2-16,2 2-4 15,0 0 1-15,3 11 2 16,-2 10 5-16,-1 6 6 16,-4 3 6-16,-3 5 8 15,-6 0 7-15,0 1-8 16,-5-2-4-16,-1 1-4 15,0-4 0-15,0-6-1 0,0-5 1 16,0-5-9-16,-1-6-5 16,-2-5-1-16,3-3 0 15,0-1 2-15,0 0 2 16,0 0 5-16,0 0 8 16,0 0-1-16,0-3 1 15,0-14-12-15,0-8-9 16,0-8 0-16,0-3 5 15,0-3-5-15,0 1 0 16,3 2-1-16,4 5 1 16,0 4 0-16,5 4 0 15,-2 6-1-15,2 5 0 16,-2 4-1-16,0 6 1 0,1 2-2 16,3 0 1-16,0 6-3 15,3 14 3-15,0 7 2 16,0 3 5-16,0 3 5 15,-6 0 0-15,0-2-6 16,-4 0-3-16,-4-5-1 16,-3-2 0-16,0-2 0 15,0-4-3-15,0-3-42 16,0-4-67-16,0-3-107 16,0-5-12-16,1-3-195 15</inkml:trace>
  <inkml:trace contextRef="#ctx0" brushRef="#br0" timeOffset="163418.85">19392 5971 992 0,'0'0'166'16,"0"0"-161"-16,0 0 2 15,0 0 54-15,87-7-32 16,-52 7-22-16,2 0-7 15,-1 0 0-15,5-6-50 16,-3-1-155-16,-1-3-154 16</inkml:trace>
  <inkml:trace contextRef="#ctx0" brushRef="#br0" timeOffset="163815.07">19811 5792 465 0,'0'0'808'0,"0"0"-729"15,0 0-33-15,0 0 80 16,0 0-74-16,0 0-41 16,82-33-8-16,-47 41 19 15,-3 9-16-15,-7 4 0 16,-6 3-6-16,-9 2 0 16,-10 1 0-16,0 1 2 15,-16 3-1-15,-16-1 4 0,-9 3-3 16,-6-6-2-1,1-8 9-15,4-8-6 16,10-8 1-16,9-3 1 0,9 0 5 16,9-11-1-16,5-3 12 15,3-3-12-15,26-3-2 16,7 4-1-16,13 1 0 16,3 5-1-16,2 1 0 15,-3 6 4-15,-4 3-8 16,-5 0-1-16,-7 0 0 15,-6 0-3-15,-5 6-22 16,-5 1-43-16,-4 0-49 16,-5-2-112-16,-3-4-118 15,-4-1-155-15</inkml:trace>
  <inkml:trace contextRef="#ctx0" brushRef="#br0" timeOffset="164068.1">20191 5686 1169 0,'0'0'227'16,"0"0"-227"-16,0 0 1 15,0 0 16-15,0 0 52 16,100 47-32-16,-56-8-4 16,-5 4 3-16,-5 7-2 15,-12 1-7-15,-9 4-8 16,-11-3-7-16,-2-2-11 0,-12-5-1 15,-18-3-4-15,-10-2-46 16,-10 2-89-16,-13-2-96 16,-11-4-261-16</inkml:trace>
  <inkml:trace contextRef="#ctx0" brushRef="#br0" timeOffset="164566.97">18708 5679 563 0,'0'0'182'0,"0"0"-152"15,0 0-18-15,0 0 142 16,0 0 34-16,0 0-86 16,18-58-27-16,-18 58 1 15,0 0 5-15,0 0-20 16,-13 13-33-16,-7 18-1 16,-2 18-6-16,5 14 2 15,9 7-5-15,8 8-2 16,8 1-5-16,27-1-10 15,16-5-1-15,14-4-2 16,15-6-63-16,10-13-52 16,10-9-88-16,4-17-155 15,0-14-262-15</inkml:trace>
  <inkml:trace contextRef="#ctx0" brushRef="#br0" timeOffset="165150.32">20711 5697 699 0,'0'0'292'0,"0"0"-215"15,0 0-6-15,0 0 81 16,0 0-30-16,0 0-52 15,-94-33-40-15,72 50-9 16,2 18 8-16,0 12 0 16,7 11-1-16,4 5-9 15,8 4-9-15,1-3-2 16,0-9 0-16,18-6-8 16,9-8 1-16,6-6-1 15,4-8-30-15,3-9-45 0,0-9-76 16,2-9-23-1,-1 0-170-15,-5-20-217 0</inkml:trace>
  <inkml:trace contextRef="#ctx0" brushRef="#br0" timeOffset="165632.78">20848 5925 964 0,'0'0'184'16,"0"0"-168"-16,0 0 37 15,0 0 48-15,0 0-75 16,0 0-19-16,37-43-6 16,-12 43 9-16,-4 9-3 15,1 8 6-15,-3 6 14 16,-1 0-15-16,-5 2-4 0,-3 1 1 16,-3-2 2-16,-5-4-5 15,-2-5 0-15,0-3-3 16,0-3 6-16,0-3 0 15,-4-4 0-15,1 0-3 16,0-2 4-16,-1 0 10 16,-1 0 2-16,-2-9-3 15,1-13-8-15,2-11-11 16,4-5 0-16,0-3 0 16,14 4 0-16,10 4 0 15,2 7-3-15,3 7 3 16,-3 7-1-16,1 8 0 0,-4 4 2 15,-1 0 0 1,0 4 2-16,-2 13 0 0,-1 3 3 16,-5 4-2-16,-4 0 0 15,-5 2-4-15,-3 0 1 16,-2 4-1-16,0 0-6 16,0-2-79-16,-5-2-119 15,3-9-109-15,2-8-307 16</inkml:trace>
  <inkml:trace contextRef="#ctx0" brushRef="#br0" timeOffset="165781.87">21448 6017 1050 0,'0'0'36'0,"0"0"-29"16,92-19 109-16,-47 13-59 15,0 0-45-15,2-1-12 16,-5 3-21-16,-5 0-83 15,-7-5-132-15,-8 4-162 16</inkml:trace>
  <inkml:trace contextRef="#ctx0" brushRef="#br0" timeOffset="165952.49">21824 5874 586 0,'0'0'276'15,"0"0"-198"-15,0 0 54 0,0 0-23 16,0 0-71-16,0 0 3 15,-6 74-22-15,13-44-10 16,2-2-4-16,1-1-5 16,-1-4-42-16,-1-3-102 15,-3-7-169-15,0-4-296 16</inkml:trace>
  <inkml:trace contextRef="#ctx0" brushRef="#br0" timeOffset="166267.07">21939 5808 1076 0,'0'0'46'0,"0"0"-39"15,0 0 9-15,93-25 54 16,-61 25-43-16,-1 21-1 15,-1 9 18-15,-3 8-1 16,-5 5 8-16,-8 3-11 16,-5-3-5-16,-7 2-8 15,-2-3-8-15,0-2-7 16,-12-2-10-16,-8-5 3 16,0-2-5-16,2-3-47 0,1-4-117 15,5-7-87 1,4-10-302-16</inkml:trace>
  <inkml:trace contextRef="#ctx0" brushRef="#br0" timeOffset="166800.98">22361 5975 1148 0,'0'0'111'0,"0"0"-103"0,0 0-8 16,0 0 37 0,0 0-16-16,0 0-16 0,90 6 3 15,-68 19 3-15,-2 8 7 16,-2-1 0-16,-4 1 8 15,-2-1-12-15,-5-6 1 16,-1-4-6-16,-3-6 5 16,-3-7-4-16,0-2-5 15,0-5 2-15,0-2 8 16,0 0 12-16,0 0 19 16,0-1 2-16,0-14-22 15,0-6-23-15,-3-9 1 0,3-8-2 16,0-5-2-16,5-4-1 15,12 5 0-15,1 9-1 16,0 10 2-16,4 8 0 16,-1 6 0-16,1 8 0 15,2 1 0-15,1 0 0 16,0 21 2-16,2 7 4 16,-4 7 8-16,-4 4-1 15,-4 0-3-15,-7-1-8 16,-5-2-1-16,-3-6-1 15,0-3-6-15,0-4-57 16,0-6-91-16,0-8-165 16,0-9-367-16</inkml:trace>
  <inkml:trace contextRef="#ctx0" brushRef="#br0" timeOffset="167071.65">23059 5768 1089 0,'0'0'232'0,"0"0"-224"16,0 0 18-16,0 0 77 16,0 0-55-16,-41 78-10 15,41-32 0-15,0 4-9 16,0 1-4-16,0-4-13 0,6-3-7 15,6-9-4-15,1-6-2 16,3-5-30-16,0-7-87 16,3-2-60-16,-2-8-115 15,-4-5-264-15</inkml:trace>
  <inkml:trace contextRef="#ctx0" brushRef="#br0" timeOffset="167564.26">23156 5955 800 0,'0'0'302'0,"0"0"-300"15,0 0 21-15,0 0 49 0,31-88-3 16,-10 80-43-16,3 7-22 16,0 1 4-16,-3 12 0 15,1 13 15-15,-4 7 25 16,-1 3-10-16,-4 1-20 15,-3-2 5-15,0-2-9 16,-3-7 1-16,-1-4-5 16,-4-4-7-16,0-6 2 15,-2-6-1-15,0-2 4 16,0-3 6-16,0 0 16 16,0 0 16-16,0-6-5 15,0-13-27-15,-2-7-12 0,-1-5-1 16,3-2 2-1,0-3-1-15,0 5-2 0,0 4 2 16,3 3-2-16,13 4 0 16,2 6 0-16,4 3-1 15,3 7-1-15,-1 4 0 16,4 0 0-16,-2 11 2 16,0 15 0-16,-5 6 11 15,-3 4-6-15,-6 0 5 16,-5-1-10-16,0-4 5 15,-6 0-5-15,1-6-17 16,-2-3-55-16,0-4-140 16,0-9-110-16,0-7-311 15</inkml:trace>
  <inkml:trace contextRef="#ctx0" brushRef="#br0" timeOffset="167729.74">23690 6041 208 0,'0'0'892'15,"0"0"-853"-15,0 0-33 16,0 0 90-16,104-15-20 16,-65 11-39-16,6-1-25 15,-6 0-6-15,-6 2-6 16,-4 3-21-16,-9 0-90 16,-5 0-155-16,-6 0-229 15</inkml:trace>
  <inkml:trace contextRef="#ctx0" brushRef="#br0" timeOffset="167939.8">23887 5906 824 0,'0'0'398'0,"0"0"-398"15,0 0 0-15,0 0 45 16,-12 87 22-16,12-57-30 15,0 2-27-15,3-5-6 16,-2-3-4-16,1-2-41 0,-1-4-103 16,1-4-204-1,-1-8-191-15</inkml:trace>
  <inkml:trace contextRef="#ctx0" brushRef="#br0" timeOffset="168181.13">24016 5811 1157 0,'0'0'97'16,"0"0"-93"-16,0 0 2 15,0 0 58-15,0 0 30 16,31 108-41-16,-22-63-44 0,-4 0-4 15,0-2-5-15,-2-4-7 16,1-4-90-16,-1-9-68 16,0-11-235-16</inkml:trace>
  <inkml:trace contextRef="#ctx0" brushRef="#br0" timeOffset="168446.62">24176 5578 3 0,'0'0'1284'0,"0"0"-1284"16,0 0-28-16,0 0 28 16,0 0 42-16,72 80 22 15,-38-29-16-15,-6 3-7 16,-7 4-9-16,-11-4-3 15,-7 2-13-15,-3 0-5 16,0-4-11-16,-19-5-2 16,-9-3-58-16,-11-7-91 15,-11-7-162-15,-11-7-345 16</inkml:trace>
  <inkml:trace contextRef="#ctx0" brushRef="#br0" timeOffset="169779.95">19072 6598 1171 0,'0'0'91'16,"0"0"-85"-16,0 0 57 15,0 0 77-15,0 0-56 16,0 0-44-16,80-15 18 16,-36 15-9-16,8 0-15 0,8 0-3 15,8 0-8 1,1 0-14-16,0 1-1 0,1 2 0 16,-2-3-7-16,3 0 5 15,0 0 0-15,-2 0-4 16,-4-4 7-16,-5-2-4 15,-5 1 3-15,-3 0-3 16,0 5-2-16,0-4 2 16,3 1-1-16,0 1-2 15,3-1 2-15,0 0-3 16,-2 1 1-16,5-3 2 16,1 3-3-16,2-1 3 15,2 0-2-15,-1 2-2 16,-1-1 0-16,-4 2-2 0,-1 0 1 15,-1 0 0-15,1 0 1 16,-1 0 0-16,-1 0 0 16,-4 0 0-16,-1 0 0 15,-2 0 1-15,-3 0 0 16,-1 0-1-16,-1 0 1 16,0 0-1-16,-2 0 3 15,2 0-1-15,2 0 0 16,-2 0-1-16,0 0 4 15,0 0-4-15,-3 0 2 16,2 2 2-16,1-1-1 16,5 2-1-16,1 2 1 15,4-2-1-15,-2 0-2 0,1-2-1 16,-2-1 3 0,-3 0 0-16,0 0-2 0,1 0 2 15,2 0-1-15,-2 0 3 16,0 0 4-16,-1-1-7 15,1 0 1-15,2-1 3 16,-1 1-2-16,5-1 0 16,-5 2-1-16,3-3-1 15,-2 1 0-15,-4 2 1 16,-4 0-2-16,-2 0 1 16,-6 0-2-16,3 0 4 15,3 0-4-15,3 0 3 0,5 0-3 16,0-1 2-1,0-2-1-15,-5 1-1 0,-6 2 0 16,-1 0 1-16,-5 0-1 16,-4 0 1-16,-6-3 3 15,-2 2-4-15,-7 0 1 16,-4-1-1-16,-3 2 0 16,-4 0-1-16,-3 0-6 15,0 0-31-15,0 0-31 16,-23 0-30-16,-19 0-246 15,-27 0-1065-15</inkml:trace>
  <inkml:trace contextRef="#ctx0" brushRef="#br0" timeOffset="179011.41">21425 5476 910 0,'0'0'191'0,"0"0"-137"16,0 0-39-16,0 0-9 16,0 0-1-16,0 0-5 15,0 0 0-15,0 0-30 16,-24 9-196-16,24 2-155 15</inkml:trace>
  <inkml:trace contextRef="#ctx0" brushRef="#br0" timeOffset="180279.57">22568 5721 480 0,'0'0'41'16,"0"0"-41"-16,0 0-270 15,0 0 73-15,0 0 175 16</inkml:trace>
  <inkml:trace contextRef="#ctx0" brushRef="#br0" timeOffset="186961.32">18937 6329 716 0,'0'0'396'0,"0"0"-337"16,0 0-43-16,0 0-7 15,0 0 80-15,-95 14 2 16,65 12-37-16,-12 8-22 16,-12 8-7-16,-11 9 1 0,-10 5 9 15,-10 4-5 1,-6 2-1-16,-2-1-6 0,1-6-6 16,-2-4 3-16,1-4-5 15,2-5-3-15,7-2-4 16,9-6-3-16,8-3 0 15,5-5-4-15,14-7 1 16,13-5 1-16,13-6-3 16,12-6 3-16,9 0 1 15,1-2 0-15,0 0 0 16,0 1-4-16,0-1-1 16,0 2 1-16,0-2 0 15,0 0 5-15,0 0-3 16,0 0 4-16,0-9-3 15,8 0-3-15,-1 0 0 0,3 1-1 16,-2 0 1 0,2 0-2-16,-2 0 5 0,1 0-4 15,-2-1 2-15,1 0 1 16,0-1 0-16,-1 1-1 16,-3 3-1-16,-1 2 4 15,-2 2-4-15,-1 2 1 16,0 0-1-16,0 0 2 15,0 0 2-15,0 0 2 16,0 0-4-16,0 0 7 16,0 0-5-16,0 0 6 15,0 0-9-15,0 0 6 0,0 0-7 16,-4 0 3 0,-2 0-3-16,1 0 5 0,2 2-4 15,1-1-1-15,2-1 4 16,0 0 0-16,0 0 1 15,0 0 0-15,0 0-3 16,0 0 3-16,0 0-5 16,0 0 6-16,0-6-5 15,0-5-1-15,0-5-1 16,0 1 1-16,3 0 0 16,1 1 0-16,1 3 0 15,-2 3 0-15,-2 3 1 16,-1 3-1-16,0 2 1 15,0 0-2-15,0 0-5 0,0 0 5 16,0 0-3-16,0 0 1 16,0 0 0-16,0 4-1 15,-6 11 4-15,-5 6 12 16,-6 6-9-16,-5 3 5 16,2 0-6-16,-2-1 1 15,2-2 1-15,2 0-2 16,-2-6 0-16,4-3 0 15,5-7-1-15,4-6-1 16,6-3 4-16,-1-2-4 16,2 0 1-16,0 0 0 15,0 0 2-15,0 0-2 16,0 0-1-16,0 0-1 0,0 0-1 16,0 0-1-16,8 0 3 15,12 0 0-15,7-2 2 16,11-2-1-16,4 1-1 15,5 1-1-15,5 1-9 16,0 1-13-16,1 0-13 16,2 0-28-16,0 8-61 15,3 5-118-15,-10-1-92 16,-13-3-374-16</inkml:trace>
  <inkml:trace contextRef="#ctx0" brushRef="#br0" timeOffset="188098.54">15784 6979 498 0,'0'0'184'0,"0"0"-94"0,0 0 55 15,0 0 20-15,0 0-38 16,0 0-53-16,2-61-23 15,-2 61-44-15,0 18-6 16,-9 12 59-16,-6 6 1 16,-9 4-29-16,-2 3-20 15,-3-4 1-15,0-2 2 16,2-7-8-16,6-5-2 16,7-10-3-16,5-8 1 15,6-2-2-15,3-5 5 16,0 0 3-16,0 0 2 0,0 0-6 15,0-5-5-15,0-2-7 16,2-1 7-16,4 5-1 16,6 1 1-16,4 2-5 15,8 0 3-15,4 0 0 16,7 7 2-16,6 2-2 16,2-1 2-16,-3-4 0 15,-6-3 1-15,-8-1 0 16,-9 0 1-16,-5 0-2 15,-8-7 2-15,0-6-2 16,-2-6 0-16,-2-3 1 16,0 0 0-16,0-5-1 15,0 3 0-15,-2 4 1 0,-2 3-1 16,1 7 2 0,2 5-1-16,-1 5 5 0,1 0-6 15,1 16 4-15,-2 19-1 16,2 13 31-16,0 5-10 15,0 2-19-15,0-1-5 16,-2-1 2-16,-3 1-2 16,0-4 0-16,-1-5-7 15,-3-6-40-15,2-10-68 16,2-8-64-16,4-8-108 16,1-13-154-16</inkml:trace>
  <inkml:trace contextRef="#ctx0" brushRef="#br0" timeOffset="188383.76">16169 7046 1062 0,'0'0'293'16,"0"0"-264"-16,0 0-21 16,0 0 52-16,-10 89 24 0,10-41-32 15,0 4-28 1,0 2-20-16,0 2 0 0,0 1-4 16,0 5-1-16,-9 3-49 15,-3 1-106-15,-2-7-219 16,0-12-371-16</inkml:trace>
  <inkml:trace contextRef="#ctx0" brushRef="#br0" timeOffset="188501.82">16283 7683 1032 0,'0'0'419'0,"0"0"-419"0,0 0-213 15,-100-16 76 1,73 38-336-16</inkml:trace>
  <inkml:trace contextRef="#ctx0" brushRef="#br0" timeOffset="190509.52">16188 8026 494 0,'0'0'165'15,"0"0"-151"-15,0 0-7 16,0 0 77-16,0 0 38 16,0 0-59-16,0 0-25 15,-81 8 6-15,71-19 43 16,1 2-16-16,4 0-23 15,5 3 5-15,0-1-13 16,0 3-15-16,0-2-14 16,10 5-8-16,-2 1 0 15,1 0 3-15,-1 0-4 0,-3 1 3 16,0 7-5 0,0 0 5-16,0-2-5 0,0-2-29 15,5-1-76-15,-1-3-221 16,-1 0-167-16</inkml:trace>
  <inkml:trace contextRef="#ctx0" brushRef="#br0" timeOffset="191032.89">16785 7717 1029 0,'0'0'293'0,"0"0"-241"16,0 0-45-16,0 0-7 0,0 0 35 15,110-21-9 1,-52 14-24-16,1 1-2 0,-4-1-116 15,-7-1-125-15,-19 1-353 16</inkml:trace>
  <inkml:trace contextRef="#ctx0" brushRef="#br0" timeOffset="191197.67">16881 7833 1293 0,'0'0'0'0,"0"0"-107"16,0 0 107-16,123 0 10 16,-51-2-10-16,10-9-144 15,-2-1-151-15,-9-3-147 0</inkml:trace>
  <inkml:trace contextRef="#ctx0" brushRef="#br0" timeOffset="191579.87">17484 7541 1315 0,'0'0'119'0,"0"0"-119"16,0 0 0-16,0 0 23 16,102-6 23-16,-45 25-6 15,-7 8-22-15,-12 6-9 16,-16 1-7-16,-15 4-1 15,-7 2 1-15,-13-2 1 0,-27 5 1 16,-12-1 3-16,-12-3 3 16,-1-4-6-16,3-11-4 15,10-13 4-15,14-7 9 16,15-4 10-16,12 0 8 16,11-13-9-16,0 0-20 15,15-2 0-15,19 1-1 16,7 7 2-16,4 4-3 15,4 3 1-15,5 0-1 16,1 0 1-16,1 0-1 16,-2 3-50-16,-5 0-63 15,-7 0-91-15,-9-3-121 16,-8 0-241-16</inkml:trace>
  <inkml:trace contextRef="#ctx0" brushRef="#br0" timeOffset="191909.08">17957 7585 439 0,'0'0'550'0,"0"0"-423"16,0 0-70-16,0 0 90 15,0 0-64-15,0 0-62 16,-22 60 48-16,22-9-13 16,10-2-35-16,9-2-2 15,4-8-5-15,6-11-13 16,-3-13 1-16,-1-10 2 0,-3-5 2 15,-3-6 0-15,-2-17 1 16,-6-5-5-16,-5-6-2 16,-6-1-3-16,0-2 2 15,0 4 0-15,0 11 1 16,-3 9 2-16,0 12-2 16,2 1-3-16,1 21-19 15,0 23 14-15,0 16 7 16,-3 14 1-16,2 7-53 15,-4 3-106-15,-5-3-78 16,-10-7-270-16</inkml:trace>
  <inkml:trace contextRef="#ctx0" brushRef="#br0" timeOffset="192424.86">15222 8729 889 0,'0'0'324'0,"0"0"-252"0,0 0-68 15,0 0 34-15,0 0 36 16,0 0-14-16,-2 92 25 16,2-31-35-16,0 2-28 15,-1 3-6-15,-4 1-5 16,-4 0-11-16,-1-2 0 15,0-5-7-15,3-7-63 16,4-10-89-16,2-11-106 16,1-14-219-16</inkml:trace>
  <inkml:trace contextRef="#ctx0" brushRef="#br0" timeOffset="192569.07">15405 9156 1106 0,'0'0'83'0,"0"0"-83"0,0 0-62 16,0 0 48-16,0 0-82 15,0 0-175-15</inkml:trace>
  <inkml:trace contextRef="#ctx0" brushRef="#br0" timeOffset="192946.24">15647 8875 1237 0,'0'0'192'0,"0"0"-175"0,0 0-8 16,0 0-9-16,0 0 58 16,98 14 1-16,-57 12-43 15,-8 4-13-15,-13 3-3 16,-14 4 0-16,-6 3 0 15,-16 2-3-15,-24 0 8 16,-11 1 1-16,-2-11 0 16,5-8-3-16,11-9 2 15,17-11 1-15,11-4 1 16,9 0 21-16,0 0-16 16,4 0-12-16,17-3 0 15,11-4 8-15,7 5-1 0,1 2-4 16,0 0-3-1,0 9-1-15,-3 9 1 0,0 1-4 16,-2-1-53-16,-4 0-82 16,0-3-73-16,-6-6-157 15,-4-4-269-15</inkml:trace>
  <inkml:trace contextRef="#ctx0" brushRef="#br0" timeOffset="193059.4">16097 9291 795 0,'0'0'260'0,"0"0"-260"16,0 0-30-16,0 0 29 16,0 0-93-16,0 0-241 15</inkml:trace>
  <inkml:trace contextRef="#ctx0" brushRef="#br0" timeOffset="193492.87">16272 8950 1162 0,'0'0'204'16,"0"0"-173"-16,0 0-26 15,0 0 16-15,0 0 39 16,97-53-25-16,-62 53-33 16,-7 3-1-16,-8 16-1 0,-6 1-1 15,-10 6-8-15,-4 0 5 16,-3 2-4-16,-18-1 8 15,-4 0 1-15,-6-4-1 16,5-9 0-16,6-2-3 16,4-10 8-16,12-2 0 15,4 0 3-15,0 0-8 16,7-2-10-16,12-7-9 16,7 1 16-16,2 5 0 15,-1 3 3-15,-2 0 0 16,-4 13 1-16,-5 7 1 15,-5 2 15-15,-11 4 14 16,0 1 1-16,-1-3 7 16,-18 0-14-16,-2-4-8 15,-4-2-5-15,-1-2-10 0,4-1 0 16,1-3-2 0,2 0-23-16,6-4-70 0,3-8-170 15,10 0-349-15</inkml:trace>
  <inkml:trace contextRef="#ctx0" brushRef="#br0" timeOffset="193634.18">16665 9167 1212 0,'0'0'0'0,"0"0"-168"15,0 0 165-15,0 0-51 0,0 0-192 16,0 0-397-1</inkml:trace>
  <inkml:trace contextRef="#ctx0" brushRef="#br0" timeOffset="194008.65">16911 8804 1002 0,'0'0'267'0,"0"0"-224"16,0 0-32-16,0 0 31 15,0 0 58-15,-24 122-38 16,24-66-38-16,14-3-13 16,4-4-4-16,2-7 3 0,3-11-6 15,1-14-4-15,1-13 0 16,-2-4-6-16,0-7 3 16,-2-16-10-16,-4-7-10 15,-4-4 10-15,-5-7 2 16,-3-4-4-16,-3 4 11 15,0 5 4-15,-2 12 2 16,0 11 14-16,0 8 12 16,1 5 0-16,1 12-22 15,3 21 0-15,0 16 39 16,4 6-22-16,-2 5-19 16,2 0-3-16,1-4-1 15,2-6-27-15,1-8-87 16,-1-9-145-16,-4-14-294 0</inkml:trace>
  <inkml:trace contextRef="#ctx0" brushRef="#br0" timeOffset="194177.21">17449 8995 1456 0,'0'0'3'0,"0"0"-3"15,0 0 0-15,116-17 0 16,-78 17-52-16,-3 0-239 16,-11 0-399-16</inkml:trace>
  <inkml:trace contextRef="#ctx0" brushRef="#br0" timeOffset="194325.57">17559 9183 1150 0,'0'0'197'15,"0"0"-197"-15,0 0-11 16,0 0 11-16,0 0 0 16,104-7-65-16,-60-7-220 15,-4-6-194-15</inkml:trace>
  <inkml:trace contextRef="#ctx0" brushRef="#br0" timeOffset="194925.17">17967 8825 1208 0,'0'0'237'0,"0"0"-224"0,0 0-2 15,100-17 82-15,-54 26-13 16,-1 15-59-16,-7 5-6 16,-8 5-3-16,-11 0-3 15,-15-1-4-15,-4-2-5 16,-14-2-1-16,-21-4 1 15,-14 0 2-15,-3-6-2 16,-2-4 1-16,8-4 2 16,14-5 2-16,14-3-4 0,13-2 3 15,5-1-4 1,12 0-2-16,22 0 2 0,11 0 5 16,11-1-5-16,1-7-2 15,1-1-30-15,2-4-8 16,1-7-14-16,-7-2-31 15,-10-5 26-15,-10-1 23 16,-12 0 30-16,-11-1 5 16,-6-1 1-16,-1 4 1 15,-4 6 10-15,0 9 15 16,0 6 19-16,0 5 3 16,0 9-19-16,0 18 17 15,6 4 9-15,8-3-31 16,5-5-8-16,7-9-8 0,-1-8-2 15,-4-6-4-15,-2-4 3 16,-6-16 0-16,-1-8-3 16,-5-6-2-16,-3-2 1 15,-2 2 1-15,-2 3 0 16,0 13-2-16,0 10 2 16,0 8-2-16,2 23-3 15,5 21 3-15,3 18 15 16,1 13-4-16,-1 4-7 15,-3 1-4-15,-7-8-17 16,-3-9-82-16,-31-13-277 16,-16-14-565-16</inkml:trace>
  <inkml:trace contextRef="#ctx0" brushRef="#br0" timeOffset="196658.2">2576 6997 547 0,'0'0'224'0,"0"0"-224"15,0 0-8-15,0 0 8 0,0 0 139 16,0 0 42 0,-2-46-75-16,-3 46-14 0,0-3-20 15,-5 1-9-15,-3-4-12 16,-4 2-20-16,-4 1 13 15,-6-1 4-15,-5-3-6 16,-5 2-12-16,-6-2-4 16,-4-1-1-16,-3-1 5 15,-7 2-13-15,-3-2 4 16,-5 2-7-16,-6-1 1 16,1 1 1-16,5 0-12 15,6 0 5-15,11 1 1 0,5 2-1 16,2-1-2-1,3 2-1-15,1 2 0 0,0 1 1 16,5 0-2-16,3 0-2 16,0 0-3-16,2 0 3 15,-3 0-1-15,0 4-1 16,0 4 1-16,-2 1 1 16,0 2-2-16,2 2-1 15,1 3 0-15,-2 3-1 16,3 0 1-16,-1 0 0 15,3 3-1-15,1-1 0 16,-2 3 1-16,-2 4 0 16,1 3 0-16,-2 3 0 15,1 2 0-15,3 1 1 16,-2 4 4-16,5 3-5 0,3 2 3 16,7 4-3-16,4 6-2 15,6 7 0-15,3 3 0 16,0 2 2-16,2-3 0 15,8-4 2-15,3 1 0 16,3-5-2-16,1-5-1 16,4-1 0-16,2-8-2 15,4-4 3-15,5 3 3 16,4-3-2-16,3-1-1 16,4 1 1-16,4-3 1 15,6 2-2-15,5-4 1 16,0-1 3-16,6-2-2 0,4-6 1 15,6-3 0-15,5-4-2 16,1-3 5-16,2-4-3 16,3-3-1-16,8-5 4 15,6-3-3-15,-2 0-3 16,2 0-2-16,-6-15 2 16,-1-7-1-16,-2-2 1 15,-5-4 1-15,-1-4-1 16,-7-2 3-16,-3-2-1 15,-4-4 0-15,-6 1 0 16,-4 0 0-16,-5-1 0 16,-5-1-1-16,-3 0-1 15,-4 1 1-15,-6-1-1 0,-8 1 4 16,-7-3-2 0,-8-3 1-16,-9-7-2 0,-1-5-1 15,-4-9-1-15,-7-3 1 16,-12-4 2-16,-9 4-2 15,-5 1 0-15,-6 3 0 16,-4 0-4-16,-9-3 2 16,-3-1-1-16,-9 9 0 15,-1 5 0-15,-2 7 1 16,-2 11 2-16,1 8-4 16,-2 14-4-16,1 11-7 15,1 5-14-15,4 2-15 0,9 17-2 16,12 7-44-1,13 7-82-15,11 6-179 0,9 2-120 16</inkml:trace>
  <inkml:trace contextRef="#ctx0" brushRef="#br0" timeOffset="197145.26">2991 7073 1157 0,'0'0'198'16,"0"0"-192"-16,0 0-4 16,0 0 59-16,0 0-10 15,0 0-47-15,27-6-1 16,9 30 20-16,6 5 4 16,-4 4-1-16,1 1-5 0,-6-1-7 15,-4-6 2 1,-7-6 12-16,-11-9 5 0,-2-5 0 15,-6-7 3-15,0 0-3 16,5 0 6-16,14-26 5 16,15-21-8-16,17-20-13 15,14-21-18-15,6-7-1 16,3-1-4-16,-5 14-1 16,-13 15 0-16,-14 24-5 15,-16 17-32-15,-9 12-21 16,-8 8-37-16,-5 6-124 15,-7 0-249-15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1:07:21.4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8488 4784 1047 0,'0'0'131'0,"0"0"-118"16,0 0-2-16,0 0 54 16,0 0 8-16,0 0-20 0,0 0-19 15,-35-42-4 1,18 36-7-16,-8-2 11 0,-4 2-19 15,-3 0 1-15,-3 0-10 16,-1 0 11-16,-1 0 2 16,5 0-6-16,4 2-7 15,8-1-4-15,8 2 2 16,5 0-1-16,4 3 2 16,3-1 2-16,0 1-3 15,0 0-4-15,0 0-1 16,0 0-7-16,0 10-4 15,0 14 5-15,0 14 7 16,0 6 1-16,0 1-1 0,0 2 1 16,-1-1 1-16,1-4 0 15,0-4 0-15,-3-7-2 16,3-7 1-16,0-5-1 16,0-8 1-16,0-5-1 15,0-5 2-15,0-1-1 16,0 0 0-16,0 0 2 15,0 0 4-15,0-1-2 16,0-14 7-16,12-3-4 16,3-2-7-16,6 6-1 15,2 3-2-15,3 8-1 16,3 3-3-16,3 0 2 16,0 24-1-16,-1 9-1 15,-4 8 4-15,-6 3 1 0,-4 0-2 16,-5-3 1-1,-9-6 0-15,-3-7 2 0,0-2 3 16,-25-1 7-16,-10-1 20 16,-10 0 0-16,-8-6-3 15,-2-2-4-15,-1-6-7 16,10-7-8-16,7-1-5 16,11-2 0-16,12 0-2 15,12-2-1-15,4-11-30 16,11-4-90-16,26-3-221 15,10 1-53-15,5-3-232 16</inkml:trace>
  <inkml:trace contextRef="#ctx0" brushRef="#br0" timeOffset="600.39">8785 4817 909 0,'0'0'185'0,"0"0"-184"16,0 0 11-16,0 0-4 16,0 0 22-16,0 111 32 15,0-58-8-15,-7 4-9 16,-4 2 32-16,-2-3-30 0,-1-7-33 15,-3-6-5-15,4-10-4 16,2-4 0-16,-3-6-2 16,6-7-1-16,1-6 1 15,4-3-2-15,3-5-1 16,0-2 0-16,0-2-45 16,0-18 0-16,0-10-41 15,6-7 64-15,1-8 20 16,0-8-15-16,-2-1 12 15,0-2 5-15,0 3 2 16,3 7 3-16,1 4 12 16,1 2 1-16,3 5 4 0,0 0-1 15,0 5-7-15,3 6 3 16,-6 7 18-16,-5 10 1 16,-2 5 7-16,2 2-28 15,5 9-15-15,6 19 0 16,6 10 17-16,2 4 13 15,1 7-2-15,1-1-5 16,0 1-8-16,-3 4 8 16,-1-2-15-16,-2-2-7 15,-4-7-1-15,0-5 4 16,-4-4-4-16,-6-4-2 16,-1-2 1-16,-5-3-32 15,0-4-139-15,0-1-45 0,-1-7-303 16</inkml:trace>
  <inkml:trace contextRef="#ctx0" brushRef="#br0" timeOffset="805.6">8729 5193 1182 0,'0'0'168'15,"0"0"-168"-15,0 0-11 16,0 0 11-16,0 0 8 16,108-7-5-16,-56 7-3 15,1 0-2-15,-1 0-88 0,-3 0-170 16,-6-2-283-16</inkml:trace>
  <inkml:trace contextRef="#ctx0" brushRef="#br0" timeOffset="1433.78">9519 4862 891 0,'0'0'181'0,"0"0"-171"15,0 0 2-15,0 0 61 16,0 0-10-16,0 0-39 16,-16-56 11-16,-3 50 19 15,-3 5-27-15,-5 1-21 16,-1 0 4-16,-2 21-4 16,5 6-6-16,4 5 0 15,7 0 0-15,9 3 0 16,5-4-2-16,0-5-2 15,13-6 4-15,10-8 3 16,6-9 5-16,1-3-3 16,-2-1 4-16,-4-16-7 0,-4-1-2 15,-6-1 8-15,-3 0-5 16,-4-1-1-16,-4 3 5 16,-1 0-3-16,-2 1 0 15,0 1 12-15,0 2 19 16,0 6-9-16,0 4 6 15,0 3-10-15,0 0-22 16,0 1-15-16,0 23 8 16,0 5 7-16,10 10 1 15,0 3 1-15,2 4-1 16,-2-1 4-16,-5-5 0 16,-2-5 9-16,-3-10 27 15,0-2 8-15,-2-4-20 0,-11-2 0 16,-6 0-5-1,0-4-8-15,-3 1-8 0,-3-3-7 16,0 2 0-16,-2 2-1 16,-1 1-8-16,1 5-62 15,0 2-128-15,-2 2-153 16,-1 0-375-16</inkml:trace>
  <inkml:trace contextRef="#ctx0" brushRef="#br0" timeOffset="2001.7">8081 5934 1167 0,'0'0'167'0,"0"0"-163"16,0 0 9-16,0 0 47 15,61-76-19-15,-21 76-28 16,-2 4-6-16,-8 22 0 16,-8 7-2-16,-13 7 5 15,-9 3-1-15,-6 5 8 16,-27 2 9-16,-12 2-2 16,-10 3-1-16,-2 1 2 15,4-9-14-15,7-11-6 16,16-17 0-16,13-12 4 15,13-7 26-15,4-4 3 0,0-26 2 16,14-7-39 0,15-5 0-16,8 7 0 0,3 11 1 15,0 9-1-15,1 8 0 16,1 7-1-16,2 0-5 16,-3 15 4-16,0 7 1 15,-5 3-3-15,-2 1-25 16,-3 4-56-16,0-4-89 15,-3-4-107-15,1-5-367 16</inkml:trace>
  <inkml:trace contextRef="#ctx0" brushRef="#br0" timeOffset="2238.17">8764 5897 1123 0,'0'0'140'0,"0"0"-140"0,0 0-7 15,0 0 7-15,0 0 11 16,21 115 15-16,-11-66-15 16,-3-1-3-16,-2-1 2 15,-5-1-6-15,0 1-4 16,0-5 0-16,0-4-131 15,0-10-229-15</inkml:trace>
  <inkml:trace contextRef="#ctx0" brushRef="#br0" timeOffset="2716.71">8795 5912 671 0,'0'0'570'15,"-8"-83"-532"-15,8 55-34 16,25 7 44-16,5 9 22 16,5 12-52-16,1 0-18 15,-5 20-1-15,-4 13 1 16,-7 2 0-16,-8 4 2 16,-9 3 3-16,-3-1-3 0,-2 1 7 15,-18-1 1 1,-2-5-5-16,1-11-2 0,6-9 8 15,5-9-11-15,7-7 1 16,1 0 10-16,2-6-6 16,0-14-5-16,9-6-24 15,13 4 14-15,5 3 8 16,5 3 2-16,1 9-4 16,4 7 3-16,0 0 0 15,-5 12-1-15,-6 14 2 16,-7 4 8-16,-11 4 16 15,-6 2 3-15,-2 1 8 16,-3-3 11-16,-17-1-10 16,-8-1 7-16,-1-5-22 0,0-6-12 15,1-5-5-15,4-6-3 16,4-7-1-16,5-3-17 16,4-6-115-16,4-26-151 15,7-12-367-15</inkml:trace>
  <inkml:trace contextRef="#ctx0" brushRef="#br0" timeOffset="3083.04">9539 5829 198 0,'0'0'1158'0,"0"0"-1158"15,0 0 1-15,0 0-1 0,89 0 18 16,-49 6 10-16,0 0-17 16,-5-5-7-16,-3-1 4 15,-2 0 0-15,-5 0 7 16,-3-1 7-16,-4-10-4 16,-4-1 11-16,-4 2 14 15,-7 3-6-15,-1 2 16 16,-2 5-4-16,0 0-15 15,0 0-13-15,0 1-21 16,0 25-2-16,-8 13 2 0,-3 12 2 16,1 10 0-1,2 0-1-15,1 2-1 0,-1 2-2 16,-2 1-15-16,-2 3-108 16,-5-1-135-16,-4-7-159 15</inkml:trace>
  <inkml:trace contextRef="#ctx0" brushRef="#br0" timeOffset="3699.81">8217 6999 1138 0,'0'0'77'0,"0"0"-75"0,0 0 29 16,10-80 49-16,18 67-29 15,4 7-39-15,3 6-2 16,-3 5 5-16,-4 22 15 16,-6 8-9-16,-11 11 11 15,-11 2 1-15,0 6 16 16,-19 2-16-16,-15 0-2 15,-11 2 2-15,-5-8-16 16,0-10-6-16,5-11-2 16,12-14 7-16,11-11-1 15,8-4-1-15,6-11 7 16,6-19-15-16,2-11-6 16,5-6 4-16,22 4-4 15,6 6 2-15,1 12 0 0,3 9-1 16,-3 11-1-1,4 5 0-15,0 0 0 0,0 16-1 16,-1 11-1-16,-1 5 1 16,-5 1 0-16,0 2-10 15,-2-5-47-15,0-4-71 16,1-4-139-16,2-12-124 16,1-10-453-16</inkml:trace>
  <inkml:trace contextRef="#ctx0" brushRef="#br0" timeOffset="4034.36">9168 6864 1250 0,'0'0'80'0,"0"0"-66"16,0 0 19-16,0 0 96 15,-106-23-74-15,70 26-33 16,-2 17 13-16,-4 8 4 16,3 9-4-16,4 6-13 15,5 9 0-15,10 0 0 16,10-1-10-16,10-5 0 16,4-9-9-16,20-5 2 0,10-9-3 15,8-8 0 1,4-6 1-16,5-7-3 0,-1-2 0 15,-3 0-5-15,-2-9-40 16,-7-3-47-16,-1-3-83 16,-2-4-91-16,-1 0-291 15</inkml:trace>
  <inkml:trace contextRef="#ctx0" brushRef="#br0" timeOffset="4536.72">9792 7018 1317 0,'0'0'121'15,"0"0"-117"-15,0 0 7 16,0 0 77-16,8-78-33 16,-6 64-45-16,-2-2 3 15,0-1 23-15,0 3-6 16,-15-3-13-16,-6 5-9 15,-2 5 0-15,-2 3 1 16,2 4-6-16,-1 0 1 16,2 9-3-16,2 7 1 15,2 5-2-15,7 2-2 16,4-1 1-16,7-1 0 0,0-2-2 16,20 0 3-1,15-1 0-15,8 0 3 0,9-2-1 16,0 2-1-1,-4 3-1-15,-6 1 3 0,-13 3-3 16,-14 4-2-16,-15 1 1 16,0 1 0-16,-22-1 1 15,-11-3 1-15,-8-6 5 16,-5-4 14-16,-5-9 5 16,2-7 1-16,0-1 1 15,7-17 0-15,9-14-10 16,11-6-13-16,13-1-3 15,9 4-2-15,4 0-4 16,28 4-17-16,7 3-27 16,10 3-38-16,3 3-67 15,-5 4-229-15,-15 7-382 0</inkml:trace>
  <inkml:trace contextRef="#ctx0" brushRef="#br0" timeOffset="5116.78">7122 7676 1046 0,'0'0'93'0,"0"0"-93"0,0 0-7 15,0 0 7-15,0 0 23 16,0 0 36-16,-37-8-52 16,55 8 8-16,14 0 10 15,23 7 34-15,24-2 11 16,33 0 16-16,40-5-32 15,37 0-23-15,40-3-9 16,38-16-7-16,31-10 8 16,26-9 2-16,16-6-9 15,-1-2-13-15,-15-2 0 16,-33 2 3-16,-47 10-6 16,-54 10 0-16,-60 9-15 15,-53 8-84-15,-44 6-75 0,-33 3 5 16,-15 0-63-1,-38 6 82-15,-26 12-218 0</inkml:trace>
  <inkml:trace contextRef="#ctx0" brushRef="#br0" timeOffset="5843.51">7697 8010 795 0,'0'0'350'16,"0"0"-256"-16,0 0-71 15,0 0-15-15,0 0 5 16,0 0-12-16,18 126 100 16,-6-51-25-16,-2 0-61 15,-5-2-10-15,-2-3-4 16,-1-8 0-16,-2-3-1 16,0-6 0-16,2-8-76 15,4-8-84-15,6-16-145 0,3-17-250 16</inkml:trace>
  <inkml:trace contextRef="#ctx0" brushRef="#br0" timeOffset="6249.94">8451 7955 990 0,'0'0'217'16,"0"0"-181"-16,0 0-29 15,0 0-3-15,-11 112 61 16,14-46 3-16,11 5-42 16,3-1-13-16,-3 1-1 0,-3 0-6 15,-4-2-3 1,-5-6-3-16,-2-5-13 0,0-10-148 15,0-11-177-15,0-11-318 16</inkml:trace>
  <inkml:trace contextRef="#ctx0" brushRef="#br0" timeOffset="6646.81">9192 7979 624 0,'0'0'620'15,"0"0"-546"-15,0 0-63 16,0 0-3-16,0 0 3 16,-4 82 85-16,9-16-33 15,5 3-47-15,1-3-10 0,2-4-6 16,-2-1 3-1,1-7-3-15,-4-3 0 0,-1-7-21 16,-5-4-146-16,-2-8-118 16,0-13-335-16</inkml:trace>
  <inkml:trace contextRef="#ctx0" brushRef="#br0" timeOffset="7282.29">9755 7866 1060 0,'0'0'192'0,"0"0"-166"16,0 0-26-16,0 0 0 15,0 0 2-15,8 81 31 16,-6-33-14-16,-2 0-13 16,0-6-1-16,0-5 1 0,-2-6-1 15,-5-9 2 1,1-3-4-16,1-6-2 0,2-4 1 15,3-3-2 1,0-2 0-16,0-1 1 0,18-1-1 16,9-2 5-16,6 0-2 15,6 0-1-15,3-6-2 16,0-3 1-16,-4-2-1 16,-5 0 1-16,-6-1 0 15,-7-3 1-15,-8 4-2 16,-8-3 2-16,-4-1 3 15,0-1 0-15,-6-4 9 16,-12-1 50-16,-7 0-14 16,-2 3-5-16,0 3-4 0,6 6-11 15,5 6-3-15,8 3 3 16,3 0-12-16,5 27-18 16,0 17 1-16,0 11 5 15,6 9 0-15,11 0-3 16,5 0-1-16,-2-1-1 15,-5 1-1-15,-10-3-2 16,-5 1-32-16,-10-2-100 16,-25 2-185-16,-14-1-379 15</inkml:trace>
  <inkml:trace contextRef="#ctx0" brushRef="#br0" timeOffset="9970.18">1249 3370 521 0,'0'0'154'16,"0"0"-104"-16,0 0-44 0,0 0-5 16,0 0 4-16,0 0 18 15,0 0 57-15,6-41-14 16,-6 41-36-16,0 0-16 15,0 0-5-15,0 0-7 16,0 0-1-16,0 0 3 16,0 0-1-16,0 0 2 15,0 2 1-15,0 7 8 16,0 0 7-16,0-1 2 16,0-4 3-16,0-3-6 15,0-1-4-15,2 0 4 16,0 0-4-16,-1 0-9 0,-1 0-3 15,7 0-4 1,3 0 1-16,10 0 4 0,8 0 4 16,6 0-6-16,6 0-3 15,2-1 1-15,1-5 2 16,-1 0-3-16,-2 3-2 16,-3 1-4-16,-5 2-43 15,-4 0-104-15,-8 0-8 16,-10 0-165-16</inkml:trace>
  <inkml:trace contextRef="#ctx0" brushRef="#br1" timeOffset="19539.61">9818 4985 932 0,'0'0'171'0,"0"0"-129"16,0 0 3-16,0 0 44 16,0 0 1-16,0 0-18 15,0 0-38-15,0 0-17 16,0 0-9-16,0 0-6 15,0 0-2-15,0 0 0 16,0 0-1-16,0 0-34 16,0-4-37-16,0-7-61 15,0-4-154-15,-1-1-158 16</inkml:trace>
  <inkml:trace contextRef="#ctx0" brushRef="#br1" timeOffset="19930.65">10258 6029 1339 0,'0'0'107'15,"0"0"-107"-15,0 0 2 16,0 0 6-16,0 0-1 16,0 0-5-16,-48-17-2 15,48 17-64-15,0 0-101 16,0 0-181-16,-7 0-249 0</inkml:trace>
  <inkml:trace contextRef="#ctx0" brushRef="#br1" timeOffset="20416.84">10126 6957 776 0,'0'0'0'15,"0"0"-350"-15,0 0 105 16</inkml:trace>
  <inkml:trace contextRef="#ctx0" brushRef="#br1" timeOffset="22562.18">8830 3937 737 0,'0'0'146'16,"0"0"-88"-16,0 0 17 0,0 0 53 16,0 0-27-16,0 0-24 15,-18-31-7-15,18 18-7 16,0-3-33-16,8-2-20 15,5-3 0-15,6 2 6 16,1 6-5-16,0 3-11 16,2 5 0-16,0 5 0 15,-2 0-3-15,0 6-6 16,-4 16 4-16,-4 9 3 16,-5 7 4-16,-7 5-2 15,0 2 1-15,-15-1 4 16,-10-4 2-16,-4-5 7 15,1-8-3-15,3-8-2 16,5-7 8-16,6-5 7 0,3-6 4 16,6 0-4-16,1-1-1 15,2 0-3-15,2 0-6 16,0 0-7-16,0 0-7 16,0 0-3-16,4 0-3 15,13 0 6-15,8 0 3 16,9 0 0-16,4 0-2 15,3 0-1-15,0-1 0 16,-5 1 0-16,-7 0 0 16,-7 0-2-16,-5 0-8 15,-3 0-30-15,-2 0-47 16,-2 7-56-16,-3 0-117 16,-5 2-235-16</inkml:trace>
  <inkml:trace contextRef="#ctx0" brushRef="#br1" timeOffset="25155.51">13707 4617 913 0,'0'0'234'0,"0"0"-176"16,0 0-19-16,0 0 49 15,0 0-20-15,0 0-55 16,0 0-11-16,-23 113 25 16,13-31 22-16,-2 5-36 15,0 2-4-15,2-4-4 16,2-11-4-16,-1-6 5 15,0-17-6-15,0-7-2 16,-1-12-48-16,3-9-79 16,4-8-110-16,3-15-134 15,0 0-162-15</inkml:trace>
  <inkml:trace contextRef="#ctx0" brushRef="#br1" timeOffset="25427.79">13654 4703 1114 0,'0'0'122'15,"0"0"-103"-15,0 0-9 16,0 0 10-16,0 0-9 16,0 0 57-16,93 117-13 15,-59-62-12-15,-1 6-17 16,-4 5-4-16,-1 0-6 15,-6-1-10-15,-2-7-1 0,-5-8-5 16,-3-6-3-16,-5-10-36 16,-6-2-71-16,-1-7-37 15,0-7-146-15,0-7-209 16</inkml:trace>
  <inkml:trace contextRef="#ctx0" brushRef="#br1" timeOffset="25631.61">13584 5209 1256 0,'0'0'177'0,"0"0"-177"0,0 0-58 15,0 0 58-15,98-32 11 16,-40 24-11-16,6 1-1 15,1 5-73-15,-4-1-192 16,-9-1-301-16</inkml:trace>
  <inkml:trace contextRef="#ctx0" brushRef="#br1" timeOffset="25801.67">14087 5075 1291 0,'0'0'26'0,"0"0"-13"16,0 0-13-16,142-25 4 16,-72 22-3-16,3 3-1 15,-2 0-28-15,-11 0-160 16,-14 0-232-16</inkml:trace>
  <inkml:trace contextRef="#ctx0" brushRef="#br1" timeOffset="26011.29">14338 4898 1128 0,'0'0'123'0,"0"0"-123"16,0 0 0-1,0 0 10-15,-21 117 25 0,21-55-10 16,9 1-20-16,1-3-5 15,3-5-5-15,0-8-87 16,-1-10-130-16,0-11-208 16</inkml:trace>
  <inkml:trace contextRef="#ctx0" brushRef="#br1" timeOffset="26629">14621 5029 918 0,'0'0'102'0,"0"88"-75"16,0-43-1-16,0-9 45 16,9-9-1-16,-1-3-31 15,-3-7-22-15,-1-7-6 16,-2-6 4-16,-2-2 8 15,0-2 38-15,0 0 43 16,0-18-32-16,-11-14-52 16,1-18-16-16,0-14-1 15,4-8-2-15,4 1-1 16,2 9 1-16,0 13-1 0,15 9-3 16,9 6 3-16,4 9 0 15,4 4 0-15,-2 13-1 16,0 8-1-16,-2 0-2 15,-4 16-2-15,-4 15-1 16,-7 5 1-16,-7 4-2 16,-6 0 5-16,0 1-1 15,-6-4 4-15,-9-9 0 16,1-9 3-16,7-8 0 16,1-6 5-16,6-5 2 15,0 0-2-15,0 0 2 16,0-3-10-16,10-11-11 15,12-1-12-15,4 1 13 0,5 6 7 16,0 8 1-16,1 0-2 16,-2 16 1-16,-6 9 3 15,-6 10 0-15,-8 2 0 16,-10 0 11-16,0-2-4 16,-7-1-2-16,-16-4 8 15,-5-1-8-15,-4-4-3 16,2-4-2-16,3-7-35 15,9-8-91-15,4-6-73 16,10-9-220-16</inkml:trace>
  <inkml:trace contextRef="#ctx0" brushRef="#br1" timeOffset="26778.02">15175 5088 805 0,'0'0'334'16,"0"0"-320"-16,110-29 16 15,-59 23 53-15,-5 3-59 16,2-1-24-16,-7 1-5 16,-7-2-119-16,-9 2-254 15</inkml:trace>
  <inkml:trace contextRef="#ctx0" brushRef="#br1" timeOffset="26974.34">15314 4879 1424 0,'0'0'6'15,"0"0"4"-15,-10 104-10 16,13-50 20-16,20 4-3 16,4 0-17-16,4-9-8 15,0-6-131-15,0-10-61 16,-5-11-356-16</inkml:trace>
  <inkml:trace contextRef="#ctx0" brushRef="#br1" timeOffset="27263.98">15893 4750 897 0,'0'0'428'15,"0"0"-419"-15,0 0 36 16,0 0 68-16,-104-35-54 16,72 50-26-16,-2 18-6 15,3 9-4-15,4 9-3 16,7 6 6-16,7 3-4 16,9-2-8-16,4-5-6 15,6-10-1-15,20-10-7 0,11-9-1 16,10-8-2-1,6-10-29-15,4-6-47 0,0 0-85 16,-6-18-90-16,-7-8-243 16</inkml:trace>
  <inkml:trace contextRef="#ctx0" brushRef="#br1" timeOffset="27438.1">16118 4960 1259 0,'0'0'79'0,"0"0"-75"16,0 0-4-16,86 0 21 16,-38 0-2-16,7 0-12 15,2 0-7-15,-3 0-20 16,-8-1-122-16,-7-10-164 0,-11-1-264 16</inkml:trace>
  <inkml:trace contextRef="#ctx0" brushRef="#br1" timeOffset="27633.09">16382 4816 1236 0,'0'0'144'16,"0"0"-142"-16,-3 79-2 15,3-37 23-15,5 6 14 16,7 2-27-16,1-1-10 0,0-8-46 15,0-6-93 1,4-14-144-16,2-11-303 0</inkml:trace>
  <inkml:trace contextRef="#ctx0" brushRef="#br1" timeOffset="28127.68">16882 4857 1118 0,'0'0'123'0,"0"0"-121"15,0 0 5-15,0 0 66 0,0 0-1 16,0 0-36 0,-85 50-14-16,78-50 13 0,-3-9 8 15,2-12-10-15,4-4-17 16,3-7-11-16,1-3 7 15,0 2-12-15,13 2-4 16,7 6 3-16,6 9-2 16,0 8-8-16,1 8 9 15,1 2-16-15,-4 25 7 16,-5 13 6-16,-5 9 5 16,-11 5 1-16,-3 7 0 15,-3 2 3-15,-21 0 4 16,-5-3 3-16,-5-12-10 15,-3-12 5-15,2-13 3 0,5-12 6 16,0-5 7-16,8-6-6 16,6-3-2-16,4-18-4 15,10-8-9-15,2-3-2 16,12-3 0-16,16 7 1 16,6 7-2-16,3 6 2 15,1 13-2-15,-1 2 1 16,-4 11-2-16,-8 17 0 15,-6 6-63-15,-13 3-199 16,-6-2-255-16</inkml:trace>
  <inkml:trace contextRef="#ctx0" brushRef="#br1" timeOffset="29177.6">17569 4961 870 0,'0'0'163'0,"0"0"-157"15,0 0 37-15,0 0 119 16,0 0-35-16,0 0-39 15,-20 0-40-15,22 0-8 16,15 0-18-16,11 0 0 16,16 0 12-16,11-1 2 15,16-6-19-15,13 2-9 16,10 0-4-16,4 1 3 0,-5-1-5 16,-12 1-2-16,-12-2 0 15,-18 1-1-15,-13 1 1 16,-17-1-1-16,-12 3 2 15,-8 0 4-15,-1 2 0 16,0-3 4-16,-1-2-1 16,-16-1-3-16,-2-2 4 15,-3-1-8-15,5 0 2 16,3 2-3-16,2 0 1 16,7 2 3-16,2 4-3 15,3-1 2-15,0 2 0 16,0 0-3-16,0 0-7 0,0 5 2 15,0 10 2 1,12 4 3-16,1 4 0 0,2-1-33 16,5 1-43-16,6-1-111 15,1-4-136-15,2-4-217 16</inkml:trace>
  <inkml:trace contextRef="#ctx0" brushRef="#br1" timeOffset="29529.63">18750 4934 559 0,'0'0'713'0,"0"0"-682"16,0 0-27-16,0 0 75 16,0 0 32-16,75-88-67 15,-55 66-28-15,-1 3 1 16,-8 1 6-16,-3 1-7 15,-4 1-4-15,-4-1 1 16,0 4 5-16,0 1 3 16,-16 4-13-16,0 5-2 15,-4 3-1-15,0 0-3 16,-2 11 6-16,-1 14-3 16,4 13-2-16,4 4-2 15,8 5 0-15,7-3 1 0,0-3-2 16,19-4-1-1,9-3 1-15,4-4-17 0,8-7-33 16,4-12-40-16,6-6-116 16,-2-5-78-16,-2-9-259 15</inkml:trace>
  <inkml:trace contextRef="#ctx0" brushRef="#br1" timeOffset="30495.8">19148 4837 391 0,'0'0'680'0,"0"0"-580"15,0 0 6-15,0 0 48 16,0 0-84-16,0 0-67 16,-7 34 6-16,18 10 49 15,3 0-22-15,-2-6-14 16,-1-1-2-16,-2-12-3 0,-3-6-11 16,-2-9-3-1,-2-7 0-15,-1-3 0 0,2 0 3 16,3-14 2-16,5-12-2 15,-1-8-1-15,-1-6-3 16,-1-1-1-16,-1 6 0 16,-3 9 0-16,2 13-1 15,-3 7 0-15,2 6-1 16,7 0-6-16,6 6 2 16,7 15 5-16,3 3 6 15,4 3-6-15,1-2-1 16,3-7 0-16,0-4-6 15,3-8-54-15,1-6-46 16,0 0-80-16,-5-6 27 0,-6-13-10 16,-8-4 93-16,-7-1 66 15,-9 2 11-15,-5 0 18 16,0 7 94-16,-12 8 22 16,-6 7 21-16,-1 0-45 15,4 22-70-15,2 13 14 16,6 9 3-16,7 1-29 15,0-4-8-15,17-12-16 16,10-9 1-16,5-15-5 16,1-5 2-16,2-22 9 15,-5-10-7-15,-4-8 5 16,-9 0-5-16,-8-1 1 16,-7-3 1-16,-2-7 11 0,-9-4-14 15,-14-2 4-15,-7 1-3 16,0 11 5-16,4 10 5 15,7 14-7-15,7 14 0 16,7 7-4-16,-2 11-3 16,1 30-8-16,2 18 8 15,4 9 1-15,2-5-1 16,23-10 0-16,5-16-8 16,7-15-2-16,-2-11-6 15,5-11 5-15,0-3-3 16,-3-18 8-16,-2-8 1 15,-5 0 4-15,-8 0 1 0,-7-1 2 16,-6 2-1-16,-6 5 4 16,-3 3-2-16,0 9 2 15,0 5-4-15,0 6-1 16,0 0 0-16,1 0-7 16,2 19-7-16,6 11 12 15,3 10 2-15,6 4 0 16,5-2 2-16,5-4 0 15,-2-5 0-15,-6-10 1 16,-7-7 8-16,-7-7 2 16,-6-5 3-16,0-4 10 15,0 0 2-15,-12 0 5 16,-10 0 5-16,-3 0-26 0,-3 0-9 16,2-3-3-16,3-5-9 15,6 0-35-15,5-1-42 16,12 0-54-16,0-3-211 15,14-5-463-15</inkml:trace>
  <inkml:trace contextRef="#ctx0" brushRef="#br1" timeOffset="31179.33">20483 4693 1310 0,'0'0'75'0,"0"0"-63"0,0 0 3 16,9 97 61-16,-2-59-29 16,1-1-21-16,-2-7-15 15,0-7 0-15,-3-10-6 16,-2-5 0-16,-1-7-3 16,0-1 1-16,0 0 8 15,0 0 5-15,0-12 8 16,6-15-19-16,0-8-5 15,9 1-14-15,3 1-20 16,4 10 8-16,0 10 12 16,2 9 10-16,-1 4-1 15,5 6 2-15,2 19-1 16,2 5 4-16,3 0 1 16,-3-5 0-16,-2-6 0 0,-7-8 3 15,-6-9 17-15,-7-2 6 16,-7 0 15-16,1-10 33 15,-2-13-2-15,-2-8-36 16,0-7-13-16,0-1-4 16,-10 0-16-16,-4 4-4 15,1 9 0-15,4 9-2 16,6 7-1-16,3 7-29 16,0 3-20-16,5 3-48 15,17 17 3-15,5 2 27 16,1 0-114-16,3-7 19 15,-4-8 8-15,-1-5 76 0,-4-2 81 16,-6 0 23 0,-6-9 103-16,-3-5 16 0,-4 2-23 15,-3 0-1-15,0 4-43 16,0 5-19-16,0 3-16 16,0 0-25-16,5 8-15 15,2 18 0-15,3 8 1 16,2 5 14-16,1-1-2 15,1-5-4-15,-3-6-3 16,-1-7-5-16,-3-6-1 16,0-4-1-16,-3-4-31 15,3-5-55-15,2-1-94 16,-1 0-52-16,-2-19-269 16</inkml:trace>
  <inkml:trace contextRef="#ctx0" brushRef="#br1" timeOffset="31373.35">21273 4379 595 0,'0'0'831'15,"0"0"-831"-15,0 0 21 16,0 0-21-16,31 127 50 16,-12-64-13-16,-1 2-16 15,-4-3-15-15,-8-3-4 16,-5-5-2-16,-1-7-12 0,0-8-105 15,-6-9-139-15,-11-9-207 16</inkml:trace>
  <inkml:trace contextRef="#ctx0" brushRef="#br1" timeOffset="31811.65">21269 4746 940 0,'0'0'292'0,"0"0"-291"16,0 0 0-16,87-83 37 15,-52 59-1-15,-1 0-13 16,-6 3 2-16,-10 3 1 16,-8 3-11-16,-6 1 15 15,-4-1 44-15,0 4-23 16,-2 3-24-16,-3 4-9 16,2 4 4-16,1 0-3 0,2 10-20 15,0 23-13-15,0 17 13 16,0 11 8-1,5 4-2-15,10-3-6 0,0-8 5 16,2-8-5-16,-3-17 0 16,-4-9 1-16,-6-13 0 15,2-7-1-15,-3 0 4 16,3-9 2-16,1-12 5 16,3-14-9-16,0-2 0 15,-1-1-2-15,-1 4 0 16,2 8 0-16,0 11 0 15,0 8-1-15,1 7-3 0,3 0-4 16,1 12 4 0,2 13 1-16,1 6 1 0,1 0 1 15,1-2-30-15,1-6-142 16,4-8-90-16,4-6-334 16</inkml:trace>
  <inkml:trace contextRef="#ctx0" brushRef="#br1" timeOffset="32343.42">22579 4712 1526 0,'0'0'60'0,"0"0"-50"15,0 0 8-15,0 0 30 16,0 0-24-16,0 0 0 15,79-93-1-15,-65 77 5 16,-4 0 4-16,-2-2-2 16,-3-2-9-16,-1 1-8 15,-3-2-5-15,-1 6 1 16,0 4-4-16,0 6 0 16,0 5-5-16,0 0 0 15,0 0-6-15,0 5-4 16,0 18 0-16,2 10 10 15,1 9 1-15,2 7 1 0,2 2-2 16,1 5 0-16,-1 0 0 16,-2-5 1-16,-1-8-2 15,-4-6 1-15,0-13-6 16,-3-4-10-16,-15-7 2 16,-3-4 5-16,-8-2 9 15,0-5 8-15,1-2-3 16,8 0 4-16,9 0 1 15,8-2 0-15,3-4 1 16,0-4-5-16,17-3-6 16,19-6 2-16,15 1-2 15,13 0 0-15,6 3-2 16,3 0 2-16,-5 5-15 16,-5 2-12-16,-3 5-21 0,-4 3-30 15,-11 0-73-15,-19 0-311 16</inkml:trace>
  <inkml:trace contextRef="#ctx0" brushRef="#br1" timeOffset="33566.01">7839 5117 1400 0,'0'0'152'0,"0"0"-151"0,0 0 4 16,0 0 66-16,0 0-3 15,0 0-40-15,0 0-13 16,3-2-9-16,0 0-6 15,-1 1 0-15,0 1 0 16,-2-2 3-16,0 2-3 16,0 0-1-16,0 0-19 15,0-1-5-15,-2-6-39 16,-7 4-169-16,-4-4-88 16,4 7-177-16</inkml:trace>
  <inkml:trace contextRef="#ctx0" brushRef="#br1" timeOffset="33962.4">7883 5955 1440 0,'0'0'210'0,"0"0"-200"16,0 0 6-16,0 0 55 15,0 0-20-15,0 0-30 16,-4-16-16-16,4 14-5 16,0 2-3-16,0-1-3 15,0 1-9-15,0-2 2 16,0 2-10-16,0 0-22 16,0 0-20-16,0 0-88 15,0 3-228-15,-8 14-233 16</inkml:trace>
  <inkml:trace contextRef="#ctx0" brushRef="#br1" timeOffset="34853.42">7909 7291 1532 0,'0'0'141'0,"0"0"-138"0,0 0 27 15,0 0 45-15,0 0-25 16,0 0-23-16,-2-20-6 15,2 19-6-15,0-1-6 16,0 2-5-16,0 0 2 16,0 0-3-16,0 0 5 15,0 0-1-15,0 0-1 16,0 0-1-16,0 0-3 16,0 0-1-16,0 0 1 15,0 0-2-15,0 0 1 16,0 0-1-16,0 0 0 15,0 0 2-15,0-1-2 0,0 1 0 16,0 0 2-16,0 0-1 16,0 0 0-16,0 0 1 15,0 0-2-15,0 0 3 16,0 0-3-16,0-2 0 16,0 2 2-16,0 0-1 15,0 0-1-15,0 0 0 16,0 0 1-16,0 0-1 15,0 0 0-15,0 0-1 16,0 0 1-16,0 0-1 16,0 0 0-16,0 0 1 15,0 0-1-15,0 0 1 0,0 0-1 16,0 0 1 0,0 0 0-16,0 0-1 0,0 0-1 15,0 0 2-15,0 0 0 16,0 0-1-16,0 0 2 15,0 0-1-15,0 0 0 16,0 0-1-16,0 0 1 16,0 0 0-16,0 0 0 15,0 0 0-15,0 0-1 16,0 0 0-16,0 0 0 16,0 0-1-16,0 0 1 15,0 0 1-15,0 0 0 16,0 0 0-16,0 0 0 15,0 0-1-15,0 0 1 0,0 0-2 16,0 0 2-16,0 0-1 16,0 0-4-16,0 0 0 15,0 0-9-15,0 0-6 16,0 0-8-16,-1-1-9 16,-16-1-6-16,-5-4-42 15,-1-7-106-15,0-7-65 16,1-10-111-16,2-12-189 15</inkml:trace>
  <inkml:trace contextRef="#ctx0" brushRef="#br1" timeOffset="39427.01">7959 5977 34 0,'0'0'331'0,"0"0"-222"0,0 0-81 16,0 0 51-1,0 0 33-15,0 0-32 0,-11 0-27 16,9 0 0-16,2 0 15 15,-2 0 36-15,0 0-7 16,2-2-25-16,-3 1-19 16,2-2 8-16,-2 3-15 15,0-3 7-15,0-1-11 16,0 2 1-16,2 1-7 16,-2-5-8-16,2 2-5 15,-1-1 0-15,1-4-6 16,1 2-6-16,0-4-8 15,0 0 4-15,0-2 6 16,0 0-4-16,7-1-5 0,4 1-2 16,7-3 0-16,6 3-2 15,6-1 0-15,4 4 2 16,1 5-2-16,-2 4 0 16,-1 1 0-16,1 0 0 15,-1 14 0-15,-6 1 0 16,-4 5 0-16,-7 0 0 15,-6 6 0-15,-9 2 1 16,0 4 5-16,-10 1-4 16,-16 0 1-16,-3 0 1 15,-1-3-3-15,1-4 1 16,3-5-2-16,0-5 0 16,4-4 7-16,4-4-5 0,6-5-1 15,7 0 0 1,4-3 2-16,1 0-2 0,0 0 0 15,0 0-1-15,8-5 1 16,14-10 0-16,7-4 4 16,10 2-5-16,0 4 0 15,-1 6-1-15,1 7 1 16,-4 0 0-16,-3 0 0 16,-4 15 0-16,-6 5 0 15,-6 7 0-15,-3 10 0 16,-6 4 1-16,-7 6 4 15,0 3 0-15,-1-2 0 0,-21-3-2 16,-8-3 14 0,-10-2-5-16,-5-8 4 0,-2-6-10 15,2-8 3-15,3-7 9 16,3-10-4-16,6-1-3 16,3-3-4-16,7-15-3 15,2 1-2-15,8 2 0 16,5 4-1-16,3 3-1 15,3 4-2-15,2 1-3 16,0 3-9-16,0 0-26 16,2 0-29-16,18 0-71 15,5 0-134-15,4 0-169 16</inkml:trace>
  <inkml:trace contextRef="#ctx0" brushRef="#br1" timeOffset="40181.87">7752 5078 555 0,'0'0'38'0,"0"0"-38"16,0 0-159-16,0 0 76 15,0 0 77-15,0 0 4 16,28 47-18-16,-19-6-189 0</inkml:trace>
  <inkml:trace contextRef="#ctx0" brushRef="#br1" timeOffset="40451.85">7849 6181 830 0,'0'0'350'0,"0"0"-306"15,0 0-32 1,0 0 3-16,0 0 23 0,0 0 0 16,-7-18-38-16,7 18 0 15,0 0-7-15,0 0-27 16,0 0-43-16,-1 0-68 16,-18 17-200-16,-11 3-32 15</inkml:trace>
  <inkml:trace contextRef="#ctx0" brushRef="#br1" timeOffset="40908.5">7974 7274 1346 0,'0'0'174'0,"0"0"-133"16,0 0-37-16,0 0 9 16,0 0 52-16,0 0-18 15,0-23-31-15,0 23-7 0,0 0-7 16,0 0-1-1,0 0-2-15,0 0 3 0,0 0-2 16,0 0 3-16,0 0-3 16,0 0 2-16,0 0-1 15,0 0 0-15,0 0 1 16,0-2-1-16,0 2 1 16,0 0-1-16,0 0-1 15,0 0 0-15,0-2 0 16,0 2-4-16,0-1-9 15,0 1-11-15,0 0-20 16,0 0-16-16,2-2-50 16,2 2-84-16,-1 0-169 15,-3 0-144-15</inkml:trace>
  <inkml:trace contextRef="#ctx0" brushRef="#br1" timeOffset="42396.57">8113 3918 580 0,'0'0'180'0,"0"0"-144"16,0 0 14-16,0 0 86 15,0 0-19-15,0 0-51 16,-13-53-25-16,11 51-3 15,2 2-3-15,0 0-4 0,0 0 2 16,-1 0-9-16,-1 0-16 16,0 12-8-16,2 17 0 15,0 13 27-15,0 9 19 16,2-2-29-16,7 0-2 16,5-6-11-16,-2-4-1 15,-2-2-1-15,-2-4-1 16,-3-5 2-16,0-3-3 15,-1-7-5-15,-4-5-66 16,0-1-39-16,0-8-99 16,0-4-139-16,0-2-194 15</inkml:trace>
  <inkml:trace contextRef="#ctx0" brushRef="#br1" timeOffset="43392.11">8174 3645 454 0,'0'0'155'0,"0"0"-136"15,0 0-13-15,0 0 107 16,0 0 32-16,0 0-58 16,-12-33-41-16,5 30 5 15,-2-1-1-15,2 0-9 16,-2 2-12-16,-4 0 1 15,0 1-1-15,-1-1-20 16,-3 2-2-16,2 0 9 16,-4 0 0-16,3 0-3 15,-1 0-2-15,1 0 0 16,0 2-1-16,3 2-1 16,1 2 0-16,1 2-4 0,-1 3 8 15,0 1 3-15,-1 2-1 16,-1 6-1-16,3 3-3 15,-1 2 3-15,2 2 0 16,1 5 2-16,3 2-2 16,-1 4-1-16,4 1 12 15,-1 0-5-15,3 0-10 16,1 2-5-16,0 0 5 16,0 2 1-16,0 2-1 15,0-1 0-15,1 1-4 0,6-3 2 16,0-3-4-1,1-4 4-15,2-6-4 0,2-4-3 16,0-1 4 0,3-3-4-16,2-1 1 0,2-1 1 15,1-4 0-15,4-1-2 16,0-4 3-16,-3-2-3 16,3-4 4-16,-1-3-5 15,4-1 0-15,1 0 8 16,2 0-6-16,1-2 1 15,-3-7-2-15,-1-1 1 16,-6-2 0-16,-2 2-1 16,-3-1 1-16,-3-2 0 15,3-2 0-15,-3-3-1 16,-1-3 1-16,-2-6-1 16,0-2 2-16,-3-4-2 0,-6-1 0 15,-1-6 2-15,0-2-2 16,0-4-1-16,0-1 0 15,-7 0 1-15,-1-1-1 16,0 6 0-16,0 1 0 16,-2 3 0-16,0 3 0 15,-4 4-1-15,1 2 1 16,-2 5-2-16,0 2-3 16,-4 1 0-16,1 4 1 15,0 0-6-15,-2 2-4 16,-2 4-21-16,0 1-22 15,-5 4-49-15,2 6-70 16,-3 0-230-16,-3 4-250 0</inkml:trace>
  <inkml:trace contextRef="#ctx0" brushRef="#br1" timeOffset="46723.23">8267 7586 125 0,'0'0'676'0,"0"0"-529"16,0 0-89-16,0 0 22 16,0 0 56-16,0 0-35 15,0 0-9-15,-17 0-23 16,7-5-11-16,-5 0-22 15,-2-1 8-15,-3-1-11 16,-1 1 0-16,-4 1-4 16,0 2 5-16,-4 2-13 15,-1 1-5-15,-2 0-2 0,0 0-3 16,1 0-1-16,0 0-2 16,2 0 3-16,2 1-1 15,3 2-2-15,3-1-1 16,1 3 0-16,1-1 1 15,-1 3-1-15,0 1-5 16,-1 3 5-16,-1 2-6 16,0 1 0-16,-2 1 2 15,2 1-2-15,2 2 4 16,1 3-4-16,0 3 1 16,-1 3 0-16,0 2 4 15,0 0-6-15,0 0 8 16,0 4-6-16,2 4 3 15,-1 0 5-15,4 4-4 0,0 1-1 16,2 6-1-16,-1 1 0 16,3-2 7-16,1 0-10 15,4-3 2-15,5-2-1 16,1 2 1-16,0-3-1 16,0 0 0-16,0 0-1 15,7 0 3-15,6-1-3 16,2-2 1-16,5-2-1 15,5-1-1-15,3-2 2 16,6 1-2-16,4-1-1 16,3-1 1-16,4-1 1 15,3-4 2-15,5 1-3 0,5-5-1 16,3-1 1-16,1-7 2 16,3-5-1-1,-1-5 2-15,-1-5-3 0,1 0 1 16,-4 0 1-16,-3-5-2 15,-5-7 0-15,-4-3 0 16,-1-3-2-16,-2-5 1 16,4-4-1-16,1-7-1 15,5-1 2-15,0-4-2 16,-3 4 2-16,-5 1 0 16,-7 2-3-16,-4 4-2 15,-5-1 1-15,-3-1-1 16,-4-3-1-16,-6-6 3 15,-3-4 3-15,-7-6-1 0,-1-6-5 16,-5-6 1-16,-2-2-5 16,0 2 6-16,0 5 5 15,-2 6 1-15,-9 5 1 16,-5 4-1-16,-2 4-1 16,-6 2-1-16,-4-1 1 15,-5 2 0-15,-6-1 1 16,-9 0-1-16,-5-2 0 15,-9 0 0-15,-5 2-9 16,-2 6 1-16,2 10-4 16,5 7 2-16,6 5-3 15,4 7-2-15,4 0-4 0,6 0-11 16,4 9-17-16,12 7-22 16,3 5-65-16,6 4-113 15,4 2-106-15,1 3-194 16</inkml:trace>
  <inkml:trace contextRef="#ctx0" brushRef="#br1" timeOffset="51672.58">16259 4518 454 0,'0'0'600'0,"0"0"-519"15,0 0-80-15,0 0 13 16,0 0 73-16,0 0 15 16,0 0 13-16,-19 4-31 0,19-4-30 15,0-10-10-15,2-10-20 16,6-7-6-16,4-6 3 16,5-3 11-16,6-5-15 15,9-4-10-15,10-5 1 16,10-3-3-16,16-1-1 15,16-2-2-15,17-6 3 16,22-3-2-16,17-6-3 16,17 3-1-16,15 2 1 15,14 6-1-15,3 6 0 16,8 6 1-16,-3 5 7 16,0 4-7-16,-7 3 0 0,-9 2-5 15,-8 5 5 1,-15 0 0-16,-16 3 1 0,-19 3 0 15,-19 3 1-15,-19 5 1 16,-23 4-1-16,-20 5-2 16,-15 1-3-16,-14 4 3 15,-7-1 0-15,-3 2 1 16,0 0-1-16,0 0 1 16,0 0 2-16,0 0-3 15,0 0 8-15,0 0-3 16,0 0-4-16,-1 0 1 15,-3 0 5-15,-4 0-3 16,-6 0 4-16,-4 0-4 16,0-1 0-16,-1-2-1 0,3-1-2 15,0 0-1-15,5 1 6 16,5 0-6-16,2 0 1 16,4 3-1-16,0-1-1 15,0 1-6-15,0 0 6 16,0 0-3-16,0 0 1 15,0 0-2-15,0 1-2 16,0 12-14-16,0 4-14 16,0 2-42-16,4-2-69 15,5-4-205-15,6-11-188 16</inkml:trace>
  <inkml:trace contextRef="#ctx0" brushRef="#br1" timeOffset="51970.73">19801 2801 1232 0,'0'0'35'0,"0"0"-35"16,0 0 0-16,0 0 2 15,0 0 21-15,2 89 20 16,5-22 47-16,-1 6-11 0,1 1-56 16,-4-3-3-16,1-9-6 15,-4-7-10-15,0-5 1 16,0-8-5-16,0-8 0 16,0-5-29-16,0-8-95 15,0-9-43-15,0-9-172 16,0-3-299-16</inkml:trace>
  <inkml:trace contextRef="#ctx0" brushRef="#br1" timeOffset="52240.91">20036 2886 776 0,'0'0'521'0,"0"0"-441"0,0 0-60 16,0 0 63-16,0 0-22 15,0 0-48-15,1 2-7 16,4 45-4-16,2 12 13 16,-3 8-8-16,2 3-1 15,-3 4-5-15,-2 1-1 16,1 2 0-16,5 2-65 15,3-2-146-15,2-6-177 16</inkml:trace>
  <inkml:trace contextRef="#ctx0" brushRef="#br1" timeOffset="54872.44">13363 6216 907 0,'0'0'262'0,"0"0"-198"16,0 0-37-16,0 0 7 16,-32 97 43-16,19-20 10 15,-2 10-37-15,3 7-20 16,0-1-7-16,-3-3 5 16,0-10-12-16,-2-14-6 15,0-12-6-15,1-12-4 16,-1-7 5-16,4-9-3 0,4-13-1 15,5-6-1 1,4-7-13-16,0 0 0 0,0-24-20 16,0-18-25-16,7-16 24 15,4-12 34-15,1-10 0 16,0-2-2-16,-1-1 2 16,2 8 2-16,3 10 7 15,0 12 13-15,1 13 8 16,-2 9-4-16,-3 14-5 15,-4 6 9-15,1 10-12 16,1 1-9-16,4 16-4 16,7 24 7-16,3 15 14 0,2 12-5 15,-1 8-1 1,-2-2-10-16,0 0-8 0,-2-4 0 16,-4-6-2-16,-4-4-5 15,-3-8-40-15,-7-4-53 16,-3-9-89-16,0-6-92 15,-9-8-376-15</inkml:trace>
  <inkml:trace contextRef="#ctx0" brushRef="#br1" timeOffset="55060.93">13247 6902 1439 0,'0'0'21'0,"0"0"-18"16,0 0-3-16,99-34 5 16,-45 33-5-16,1 1 0 15,-3 0-95-15,-7 0-90 16,-13 0-159-16,-11-2-265 16</inkml:trace>
  <inkml:trace contextRef="#ctx0" brushRef="#br1" timeOffset="55222.89">13642 6839 1080 0,'0'0'259'15,"0"0"-259"-15,0 0 8 0,0 0-8 16,133-22 21-16,-78 15-17 16,3 2-4-16,-2 1-30 15,-7-2-129-15,-11-3-181 16,-15 0-324-16</inkml:trace>
  <inkml:trace contextRef="#ctx0" brushRef="#br1" timeOffset="55412.72">13869 6623 1198 0,'0'0'127'16,"0"0"-127"-16,0 0 0 0,-19 100 14 15,19-51 17 1,0 3-24-16,0-2-7 0,0-6-90 16,1-9-35-16,2-11-165 15,-1-9-255-15</inkml:trace>
  <inkml:trace contextRef="#ctx0" brushRef="#br1" timeOffset="55957.66">14020 6843 936 0,'0'0'61'0,"0"0"-56"0,0 0 24 16,0 0 58-16,0 0-21 15,0 0-5-15,-7 36 29 16,7-56 20-16,0-9-64 15,0-11-28-15,3-9 23 16,4-12-21-16,5-7-11 16,7 1-8-16,2 5-1 15,6 14 1-15,-4 15-1 16,-3 15 3-16,-1 14-3 16,-3 4-5-16,-2 16 0 15,-2 17 5-15,-6 6 5 16,-5 2-1-16,-1 1 0 15,0-5-2-15,-9-2-2 0,-6-4 3 16,-2-9 4-16,2-6-4 16,5-7 3-16,5-6 4 15,5-3-10-15,0 0 7 16,0 0-7-16,6 0-3 16,14-3 1-16,6-1-2 15,4 4-1-15,4 0 5 16,-6 9-2-16,-4 10 2 15,-5 1-1-15,-7 3 1 16,-8-1-2-16,-4 1 4 16,-4 1-1-16,-21 1-1 15,-8 1 0-15,-6-4-11 0,2-3-7 16,5-9-71 0,11-9-101-16,8-1-161 0,10-18-285 15</inkml:trace>
  <inkml:trace contextRef="#ctx0" brushRef="#br1" timeOffset="56093.88">14439 6744 970 0,'0'0'220'15,"0"0"-193"-15,124-40 71 16,-79 31-29-16,-1 4-56 16,-4 1-13-16,-5 4-5 15,-5-1-105-15,-10 1-158 16,-10 0-312-16</inkml:trace>
  <inkml:trace contextRef="#ctx0" brushRef="#br1" timeOffset="56291.43">14687 6583 161 0,'0'0'1336'0,"0"0"-1287"15,0 0-45-15,0 0 24 16,-25 78 18-16,25-25-19 15,4 1-19-15,3-2-6 16,0-4-2-16,2-7-25 16,1-7-83-16,2-7-108 0,2-14-159 15,5-12-348 1</inkml:trace>
  <inkml:trace contextRef="#ctx0" brushRef="#br1" timeOffset="56588.97">15126 6558 213 0,'0'0'1019'0,"0"0"-993"15,0 0 22-15,0 0 135 16,0 0-91-16,0 0-35 16,-108-64-20-16,74 79-12 15,-4 16 4-15,0 9-5 0,6 9 3 16,9 7-9-1,11 1-8-15,10 0-3 0,2-6-3 16,14-6-2-16,16-7-2 16,8-8 3-16,4-7-3 15,0-10 0-15,1-10-30 16,2-3-15-16,-2-5-38 16,-1-17-88-16,0-7-153 15,-5-5-405-15</inkml:trace>
  <inkml:trace contextRef="#ctx0" brushRef="#br1" timeOffset="56740.69">15389 6677 1291 0,'0'0'315'0,"0"0"-310"0,0 0 3 16,0 0-8-16,132-34 1 15,-78 34-1-15,-2 0-34 16,-7 0-183-16,-14 0-138 15,-14 0-410-15</inkml:trace>
  <inkml:trace contextRef="#ctx0" brushRef="#br1" timeOffset="56890.85">15483 6811 781 0,'0'0'740'16,"0"0"-740"-16,0 0-75 0,0 0 75 15,117 0 0 1,-50-1-118-16,1-11-193 0,-3-2-317 16</inkml:trace>
  <inkml:trace contextRef="#ctx0" brushRef="#br1" timeOffset="57404.95">16237 6558 429 0,'0'0'653'0,"0"0"-596"16,0 0-22-16,-2-79 102 16,-8 64 18-16,-3 4-61 15,-6 3-22-15,-2 5-26 0,-6 3-4 16,-1 3-2-16,-1 25-20 16,3 11-8-16,5 4-4 15,11 1-4-15,10-4-4 16,0-6 0-16,14-10-2 15,9-7 2-15,4-12-5 16,-2-5-7-16,0 0 0 16,-5-11 0-16,-2-9 2 15,-1-6-1-15,-3-2-8 16,-3-2 5-16,-1-3 2 16,-5 2-1-16,-3 5 8 15,-2 8 5-15,0 7 1 0,0 7 2 16,0 4 3-1,0 5-6-15,0 19-1 0,5 13 1 16,3 12 9-16,4 2-6 16,3 5 8-16,-2-4 6 15,-3-5-3-15,-6-6 0 16,-4-7 0-16,0-5 5 16,-15-5 0-16,-16-5-2 15,-7-1 3-15,-5-2-9 16,-2-7-10-16,5-5-2 15,5-4-1-15,6 0-21 16,7-12-25-16,9-15-46 16,11-9-224-16,2-6-333 15</inkml:trace>
  <inkml:trace contextRef="#ctx0" brushRef="#br1" timeOffset="57673.58">16454 6164 1314 0,'0'0'130'16,"0"0"-122"-16,0 0-3 16,0 0 11-16,17 139 89 15,-4-48-38-15,0 11-35 16,-1-2 0-16,-5 1-6 0,-2-8-9 15,-1-6-10-15,-3-13-7 16,2-14-2-16,-3-13-31 16,0-16-69-16,0-13-139 15,0-16-184-15</inkml:trace>
  <inkml:trace contextRef="#ctx0" brushRef="#br1" timeOffset="58747.53">16484 6119 1221 0,'0'0'130'0,"0"0"-126"15,0 0 30-15,0 0 86 16,0 0-60-16,-118-13-34 15,49 13-2-15,-18 5 19 16,-16 2-3-16,-16-1-16 16,-11-2-8-16,-13-2 7 15,-9-1 2-15,-6 3-11 16,-4-4-4-16,-1 0-8 16,2 0 0-16,-2 0-1 15,-6-7 1-15,-1-4 0 16,-3-2-1-16,6-2 2 15,10 2-2-15,8-2 0 0,11 2-2 16,10 0 2-16,9 1 3 16,12 1 2-16,15 3 0 15,14 2-1-15,18 1 2 16,13 5 1-16,11 0-6 16,10 0 0-16,6 0-1 15,3 0-1-15,2 0 0 16,0 0-1-16,-3 2 1 15,-4 5 0-15,-1-4 0 16,-3 1 0-16,3-1 1 16,-2 0 0-16,2-3-1 15,3 0 3-15,3 0-3 0,6 0 0 16,5 0 0-16,1 0 0 16,3 0 3-16,1 0-3 15,1 0 1-15,0 0 0 16,0 0 0-16,0 0-1 15,0 0-4-15,0 0 3 16,0 0-2-16,0 2-1 16,0 10 0-16,0 12-1 15,0 21 5-15,10 24 5 16,6 19-5-16,8 14 1 16,1 11 0-16,1 4 2 15,-2 4-3-15,-4 1 5 16,-3-6-5-16,-6-10 2 15,-7-11 1-15,-4-10-1 16,0-8 4-16,0-11 1 0,-11-9 1 16,0-13 0-16,3-12-2 15,0-16-1-15,4-8 0 16,4-4 1-16,0-4 0 16,0 0-3-16,0 0 1 15,0 0-1-15,0 0-2 16,0 0 3-16,0 0 0 15,10 0-2-15,24 0 2 16,21 0 10-16,32 0 12 16,20 0-18-16,28 0-2 15,29 0 2-15,23 0-8 16,29-4 4-16,21-10 6 0,19-6-10 16,16 0-1-16,1-4 0 15,-1 11 1-15,-16 4 3 16,-27 9-2-16,-30 0-1 15,-45 0-4-15,-31 0 3 16,-34 0 1-16,-23-3 1 16,-18-7-1-16,-11-4 4 15,-10 2-4-15,-8-1 6 16,-1 0-6-16,-5 4 0 16,-3-1 0-16,0 4 0 15,-2 2-7-15,1 1-13 16,-3 3-22-16,1 0-27 15,-4 0-18-15,-3 0-80 0,0-5-282 16</inkml:trace>
  <inkml:trace contextRef="#ctx0" brushRef="#br1" timeOffset="68465.1">13388 7352 1073 0,'0'0'81'16,"0"0"-75"-16,0 0 9 16,0 0 26-16,0 0 34 15,0 0-28-15,0 0-9 0,0 0-1 16,-52 40 7-16,47-30 6 15,2-1-2 1,1-4-11-16,2-2-9 0,0-3-8 16,0 0-6-16,0 0 1 15,0 0-14-15,0 0-1 16,0 0-8-16,0 2-36 16,0 5-83-16,12 2-29 15,11-1-74-15,7-3-213 16</inkml:trace>
  <inkml:trace contextRef="#ctx0" brushRef="#br1" timeOffset="70301.94">13305 7893 674 0,'0'0'232'15,"0"0"-191"-15,0 0-28 16,0 0 41-16,0 0 58 15,0 0-32-15,-61-8-49 16,48 14-16-16,-3 7 0 16,0 4 7-16,-3 4 19 0,3 8 2 15,1 7-7-15,3 4 2 16,7 4-10-16,5-2-12 16,0-2-12-16,10-8 1 15,12-6-2-15,1-6-3 16,4-9 7-16,1-4-7 15,4-7 10-15,-1 0-3 16,-1-8 1-16,-5-8-5 16,-5-6-2-16,-4-2-1 15,-2-4-5-15,-2-4-4 16,-6-3 7-16,-2-2 2 16,-4 1 1-16,0 0 0 15,-10 3 3-15,-7 2-4 16,-2 7 0-16,6 10-2 15,0 6 0-15,3 5-9 0,-2 3-6 16,0 0-21-16,1 4-58 16,-5 17-7-16,4 3-68 15,6 0-113-15,2-7-182 16</inkml:trace>
  <inkml:trace contextRef="#ctx0" brushRef="#br1" timeOffset="71084.96">14182 7890 689 0,'0'0'156'0,"0"0"-124"16,0 0 74-16,0 0 51 0,0 0-59 15,0 0-50-15,-8-13-28 16,2 22-11-16,-2 19 13 16,3 11 43-16,2 10-19 15,3 3-33-15,0-2-5 16,16-3 6-16,6-7-12 15,7-8 0-15,3-7 1 16,4-13-1-16,4-11 0 16,1-1 4-16,-1-12-4 15,-3-18 3-15,-3-7-5 16,-5-6 3-16,-10-4-1 16,-11-1 4-16,-8-1-5 15,0 1 6-15,-21 2 7 16,-7 4-1-16,-3 5 0 15,-1 8-2-15,3 8-5 0,7 8 2 16,5 8-8-16,3 5-3 16,4 0 0-16,0 12-23 15,5 15-16-15,3 8-43 16,2 3-51-16,0 2-38 16,19-5-97-16,7-8-171 15</inkml:trace>
  <inkml:trace contextRef="#ctx0" brushRef="#br1" timeOffset="71851.91">15140 7923 576 0,'0'0'140'0,"0"0"-118"16,0 0 78-16,0 0 9 0,0 0 5 15,0 0-59-15,0-32-28 16,0 20 14-16,0-1 39 16,0 2-19-16,0-2-11 15,-1 4-6-15,-5-1 25 16,-2 0-41-16,2 1-5 16,-3 1-7-16,0 2-10 15,-1 3 3-15,0 3-4 16,-1 0 14-16,-3 6-14 15,3 14-3-15,1 4-1 16,4 3 0-16,3 0 3 16,3-1-3-16,0-7-1 0,3-2 0 15,11-6 0-15,-2-2 0 16,1-3-2-16,-1-6-1 16,-1 0 3-16,-1 0-10 15,2-10 7-15,0-6-2 16,-1-4 5-16,-1-1 1 15,-4-1-1-15,-3 2 3 16,-3 2-1-16,0 5 0 16,0 2 1-16,0 5 1 15,0 3 3-15,0 3-2 16,0 0-5-16,0 0 0 16,3 0-5-16,4 14 1 15,5 17 4-15,1 11 3 16,4 7 12-16,2 3-7 15,-5 1 0-15,1-5 9 0,-5-7-11 16,-4-4 7-16,-6-10 12 16,-2-4 0-16,-21-6 0 15,-8-3 0-15,-2-5-17 16,0-6-8-16,1-3 2 16,2 0-4-16,4-3-29 15,3-6-52-15,5-2-136 16,6 3-243-16</inkml:trace>
  <inkml:trace contextRef="#ctx0" brushRef="#br1" timeOffset="74003.07">13620 2487 785 0,'0'0'108'15,"0"0"-80"-15,0 0 83 16,0 0 54-16,0 0-37 15,0 0 1-15,-10-13-43 0,10 13-38 16,0 0-25-16,0 2-12 16,9 18-3-16,11 10 29 15,6 7-3-15,3 7-10 16,4-3-7-16,2-2-1 16,4-4-4-16,-3-7 9 15,3-6-8-15,1-6-3 16,4-6-4-16,2-2-2 15,2-4-1-15,1-4 4 16,0 0-6-16,-2 0 3 16,2-4 2-16,-3-7-5 0,-1 3 1 15,-6 0-2 1,-9 1 0-16,-8-1 2 0,-7 4-1 16,-7-1 0-16,-5 2 1 15,-1 1-2-15,-2 1 4 16,0-1-2-16,0-1 0 15,0-1 1-15,0-5 2 16,-10-4-2-16,-5-6-3 16,-4 5-3-16,5 1 3 15,0 4-2-15,6 5 0 16,4 1 1-16,2 3-2 16,2 0 2-16,0 0-3 0,0 6-18 15,0 13-16 1,0 11 13-16,18 8-34 0,8-2-91 15,11-4-130-15,8-8-125 16</inkml:trace>
  <inkml:trace contextRef="#ctx0" brushRef="#br1" timeOffset="74550.78">14931 2743 1044 0,'0'0'235'0,"0"0"-205"16,0 0 5-16,0 0 86 0,0 0-44 16,-42-80-25-1,29 71-5-15,-6 5-27 0,-4 4-6 16,-3 0-3-16,-2 12-4 16,2 13-1-16,-1 8-2 15,5 7-4-15,6 1 2 16,7 0-2-16,9-4 0 15,0-9-1-15,7-9-2 16,13-4 1-16,8-11 2 16,4-4 0-16,3 0-11 15,1-20 8-15,-4-6-10 16,-4-2-5-16,-7-4 16 16,-5 3 2-16,-6-2 1 15,-6-1 0-15,-2 4-1 16,-2 5 3-16,0 10-2 15,0 9 7-15,0 4-8 16,0 8-3-16,0 21-8 0,7 16 11 16,2 11 15-16,0 4-5 15,1 4-2-15,-2-3 3 16,-1-6 0-16,-7-6 3 16,0-12 6-16,0-7 0 15,-8-6 4-15,-15-4 1 16,-6-4-6-16,-8-3-4 15,0-8-7-15,1-3-6 16,-5-2-2-16,1 0-3 16,-3 0-23-16,-4 0-25 15,-3 0-69-15,-1 0-196 16,-10 0-426-16</inkml:trace>
  <inkml:trace contextRef="#ctx0" brushRef="#br1" timeOffset="75272.09">1794 12410 352 0,'0'0'0'0</inkml:trace>
  <inkml:trace contextRef="#ctx0" brushRef="#br1" timeOffset="75734.66">538 11838 1177 0,'0'0'88'0,"0"0"-87"16,0 0 1-16,0 0 1 15,0 0 8-15,0 0 14 16,89 53 37-16,-51-15 1 16,-4-2-9-16,-8-6-24 15,-1-9 4-15,-3-12 0 16,-2-6 5-16,10-3-1 15,14-18-2-15,22-27 13 16,28-29-12-16,28-26-12 16,25-31-8-16,19-19-5 15,13-17-5-15,8 2-1 0,-15 29-1 16,-30 31-5 0,-35 38-11-16,-49 33-28 0,-27 17-29 15,-24 17-59-15,-10 8-108 16,-42 25-238-16,-20 14-27 15</inkml:trace>
  <inkml:trace contextRef="#ctx0" brushRef="#br1" timeOffset="76068.28">1035 11655 472 0,'0'0'1084'0,"0"0"-1084"0,0 0-13 16,0 0-70-16,0 0 83 16,56 89 32-16,-7-21 27 15,3 11-20-15,-4 3-12 16,-4-8-3-16,-6-18 9 16,-10-15-5-16,-4-22-4 15,-2-12 12-15,13-10-12 16,25-44-2-16,32-40 23 15,44-44-6-15,39-50-12 16,39-41-10-16,28-34-9 16,19-19-8-16,10-6-4 0,1 10-7 15,-6 29-12 1,-30 43-19-16,-52 61-45 0,-67 54-125 16,-75 46-508-16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1:10:31.81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7963 4894 513 0,'0'0'69'16,"0"0"-22"-16,0 0 104 16,0 0-9-16,0 0-16 15,0 0-43-15,0 0-22 16,-2-35-3-16,2 25 8 15,0-2-15-15,0 1-9 16,5 1-11-16,7-1-6 16,3 0-17-16,5 2-7 0,2 5 0 15,-1 4 1-15,0 0-2 16,-5 0 0-16,1 11-3 16,-5 11 0-16,-2 8 3 15,-3 7 3-15,-7 6 0 16,0 8 4-16,-9 8 9 15,-18 4-15-15,-8-2 7 16,-5-8 1-16,-2-8-7 16,5-14 1-16,7-9-1 15,8-9 4-15,8-8 4 16,5-2 13-16,4-3 8 16,5 0 3-16,0 0-12 0,0-2-4 15,0-7-11-15,0-3-7 16,0 0 7-16,14 2-6 15,6 1-1-15,5 4-1 16,5 3 0-16,6 2 1 16,5 0-1-16,-1 4 1 15,-2 8-2-15,-3-1 3 16,-8 2-2-16,-2 0 1 16,-5-2-8-16,-7-1-23 15,-3-2-55-15,-4-3-49 16,-5 0-52-16,-1-5-134 15,0 0-216-15</inkml:trace>
  <inkml:trace contextRef="#ctx0" brushRef="#br0" timeOffset="1173.86">8359 5061 663 0,'0'0'105'15,"0"0"-97"-15,0 0 54 16,0 0 103-16,0 0-62 16,0 0-37-16,-7-37-51 15,7 23 2-15,0-2 1 16,0 3 10-16,5 1-10 16,-2 2 1-16,3 0-9 0,-2 4-8 15,2 3 1 1,-3 2-3-16,2 1-2 0,0 0-4 15,4 16-4-15,1 13 10 16,0 11 10-16,0 5 2 16,-4 7-3-16,0-2-1 15,-3-9-2-15,0-4 1 16,-2-10 3-16,-1-7 0 16,0-6 4-16,0-6 15 15,0-5-11-15,0-3 9 16,0 0 15-16,0 0 2 15,0 0-9-15,0 0-6 16,0 0 3-16,0-5-4 16,0-9-16-16,0-6-9 15,0-4-3-15,0-3 2 0,0 0-1 16,3-6 0-16,0 4-1 16,3-3 2-16,2 4-2 15,1 4 1-15,0 3-1 16,-1 4 0-16,2 5 0 15,-4 3-1-15,0 1 1 16,-2 3 0-16,0 4 0 16,-1 0-1-16,2 1-4 15,0 0 4-15,2 0-1 16,3 0 2-16,1 0-4 16,1 9 3-16,2 4 0 15,-2 5 1-15,1 6-2 0,2 5 4 16,-4 3-3-1,2 1 2-15,-6-4-2 0,0-2 3 16,-2-8-2-16,0-4 0 16,-2-6 2-16,-1-1 2 15,0-5-4-15,0 0 3 16,-1-2 3-16,1-1-4 16,0 0 6-16,-2 0 2 15,1 0 0-15,6-3 3 16,5-18 2-16,5-5-5 15,1-9-10-15,-1-2 1 16,-7 0-1-16,-2-4-30 16,-1 2-74-16,-4 6-195 0,-3 6-494 15</inkml:trace>
  <inkml:trace contextRef="#ctx0" brushRef="#br0" timeOffset="2310.16">9013 5231 1230 0,'0'0'12'16,"0"0"-12"-16,0 0-100 16,0 0 100-16,0 0-7 0,0 0-165 15,0 0-249-15</inkml:trace>
  <inkml:trace contextRef="#ctx0" brushRef="#br0" timeOffset="3603.23">9314 4821 69 0,'0'0'13'16,"0"0"-10"-16,0 0 51 16,0 0 82-16,0 0-30 15,0 0 1-15,0 0 7 16,3-5-27-16,-3 3 15 16,0 0 4-16,0 1-14 15,0-1-22-15,0-1-25 16,0 2 0-16,0-1 11 0,0 2 3 15,0 0-17 1,-2 0-19-16,1 0-3 0,1 0-5 16,-2 0-8-16,2 0-1 15,0 0 2-15,-2 0 6 16,-3 0 4-16,-5 5-6 16,-3 15-2-16,0 8-2 15,-1 11 10-15,7 12 15 16,2 6-15-16,5 5-7 15,0-2 6-15,0-4-6 16,5-5-7-16,9-3-4 16,1-3 2-16,0-5-3 15,0-2 1-15,-1-6 0 16,-1-4-6-16,-2-4-24 16,3-7-95-16,-1-3-26 0,1-10-154 15,-3-4-218-15</inkml:trace>
  <inkml:trace contextRef="#ctx0" brushRef="#br0" timeOffset="4036.73">9476 4991 1177 0,'0'0'81'15,"0"0"-73"-15,18-92 14 0,13 70 56 16,2 7-26 0,3 9-34-16,2 6-10 0,-7 0 0 15,-6 14-5-15,-6 10-1 16,-9 9 0-16,-7 6-2 16,-3 6 3-16,-9 6 3 15,-21 5 14-15,-12-3-10 16,-3-3 0-16,2-10-8 15,10-14 2-15,12-11 1 16,10-7 25-16,9-5 4 16,2-3 20-16,0 0-13 15,12-11-32-15,11-11-8 16,10 1 4-16,6 2-5 16,3 3 0-16,0 7 0 0,-2 3-1 15,-3 5 1-15,-2 1-3 16,-5 0-23-16,-4 10-63 15,-4 8-64-15,-2 1-20 16,-4-1-169-16,-6-4-215 16</inkml:trace>
  <inkml:trace contextRef="#ctx0" brushRef="#br0" timeOffset="4488">9897 5050 150 0,'0'0'831'0,"0"0"-770"0,-5-101-53 16,14 76 80-16,11 7 16 15,2 7-48-15,2 10-50 16,1 1-1-16,1 11 8 16,-1 14 2-16,-2 9 4 15,-5 4 0-15,-4 1-7 16,-4 0 5-16,-7-4 5 15,-2-5-4-15,-1-6-14 16,0-9 19-16,0-3-8 16,0-6 7-16,0-3-11 15,0 0 5-15,-1-3 21 16,-4 0 14-16,0-21-7 16,-3-12-43-16,-1-11 0 15,4-2-1-15,5-1 8 0,0 7-8 16,5 5 0-16,12 9 0 15,4 9 0-15,0 10-1 16,4 5-1-16,-2 2 1 16,2 4-2-16,0 15 2 15,1 8 0-15,-5 6-4 16,-2 2 3-16,-1 1 2 16,-3 0-3-16,-1-1-80 15,-3-3-149-15,-2-4-151 16,-3-8-390-16</inkml:trace>
  <inkml:trace contextRef="#ctx0" brushRef="#br0" timeOffset="4669.79">10465 5061 1068 0,'0'0'348'16,"0"0"-340"-16,0 0 3 15,0 0-11-15,0 0 26 16,123-30-8-16,-75 26-14 15,-3 3-2-15,-8 1-2 16,-5 0-59-16,-7 0-125 16,-8 0-152-16,-11 0-169 15</inkml:trace>
  <inkml:trace contextRef="#ctx0" brushRef="#br0" timeOffset="4863.95">10673 4846 1147 0,'0'0'160'0,"0"0"-160"16,0 0-10-16,0 0 10 15,0 0 21-15,-2 111-3 16,12-58-17-16,0-2 2 16,0-3-3-16,0-4-3 15,0-4-132-15,-3-8-174 16,-2-5-292-16</inkml:trace>
  <inkml:trace contextRef="#ctx0" brushRef="#br0" timeOffset="5239.6">10855 4910 1259 0,'0'0'162'0,"0"0"-156"16,0 0 2-16,0 0 41 15,87-48-16-15,-53 48-24 16,-4 3-6-16,-7 16-3 16,-8 7 0-16,-8 8-3 15,-7 7 3-15,0 5-2 16,-17-2 2-16,-11 0 7 0,-6-5-6 16,3-10 8-16,4-10-8 15,8-10 0-15,11-7 7 16,4-2 3-16,4 0 12 15,0-5 23-15,7-11-37 16,15-3-8-16,10-1 1 16,3 5-2-16,3 4 0 15,0 8 0-15,1 3 0 16,-1 0 0-16,-1 3-3 16,-3 9-6-16,-4 3-85 15,-2 1-83-15,-8-4-82 16,-6-3-256-16</inkml:trace>
  <inkml:trace contextRef="#ctx0" brushRef="#br0" timeOffset="5522.5">11238 4778 810 0,'0'0'441'0,"0"0"-425"15,0 0-13-15,0 0 0 16,0 0 18-16,104 7-10 16,-62 22 1-16,-8 4 7 15,-9 6 9-15,-6 11 24 0,-14 5 3 16,-5 7-24 0,0 2-15-16,-5-4-8 0,-14-4 0 15,-2-2-7-15,-4-1-1 16,1-4-33-16,6-9-176 15,3-11-215-15</inkml:trace>
  <inkml:trace contextRef="#ctx0" brushRef="#br0" timeOffset="5659.68">11650 5202 1103 0,'0'0'0'16,"0"0"-314"-16,0 0 169 0,0 0-329 16</inkml:trace>
  <inkml:trace contextRef="#ctx0" brushRef="#br0" timeOffset="5935.88">11992 4707 1225 0,'0'0'126'16,"0"0"-120"-16,0 0 97 0,0 0 8 16,0 0-103-1,0 0-2-15,-34 78-6 0,28-22 10 16,2 2-2-16,4 9 0 15,0-2-1-15,0-1-4 16,14-5-3-16,4-5-1 16,1-1-2-16,1-5-123 15,-2-6-137-15,-3-11-272 16</inkml:trace>
  <inkml:trace contextRef="#ctx0" brushRef="#br0" timeOffset="6336.02">12102 5003 1211 0,'0'0'212'0,"0"-104"-182"15,11 70 18-15,16 6 30 16,11 12-12-16,4 11-51 16,3 5-12-16,0 4 1 15,-8 22 1-15,-8 9-1 16,-9 8-1-16,-8 3 4 15,-8 1-7-15,-4 3 1 16,-12 1-1-16,-22 0-2 16,-9 3 2-16,-5-8 5 15,3-9-5-15,11-13 0 16,9-15 0-16,8-9 3 16,6 0 6-16,5-20-9 0,6-5-1 15,0-4-2-15,17 2 3 16,10 4 0-16,5 3 0 15,4 6 0-15,4 8 0 16,1 6-1-16,-3 0 0 16,-1 7-2-16,-2 11-17 15,-3 3-85-15,-2-1-97 16,-4-3-109-16,-6-6-297 16</inkml:trace>
  <inkml:trace contextRef="#ctx0" brushRef="#br0" timeOffset="6751.85">12590 5011 1045 0,'0'0'174'0,"0"0"-136"15,-6-83 24-15,19 76 32 16,9 7-52-16,7 0-40 16,0 22 2-16,0 10 4 15,-3 6-4-15,-2 4 19 16,-7-5-4-16,-6 4-5 15,-2-7 11-15,-6-6-8 16,-1-8-8-16,-2-11-5 16,0-4-2-16,0-2 11 15,0-3 27-15,0 0-1 16,0-3-9-16,0-24-21 0,-7-13-8 16,7-9-2-16,0-3 2 15,0 1-2-15,9 5 1 16,7 9-2-16,4 5 1 15,3 10-1-15,5 5 2 16,-4 8 0-16,0 9 0 16,-3 0-4-16,1 12 2 15,-3 16 2-15,-5 12 1 16,0 3 0-16,-7 0-1 16,-2-5 0-16,-3 0 0 15,-2-2-14-15,0-1-109 16,0-7-198-16,-2-11-344 15</inkml:trace>
  <inkml:trace contextRef="#ctx0" brushRef="#br0" timeOffset="6918.65">13122 4997 299 0,'0'0'1011'16,"0"0"-974"-16,0 0-36 15,0 0 45-15,125-49 39 16,-78 40-69-16,3 1-13 15,-3 2 0-15,-5 2-3 16,-4-1-42-16,-9 2-140 16,-9 0-175-16,-10 0-265 15</inkml:trace>
  <inkml:trace contextRef="#ctx0" brushRef="#br0" timeOffset="7098.95">13361 4814 623 0,'0'0'679'16,"0"0"-679"-16,0 0 5 16,0 0-5-16,3 89 19 15,11-46-7-15,2 2-10 16,0-5-2-16,-1-6-1 16,-1-6-85-16,0-6-138 15,-2-9-294-15</inkml:trace>
  <inkml:trace contextRef="#ctx0" brushRef="#br0" timeOffset="7621.19">13701 4742 1030 0,'0'0'206'0,"0"0"-206"16,0 0-7-16,0 0 7 15,0 0 16-15,-10 94-10 16,-2-66-1-16,-3-2-5 16,1-3 3-16,0-6 3 15,4-5-1-15,4-6-1 16,3-6 11-16,3 0 31 0,0 0-9 16,0 0 8-16,0 0 1 15,0 0-32-15,0 0-2 16,9 0-10-16,7 0-2 15,3 1 1-15,4 10 0 16,5 2-1-16,3-3 3 16,4-5-2-16,0-5 2 15,-2 0-1-15,-3 0-2 16,-10-5 4-16,-7-5-2 16,-6-2 0-16,-5-1 2 15,-2-2-2-15,0-3 1 16,0-2 1-16,-7-1-4 15,-2 3 0-15,0 3-5 16,4 6 5-16,2 7 2 16,3 2-2-16,0 2-4 0,0 27-16 15,0 15 20-15,0 12 11 16,4 3 0-16,8-4-10 16,0-5 1-16,3-4-2 15,1-11-5-15,-2-5-185 16,-4-14-176-16</inkml:trace>
  <inkml:trace contextRef="#ctx0" brushRef="#br0" timeOffset="7884.83">14103 4609 1046 0,'0'0'251'0,"0"0"-250"16,0 0-1-16,114 118 11 16,-73-58 51-16,-3 12 54 15,-5 11-55-15,-11 6-13 16,-11 2 1-16,-11-2-8 16,0-6-24-16,-20-5-7 15,-13-8-7-15,-12-9-3 16,-12-9-16-16,-16-9-202 15,-21-14-557-15</inkml:trace>
  <inkml:trace contextRef="#ctx0" brushRef="#br0" timeOffset="11051.76">8389 6688 706 0,'0'0'171'0,"0"0"-157"15,0 0 58-15,0 0 78 16,0 0-22-16,0 0-59 16,0 0-42-16,42-96 8 15,-33 68-2-15,-3-2 9 16,-2-1-21-16,-3-2 0 15,-1-1-8-15,0 3-3 16,0 0 2-16,-10 5-5 16,-2 5 1-16,-3 1-2 15,-1 7-6-15,-1 2 0 16,0 5 0-16,0 6 6 0,-3 0-6 16,-2 5 0-16,-1 16-1 15,1 5-3-15,4 1 4 16,1 3 0-16,9-5 0 15,3 0 0-15,5 0 0 16,0-5 0-16,0 4 0 16,15-2 3-16,8 5-1 15,6 2-1-15,3 0 1 16,0 4 1-16,-1 2-2 16,-6 1 1-16,-3 3-3 15,-7-2 1-15,-5-3-1 16,-9-1 1-16,-1-3 1 0,0-2 0 15,-14-3 1-15,-10-4-1 16,-6-4 3-16,-3-5 2 16,-2-9 33-16,-2-3 5 15,3-2 2-15,2-18-18 16,8-7-7-16,5-1-1 16,10-4-7-16,9 2-3 15,0 0-6-15,11 0-2 16,12 0-2-16,7 3 0 15,2 4-1-15,3 6-4 16,-1 3-23-16,-1 5-34 16,2 6-69-16,-2 3-116 15,-1 0-206-15</inkml:trace>
  <inkml:trace contextRef="#ctx0" brushRef="#br0" timeOffset="11584.98">8754 6563 1033 0,'0'0'180'0,"0"0"-169"0,0 0 2 16,0 0 109-16,0 0-83 15,0 0-39-15,4-8 0 16,13 27 1-16,0 8 6 16,1 8 10-16,-2 2-8 15,-5 4 0-15,-3-3-1 16,-2-1 3-16,-5-7-5 16,-1-10-2-16,0-5 1 15,0-10 7-15,0-2 10 16,0-3-2-16,0 0 6 15,0 0 7-15,0 0 5 16,0-19-6-16,0-10-32 16,0-7 2-16,0-6-1 0,0-2 1 15,12 1-2-15,8 2 2 16,5 5-2-16,5 6 0 16,2 8 0-16,-2 7-2 15,0 8 0-15,-2 7 1 16,-1 3-1-16,0 19 0 15,-3 10 0-15,-5 8 2 16,-5 3 0-16,-4 4 1 16,-8 0-1-16,-2-2 0 15,0-7-12-15,0-3-110 16,0-9-147-16,0-13-247 16</inkml:trace>
  <inkml:trace contextRef="#ctx0" brushRef="#br0" timeOffset="11849.89">9399 6374 1075 0,'0'0'158'15,"0"0"-147"-15,0 0 35 16,0 0 83-16,0 0-100 15,0 0-23-15,-23 69-4 16,17-16 6-16,5 3 9 16,-1 4 29-16,2-4-34 15,0 0-7-15,0-3-3 0,12-6-2 16,5-7 0-16,1-9-19 16,7-7-190-16,0-13-79 15,2-9-297-15</inkml:trace>
  <inkml:trace contextRef="#ctx0" brushRef="#br0" timeOffset="12317.93">9578 6621 1028 0,'0'0'138'0,"0"0"-126"15,0 0 81-15,-10-76 8 0,32 65-58 16,1 6-36-1,3 5-4-15,1 0 1 0,-2 11 5 16,-3 12 2-16,0 6 5 16,-7 2-8-16,-3 4 3 15,-6-2 1-15,-4 0-4 16,-2-3-4-16,0-5-2 16,-2-2 2-16,-10-5-2 15,1-4-2-15,1-5 3 16,3-8-1-16,1-1 3 15,2-1 4-15,3-23-9 16,1-11-8-16,0-5-2 16,0-3-4-16,5 4 12 15,6 6 1-15,6 8 1 0,1 5 1 16,1 3-1-16,-1 8 2 16,2 5 2-16,2 4-1 15,1 1 1-15,4 21 5 16,0 8 5-16,-1 6 1 15,-2 3-5-15,-4 0-10 16,0 0 0-16,-6-3-1 16,-1-1-13-16,-3-4-190 15,-4-5-118-15,-2-6-394 16</inkml:trace>
  <inkml:trace contextRef="#ctx0" brushRef="#br0" timeOffset="12474.95">10154 6742 649 0,'0'0'560'0,"0"0"-526"16,0 0-33-16,91-47 47 15,-46 40 13-15,5-1-53 16,4 4-8-16,-3 1-3 16,-7 1-76-16,-7 1-106 15,-14-1-235-15</inkml:trace>
  <inkml:trace contextRef="#ctx0" brushRef="#br0" timeOffset="12676.01">10370 6580 785 0,'0'0'399'15,"0"0"-399"-15,0 0 0 16,0 0 4-16,-8 76 0 15,14-44 2-15,4-2-5 16,-1-2-1-16,-4 0 0 16,0-7-97-16,-2-5-200 15,-1-4-237-15</inkml:trace>
  <inkml:trace contextRef="#ctx0" brushRef="#br0" timeOffset="12917.15">10561 6477 938 0,'0'0'233'0,"0"0"-231"16,0 0-2-16,0 0 24 15,40 106 39-15,-27-57-37 16,0 1-21-16,-3-7-3 15,1-6-2-15,-3-1-1 16,-1-8-77-16,-2-6-246 16,-2-11-273-16</inkml:trace>
  <inkml:trace contextRef="#ctx0" brushRef="#br0" timeOffset="13148.11">10783 6431 1162 0,'0'0'65'15,"0"0"-61"-15,0 0-4 16,92 46 29-16,-60-9 8 16,-4 7-25-16,-8 2-10 0,-10 0 3 15,-10 1 4-15,0-2-6 16,-5-1-2-16,-14-4-1 15,-3-5-12-15,2-7-162 16,3-11-261-16</inkml:trace>
  <inkml:trace contextRef="#ctx0" brushRef="#br0" timeOffset="13410.53">11166 6377 551 0,'0'0'752'15,"0"0"-709"-15,0 0-43 0,0 0 91 16,0 0-17-16,-92 108-45 16,87-42-11-16,5 4 10 15,0 0-17-15,0-4-5 16,15-9-4-16,5-9-1 15,4-8-1-15,2-9-55 16,1-11-163-16,-1-13-87 16,-2-7-244-16</inkml:trace>
  <inkml:trace contextRef="#ctx0" brushRef="#br0" timeOffset="13837.4">11281 6564 1132 0,'0'0'142'16,"0"0"-126"-16,0 0 58 16,0 0-30-16,0 0-38 15,0 0-4-15,85 31 7 16,-57 11 4-16,-11 7-4 16,-3 2 10-16,-4 1-6 15,-6-9 17-15,-1-4-16 16,-3-5-10-16,0-10-1 15,0-7 2-15,0-10-4 16,0-6 3-16,0-1-2 16,0 0 6-16,0-11 7 0,0-17-4 15,0-16-9 1,0-8-2-16,0-5 2 0,4 6-3 16,6 5 2-16,3 15 1 15,2 9-2-15,0 6 0 16,3 12 0-16,1 4 0 15,-1 0 2-15,4 4-2 16,0 14 1-16,-5 7 5 16,4 7-4-16,-6 3-2 15,0-2 1-15,-2 0-1 16,-1-6-9-16,2-3-123 16,-4-6-130-16,0-3-295 0</inkml:trace>
  <inkml:trace contextRef="#ctx0" brushRef="#br0" timeOffset="14010">11829 6739 888 0,'0'0'453'0,"0"0"-391"16,0 0-49-16,0 0 54 16,107-63 0-16,-63 52-55 15,5 2-9-15,-4 3-3 16,-5 3-8-16,-5 1-115 15,-8 2-98-15,-9 0-239 16</inkml:trace>
  <inkml:trace contextRef="#ctx0" brushRef="#br0" timeOffset="14214.71">12075 6580 1085 0,'0'0'145'0,"0"0"-145"16,0 0 0-16,0 0 5 16,-4 96 19-16,4-54-16 15,6-1-6-15,1-4-2 16,1-3-1-16,1-8-58 16,3-6-222-16,-2-8-237 15</inkml:trace>
  <inkml:trace contextRef="#ctx0" brushRef="#br0" timeOffset="14584.52">12299 6498 1140 0,'0'0'137'0,"0"0"-129"15,0 0-6-15,104-50 8 16,-69 50 19-16,-3 19-9 15,-7 11-8-15,-10 3-4 16,-8 4 16-16,-7 3 6 16,0-2-6-16,-15 2-10 0,-10-4-1 15,-4-5-7 1,-1-6 2-16,2-10-7 0,6-6 3 16,7-5 7-16,6-3 30 15,9-1-1-15,0 0 7 16,9-10-29-16,16-8-14 15,7-1-2-15,5-1-1 16,5 2 0-16,3 0-1 16,3 0-22-16,2 3-56 15,2 0-30-15,-4 3-35 16,-6-1-164-16,-10 2-347 16</inkml:trace>
  <inkml:trace contextRef="#ctx0" brushRef="#br0" timeOffset="14819.73">12766 6318 943 0,'0'0'262'0,"0"0"-252"16,0 0 0-16,0 0 5 16,0 0 64-16,103 56-6 15,-72-7-7-15,-6 5-13 16,-7 5 7-16,-9 1-2 15,-9 5-33-15,0-2-19 16,-22-5-1-16,-11-1-5 16,-15-10-6-16,-17-1-108 15,-16-11-196-15,-16-5-546 0</inkml:trace>
  <inkml:trace contextRef="#ctx0" brushRef="#br0" timeOffset="15586.23">7727 6127 932 0,'0'0'164'15,"0"0"-146"-15,0 0 5 16,0 0 55-16,0 0-18 16,0 0-31-16,15 29-28 15,2 48 22-15,3 26 63 16,-2 23-18-16,-1 13-46 15,-6 2-8-15,-1-1 3 16,0-14-7-16,1-22-9 0,-3-23 0 16,-1-21 1-1,-4-18-2-15,-3-12 0 0,2-13-108 16,-2-14-125 0,0-3-264-16</inkml:trace>
  <inkml:trace contextRef="#ctx0" brushRef="#br0" timeOffset="17033.65">7926 6143 694 0,'0'0'168'0,"0"0"-120"16,0 0 34-16,0 0 48 15,0 0-62-15,0 0-39 16,-8-13-8-16,8 13 28 15,0 0 28-15,0 0 14 16,0 0-34-16,0 0-14 16,0 0-8-16,0 0-17 0,3 0-8 15,14-2-9 1,4 2 6-16,11-1 12 0,2 1-5 16,4-1-3-1,2-1-5-15,2 2 0 0,1-2 3 16,-1 2-3-16,3 0 0 15,-1 0-1-15,-1 0-3 16,0 0 5-16,2 0-5 16,1 0 1-16,8 0 0 15,4 0 0-15,5 0-3 16,-1 0 0-16,-3 0 0 16,-6 0-1-16,-2 0 0 0,-1 0 0 15,3 0 1 1,3 0-1-16,2 0 1 0,1-1 0 15,-1-5 1-15,-1 0-1 16,0-1 0-16,-1 2 1 16,-1 1 0-16,-1 2-1 15,0 0 2-15,-3-1-2 16,1 1 0-16,0-2 2 16,0 1-2-16,-4 2 1 15,3-2 0-15,-2 3 0 16,3-2 0-16,0 2-1 15,2 0-2-15,-4 0 2 16,0 0-1-16,2 0 1 16,1-3-2-16,6 0 2 15,1-1-1-15,-3 1 1 0,2 0 1 16,-6 0-1 0,-1 1 0-16,-2 2-1 0,-3 0 1 15,-2 0 0-15,-2 0 2 16,2 0-2-16,4 2 0 15,1 1 2-15,2 0-2 16,0 0 0-16,0 0 1 16,0-2-1-16,1 2 0 15,1 0 4-15,-1 2-4 16,1-1 0-16,1 1-1 0,-2-3 1 16,3 2-2-1,-1-4 0-15,4 0 0 0,2 0 3 16,2 0-1-16,-1 0 0 15,-1 0 0-15,-6 0 0 16,-3-2 0-16,-4 2 1 16,-1-2-1-16,1 2 0 15,1 0 1-15,1 0 0 16,5 0-1-16,0 0 0 16,2-2 0-16,2 1 3 15,-6-1-3-15,2 0 1 16,-3 2-1-16,-3 0 1 15,1 0 1-15,-2-2-2 16,-1 2-2-16,-2-2 1 16,1 0-1-16,-3-1-1 15,2 0 2-15,0 0 1 16,0 0 0-16,-1 2 0 0,-6-1-3 16,-1 2 3-16,-5-1 3 15,1-1-3-15,-3 1 1 16,0-1-1-16,-2 1 0 15,-7-1 0-15,-6 1 1 16,-5 0-1-16,-7 1 2 16,-3 0-2-16,0 0 0 15,0 0 0-15,0 0 0 16,0 0 0-16,0 0-2 16,0 0 2-16,0 0 2 15,0 0 2-15,0 0-3 16,0 0 0-16,0 0-1 0,0 14 0 15,0 15 4-15,0 16 15 16,0 14-5-16,2 10 3 16,6 10-3-16,2 7 1 15,4 5-9-15,1 1-1 16,0-5-2-16,0-8-3 16,-3-14 1-16,-2-15-1 15,-4-10 0-15,-3-13 0 16,-3-7 0-16,0-8-3 15,0-3 0-15,0-2-41 16,-14 2-38-16,-11-4-116 16,-14-3-357-16</inkml:trace>
  <inkml:trace contextRef="#ctx0" brushRef="#br0" timeOffset="19100.23">8015 7311 560 0,'0'0'459'16,"0"0"-400"-16,0 0-56 15,0 0 6-15,0 0 115 16,0 0-21-16,0 0-44 16,-45-19-10-16,45 19 14 15,0 0-7-15,0-1-8 16,0 1-15-16,0 0-16 15,14-2-9-15,13 1 4 16,8 1 6-16,7-1-1 16,6-1-8-16,3 2-2 0,8 0 4 15,0 0-1-15,5 0-2 16,4 0 0 0,3 2 0-16,4-2 2 0,3 0 0 15,-1 0-5-15,-2 0-1 16,-4 0-3-16,-6 0 1 15,0 0-1-15,0-5-1 16,-1-3 2-16,-4 2-2 16,-1 0 2-16,-4 2-1 15,0 2 0-15,1 1 0 16,-5 1 1-16,1 0-1 16,-2 0-1-16,2 0 1 15,0 0 1-15,-2 0-1 16,2 0 0-16,0 0 0 15,3 0 0-15,5 0 0 0,1 0 2 16,0 0-3-16,-4-2-1 16,-2 0 0-16,-3 0 0 15,-2-1-1-15,-2 1 3 16,1 1-1-16,-3-2 0 16,3-1 0-16,-1 4 1 15,1 0-1-15,-1 0 0 16,1 0 1-16,-2 0 1 15,0 0-1-15,-2 0 1 16,-2 0 1-16,1 0-3 16,-1 0 3-16,-1 0 0 15,0 0-3-15,2 0 2 16,-1 2-1-16,0 3 0 0,2-1 0 16,0 2 0-16,4-1 0 15,-2-2 1-15,3 0-1 16,1 0-1-16,-2-2-3 15,2 1 2-15,-8-2-1 16,-1 0 1-16,-2 1 1 16,-2-1 0-16,3 2 0 15,-1-2 0-15,-2 0 0 16,4 0 0-16,0 0 0 16,1 0 1-16,-1 1-1 15,-2 1 0-15,0 1 0 0,-3-2 1 16,0 2-1-16,1-1 0 15,-1 0 1-15,0 0 0 16,-1 0-1-16,-2-1 1 16,-1-1-1-16,-3 0 1 15,2 0-1-15,-3 0 0 16,3 0 1-16,1 0 0 16,0 0-1-16,2 0 0 15,-3 0 0-15,3 0 0 16,1 0 1-16,0 0 0 15,-1 0-1-15,-1 2-2 16,-2 1 1-16,-3 0 1 16,0 1-2-16,0-3 1 15,-3 0 2-15,-3 0-3 0,-1 1 3 16,0-2-2-16,-4 0 1 16,1 0 0-16,-1 0 1 15,2 0-1-15,-3 0 0 16,2 0 0-16,-3 0 0 15,1 0 0-15,1 0 0 16,-1 0 2-16,0 0-1 16,-1 0-2-16,-2 0 1 15,-3 0 0-15,2 0 1 16,-2 0-1-16,2 0 0 16,1 0-1-16,1-2 2 15,0 2-1-15,-4-1 1 0,1 1-1 16,0-1 0-1,1 1 2-15,2-1-2 0,-1-2 0 16,-1 3 0-16,-2 0-1 16,2 0 1-16,-5 0 0 15,0 0 0-15,1 0 0 16,-1 0 0-16,0 0 0 16,-3 0 2-16,0 0-3 15,-1 0 1-15,-3 0 0 16,3 0 0-16,-3 0-1 15,5 0 1-15,0 0 0 16,1 0 0-16,3 0 1 16,0 4-1-16,0-2 0 0,0 3 0 15,0 0 1 1,-2-4-1-16,-3 1 0 0,-2-1 1 16,-1-1 0-16,0 0-1 15,-2 0 0-15,0 0 6 16,0 0 7-16,0 0 5 15,0 0-3-15,0 0-2 16,3-1-3-16,0-10-5 16,-1-7-5-16,0-3 0 15,-2-6-2-15,0-9-1 16,-24-10-33-16,-9-9-49 16,-12-13-131-16,-16-6-943 15</inkml:trace>
  <inkml:trace contextRef="#ctx0" brushRef="#br0" timeOffset="24448.63">9146 7127 572 0,'0'0'191'0,"0"0"-97"15,0 0-11-15,0 0 35 16,0 0 13-16,0 0-45 16,0 0-15-16,0 0-17 0,-3-50 8 15,3 49-14-15,0-1-12 16,0 2-14-1,0 0-8-15,0 0-6 0,0 0 3 16,0 0-2-16,0 0-7 16,0 0-1-16,0 0 0 15,5 20-1-15,15 12 12 16,7 10 8-16,6 8 2 16,4 6-10-16,5 3-1 15,-1 4-4-15,5 1 3 16,1-5-4-16,-1-2-3 15,-1-7 4-15,-1-8-2 16,-4-7-2-16,-3-9 4 16,-3-10-6-16,-6-4 2 15,0-6 0-15,2-2-1 0,4-1 3 16,5-3-4-16,4 0 4 16,5 0-3-16,4-8-2 15,-2-8 2-15,0-4-2 16,-5-5 0-16,1-6 0 15,-1-5 1-15,0-6-1 16,-2-2 1-16,-2-1-1 16,-8-2 0-16,-4-1 1 15,-8-2-1-15,-3-3 3 16,-4 3-1-16,-2 0-2 0,-6 5 0 16,-2 5 0-1,0 11 0-15,-4 9 1 0,2 7-1 16,-2 7 0-16,0 3-1 15,0 3 1-15,0 0-12 16,0 0-28-16,0 0-37 16,4 9-53-16,-1 9-65 15,-1 6-15-15,-2 0-159 16,0-1-139-16</inkml:trace>
  <inkml:trace contextRef="#ctx0" brushRef="#br0" timeOffset="24915.29">10451 7285 1002 0,'0'0'121'0,"0"0"-101"0,0 0-15 15,0 0 49-15,0 0 3 16,0 0-47-16,36 19 20 15,-4 12 17-15,3 8-28 16,5 4 5-16,0 2 16 16,4-1 3-16,2-7-15 15,3-4-8-15,3-8-2 16,0-7-2-16,2-3-3 16,-3-6-5-16,-1-5-2 0,-1-3 5 15,-2-1-7-15,1 0 7 16,5-11-5-16,5-9 3 15,4-4 3-15,-3-4 2 16,0-5-9-16,-2-1 4 16,-4-10 2-16,1-3 0 15,1-5-5-15,-3-2-2 16,-2 4 2-16,-9-5-1 16,-6 4-2-16,-12 5-1 15,-7 4-2-15,-7 10-1 16,-8 8 0-16,-1 9-4 15,0 6-2-15,-11 5-41 16,-11 4-50-16,-3 7-111 16,-5 21-17-16,-5 6-309 0</inkml:trace>
  <inkml:trace contextRef="#ctx0" brushRef="#br0" timeOffset="25481.88">11290 7701 892 0,'0'0'136'15,"0"0"-89"-15,0 0 11 0,0 0 20 16,0 0-33 0,0 0-35-16,95 31 43 0,-28 1 7 15,12 6-27-15,9 4-12 16,8 0-2-16,4-1-6 16,5-4 0-16,-2-6-1 15,-2-7-8-15,-9-9 8 16,-13-5 10-16,-18-3 6 15,-21-4 0-15,-19-2-7 16,-11 1-3-16,-9-1 5 16,-1 1 14-16,0-2 5 15,0 0-11-15,0 0-19 16,0 0-12-16,0 0-2 16,0-3-15-16,0 3-43 15,-6 0-145-15,-18 0-289 0</inkml:trace>
  <inkml:trace contextRef="#ctx0" brushRef="#br0" timeOffset="26332.27">12930 8064 945 0,'0'0'173'0,"0"0"-137"15,43-100-18-15,-11 77 72 16,3 6 4-16,5 13-45 15,1 4-32-15,-6 1-14 0,-7 20 1 16,-6 5-3-16,-9 4 2 16,-10 3 4-16,-3-2 10 15,-10 2 3-15,-13-6-5 16,-3-4 1-16,0-8 1 16,7-8 15-16,10-3-17 15,5-4-7-15,4 0 1 16,0 0-8-16,0 0-1 15,9 0-7-15,12 0 6 16,13 2 1-16,6 7 4 16,2 7-4-16,-2 5-2 15,-6 3 2-15,-8 5-2 16,-10-3 2-16,-13-1 0 16,-3-1 0-16,-6-3 0 15,-20 0 26-15,-11-3 16 0,-10-3-9 16,-9-5-4-16,0-4-12 15,1-5 1-15,7-1-8 16,7 0-6-16,13-2-4 16,10-6-3-16,11-2 1 15,7 1-29-15,4 1-31 16,27 1-140-16,16 1-55 16,6-2-142-16</inkml:trace>
  <inkml:trace contextRef="#ctx0" brushRef="#br0" timeOffset="27523.95">13826 8014 853 0,'0'0'151'16,"0"0"-82"-16,0 0 11 15,0 0 39-15,0 0-6 16,-105-45-43-16,73 49-39 16,-5 21-8-16,-1 10 15 15,-1 8 3-15,9 5-8 0,8 6-12 16,12-3-1-16,10-2-19 15,0-9 4-15,17-7-5 16,15-8 0-16,11-12 0 16,6-9-3-16,4-4 3 15,1-8-18-15,1-14-18 16,-2-6-2-16,-1-5-3 16,-7-2 6-16,-9 2 5 15,-8 1 12-15,-11 6 18 16,-7 6 8-16,-7 8-4 15,-3 6 0-15,0 6 20 16,0 0 11-16,0 0-35 16,0 20 6-16,0 6 8 0,0 7 4 15,0-1-10-15,8-5-6 16,13-5-2-16,2-9 1 16,0-6 0-16,-3-3 0 15,-7-4 0-15,-6 0 1 16,-5 0-1-16,-2 0 2 15,0-7-2-15,-2-10-1 16,-13-3-3-16,-7-5 3 16,3-2 4-16,-1-1-2 15,6 1 1-15,9 3-3 16,5 2 2-16,0 5-2 16,19 4-6-16,11 3 3 15,3 9-3-15,5 1 5 0,1 0-1 16,-4 16-1-16,-2 6 3 15,-7 4 0-15,-8 2 2 16,-7 0 6-16,-7-4-3 16,-4-3 7-16,0-5 4 15,-4 0 0-15,-7-5-7 16,-1-1 3-16,4-7 4 16,3-3-10-16,0 0 4 15,3-11-2-15,0-14-4 16,2-12-5-16,0-4 3 15,14 4-3-15,6 4 1 16,1 10-5-16,3 12 4 0,0 6 1 16,1 5 0-16,-1 0 0 15,2 13 2-15,-3 5 5 16,-3 5-4-16,-5-3 0 16,-3-3-1-16,-4-4 2 15,-3-4-3-15,-3-5 2 16,1-2-2-16,-1-2 0 15,1 0 1-15,6-2 1 16,2-15-3-16,2-5 3 16,1-3-1-16,-6-1 0 15,1-1-1-15,-1 2-1 16,1 3 1-16,1 4-1 0,1 6-1 16,0 4 1-1,-1 4-1-15,-4 3 0 16,-2 1 1-16,-3 0-4 0,1 0 2 15,-2 0 0-15,0 0-3 16,0 5 5-16,1 5 1 16,-1 2 0-16,2 0 3 15,-1 0-3-15,2 0 2 16,-2-3-2-16,1 2 0 16,1-2-1-16,-1-1 0 15,1 0 1-15,-1-3-2 16,0 2-1-16,1-2-30 15,-3-1-38-15,1 0-86 0,1-2-88 16,0-2-183 0</inkml:trace>
  <inkml:trace contextRef="#ctx0" brushRef="#br0" timeOffset="28230.81">14939 7953 194 0,'0'0'774'0,"0"0"-683"16,0 0-72-16,0 0 87 15,0 0 26-15,0 0-62 0,-75-30-40 16,55 30-23-16,0 7 16 15,0 7 13 1,2 0-6-16,2 5-10 0,6 1-9 16,4 2-6-16,4 2 4 15,2 0-7-15,0-2 1 16,18 1-1-16,4-3 2 16,2 1 0-16,1-3-1 15,-5 0-1-15,-5-5 0 16,-7-1-2-16,-6-3 0 15,-2-3-1-15,0 2 1 16,-12 0 0-16,-11 0 17 0,-7-3-7 16,-1-3-2-16,5-2 1 15,3 0-1-15,6 0 0 16,7-8-7-16,5 1-1 16,5-1-2-16,0-4-7 15,18-3-31-15,15-4-24 16,9 2 53-16,7 1 4 15,4-4 7-15,3-1-13 16,-1-1 11-16,-5 0 2 16,-12 4 0-16,-11 3 6 15,-12 2-1-15,-7 5 0 16,-4-1 4-16,-4 0 17 0,0 0 18 16,-2 3-11-1,-10 1-5-15,-2 5-15 0,-3 0 13 16,2 5-10-16,-1 14-7 15,6 7-1-15,6 3 0 16,4 0-3-16,0-1-1 16,1-3-4-16,16-2-2 15,3-6 2-15,4-5-12 16,2-4-43-16,6-5-52 16,3-3-158-16,2 0-64 15,1-16-298-15</inkml:trace>
  <inkml:trace contextRef="#ctx0" brushRef="#br0" timeOffset="29780.18">15508 7928 1147 0,'0'0'143'0,"0"0"-104"16,0 0 52-16,-103-5 34 15,80 30-63-15,0 11-21 16,8 7-22-16,5 3-2 15,10-2 3-15,0-7-8 16,6-4-7-16,15-9-3 16,2-6-2-16,9-7 0 15,-1-8 0-15,5-3 3 16,1-2-3-16,-3-13-2 16,0-4-4-16,-4-4-8 0,-4-3 7 15,-7 0 1-15,-2-8 2 16,-5 0 1-16,-2-5 3 15,-5 0-3-15,-5 0 3 16,0 3 2-16,0 4 0 16,0 3-1-16,0 7 0 15,-5 5 3-15,3 7-3 16,1 5 7-16,-1 5-3 16,2 0-5-16,0 0-1 15,0 0-5-15,0 0 3 16,0 6 3-16,0 3-1 15,0 0 1-15,0 0-2 16,0 1 2-16,0-3 3 0,0 0-3 16,0 1-1-1,3-3 1-15,-1-1 0 0,-1-3 0 16,1 1-2-16,-2-1 2 16,0-1 0-16,0 0 2 15,0 0 1-15,0 0-3 16,0 0 0-16,0 0 1 15,0 0-1-15,0 0 2 16,0 0-1-16,0 3-2 16,2 6 0-16,0 11 1 15,-1 7 11-15,2 4-3 16,0 4-5-16,1 1-2 0,1-1 2 16,0-1-2-1,2-5 0-15,0-4-1 0,1-7 3 16,1-3-3-16,0-7 1 15,5-5-2-15,4-3 4 16,4 0-2-16,3-1 0 16,1-13-2-16,0 1 3 15,-3-3-4-15,1-3 0 16,-1-2-1-16,-1-2-4 16,-4-5 0-16,-3-2 2 15,-5-3 4-15,-3-3 0 16,-5 3 0-16,-2 4 1 15,0 5 2-15,0 8 0 0,-2 7-2 16,-3 5 2 0,3 4 0-16,-1 0-2 0,0 8-1 15,-1 16-1-15,1 9 2 16,3 4 2-16,0-2 1 16,0 0-1-16,10-9-2 15,6-2 0-15,3-10 2 16,-1-5-3-16,1-6 1 15,0-3 0-15,2 0 4 16,0-4-4-16,-1-9-1 16,-1-7-2-16,-4-2-3 15,0-7 4-15,-3-4-2 0,-4-2 4 16,-3 2-1 0,-5 3 0-16,0 7 1 0,0 8 0 15,0 8 0-15,0 6 0 16,0 1-1-16,0 0-3 15,0 1-1-15,0 15-1 16,0 8 6-16,0-3 1 16,0 1-1-16,0-3 0 15,0-1-1-15,2-2 1 16,2-1 0-16,-1-5 3 16,0-6-3-16,-2-2-2 15,-1-2 2-15,0 0 3 16,2 0 0-16,-2 0-1 15,0 0 0-15,0 0 0 16,2 0-1-16,0 0-1 0,-1 0-6 16,4 0 6-16,4 0 0 15,-1-5 0-15,2-4 2 16,0 0-2-16,0-3 1 16,-1-1 0-16,-3-5-1 15,-1 0 0-15,-1-5 2 16,-4-3-2-16,0-3 1 15,0-3-1-15,0-4 1 16,0-3-1-16,-7 0 0 16,-1 1-1-16,1 4 1 15,-2 8 0-15,6 9 1 16,2 9 1-16,1 7-1 0,0 1 7 16,-2 0-8-1,2 0 0-15,0 13-4 0,0 19 4 16,0 16 1-16,0 11 4 15,0 7-1-15,-2 1 3 16,2 3 3-16,0-5-4 16,0-11-1-16,0-9-2 15,8-9-3-15,5-10 0 16,3-6 1-16,-4-11-1 16,-1-2 1-16,2-5-1 15,3-2 0-15,3 0-6 16,4-9-9-16,2-10-14 15,1-3-48-15,-4-7-89 16,-4-7-60-16,-11-5-304 16</inkml:trace>
  <inkml:trace contextRef="#ctx0" brushRef="#br0" timeOffset="30433.73">16249 7894 1206 0,'0'0'204'0,"0"0"-204"15,0 0-28-15,0 0 28 16,0 0 17-16,92-17-17 16,-43 14-78-16,-1-1-74 15,-10 0-13-15,-6 2-3 16,-9 1-11-16,-8-1 27 0,-7 2 145 16,-4 0 7-16,1 0 28 15,0 5 66-15,5 9 54 16,2 3 2-16,1 6-15 15,2 2-42-15,3 2-8 16,-2 2-27-16,-3-4 0 16,0-2-13-16,-4-6-7 15,-5-7-4-15,2-6-7 16,-3-4 5-16,-2 0 14 16,-1 0 40-16,0-1-15 15,4-17-18-15,-2-5-40 16,1-7-10-16,-1 1 0 15,-2-3 0-15,0-1-3 16,0 5-1-16,0 8-5 0,5 11-12 16,7 7-23-1,8 2-41-15,8 0 13 0,7 9 2 16,6 0-56-16,1-5 13 16,-3-4 60-16,-4 0 46 15,-8-11 4-15,-7-6 16 16,-5 1 36-16,-10-1 15 15,-5 0 16-15,0 5-1 16,-5 2-40-16,-12 5-15 16,-1 5-2-16,-2 0 2 15,1 26-13-15,1 12-1 16,6 8 5-16,9 5 1 0,3-2-8 16,7-6-2-1,16-8-7-15,5-10-2 0,4-12 0 16,-2-7 2-16,0-6-2 15,-1 0-13-15,-1-9-32 16,1-11-29-16,-3-1-56 16,1-6-54-16,-3 2-161 15,-7-2-315-15</inkml:trace>
  <inkml:trace contextRef="#ctx0" brushRef="#br0" timeOffset="31696.68">17477 7831 1079 0,'0'0'171'0,"0"0"-142"16,-5-80-15-16,5 58 42 16,9 5 26-16,7 10-43 15,3 7-39-15,1 0 0 16,2 15-3-16,-2 15 3 16,0 6 11-16,-7 4 2 15,-1 0-4-15,-8 0 5 16,-1-5 2-16,-3-5 0 15,0-6-6-15,0-8 1 16,-7-7 8-16,2-4-1 0,1-5 4 16,3 0 18-16,-4 0-4 15,0-15-6-15,0-13-28 16,0-5 3-16,5-5-5 16,0-3 4-16,0 2-4 15,11 4-2-15,8 5 1 16,6 8-5-16,2 5-2 15,-1 8-4-15,-3 7 8 16,0 2 1-16,-5 5-5 16,-3 18 8-16,-2 3-4 15,-4 3 4-15,-3 0-9 16,1-4-16-16,2-1-28 0,-2-7-39 16,6-5-68-16,2-4 24 15,-2-8 5-15,0 0 95 16,-3 0 36-16,-3-4 17 15,-2-3 28-15,0 2 37 16,-3 5 1-16,-1 0-44 16,6 0-32-16,2 2-2 15,5 4 20-15,1-2 0 16,4-4 1-16,1 0 23 16,0-6 25-16,2-12-19 15,-4-2-15-15,-3-7-17 16,-3-2 3-16,-7 0-5 15,-5 2-7-15,0 2-7 16,-15 1-1-16,-10 4-6 16,-2 5 0-16,5 6-3 0,4 7 3 15,4 2-8-15,0 6 1 16,0 18 7-16,6 7-9 16,5 3-16-16,3 2-29 15,0-3-7-15,21-4-84 16,11-10-6-16,13-10-86 15,5-9-82-15,2 0 0 16,-5-7 167-16,-9-13 152 16,-8-2 48-16,-5-4 115 15,-1-4 95-15,-2 0-20 16,-3-2-56-16,0 2-65 16,-6 5-35-16,0 4 3 0,-9 6-10 15,-2 7-11-15,-2 5-28 16,0 3-13-16,0 0-23 15,-2 0 0-15,-9 6 0 16,-1 9 7-16,2 3-6 16,4 0-1-16,5 2 0 15,1 1 0-15,0 0 1 16,0 2 0-16,14 1-1 16,2-2 1-16,6 2-1 15,1-3 0-15,-3-1 1 16,0-7 0-16,-8-4 0 15,-7-4 1-15,-5-5 0 16,0 2 22-16,-3-1 25 0,-25-1-23 16,-13 3-1-16,-9 0-25 15,-10 1-13-15,-15 4-117 16,-24 0-377-16</inkml:trace>
  <inkml:trace contextRef="#ctx0" brushRef="#br0" timeOffset="35163.68">9013 7145 363 0,'0'0'72'0,"0"0"-34"16,0 0 8-16,0 0 58 15,-9-83-1-15,9 69 43 16,0 3-41-16,0 5 3 16,0 1-18-16,0 3-15 15,2 2-18-15,-2-2-15 16,2 2-15-16,0-2-4 15,1 0 3-15,-2 1 8 16,2 1 9-16,0 0-5 0,-3 0-12 16,0 0-12-16,0 0-6 15,0 0-8-15,3 14 0 16,1 10 14-16,2 6 22 16,0 5-18-16,1 3-6 15,2 0 2-15,-5-3-2 16,2-6 2-16,0-7-12 15,-2-4-2-15,0-4 6 16,0-6 9-16,1-3-9 16,-2-3 2-16,-1-2 1 15,5 0-1-15,6 0 2 16,11 0 1-16,14 0 8 16,14 0-3-16,8-4-9 15,13-3-6-15,9-2 1 0,8-2 2 16,10 0-3-16,7-2 1 15,7 1 0-15,9 1 1 16,9 3-3-16,10 0-3 16,5 2 2-16,12 0-1 15,3 0 2-15,2-4 0 16,3-7 1-16,2-5 0 16,0-7 3-16,-3-4-4 15,-13-2-4-15,-18-1 4 16,-21 3-2-16,-22 3 2 15,-20 4 1-15,-19 6 0 0,-16 4 2 16,-15 6-2 0,-12 2 1-16,-5 4 3 0,-5 1-4 15,0 0 0-15,0 1 3 16,0 1-3-16,0-1 3 16,0 2-1-16,0 0-3 15,0 0-1-15,0 0-6 16,0 0 1-16,-23 0-18 15,-14 11-34-15,-19 7-63 16,-9 6-155-16,-15 6-100 16,-14 6-239-16</inkml:trace>
  <inkml:trace contextRef="#ctx0" brushRef="#br0" timeOffset="35829.99">10019 8360 531 0,'0'0'308'0,"0"0"-218"16,0 0-61-16,0 0 71 16,0 0 11-16,12-102-21 15,13 80-40-15,2 5-6 16,2 9-25-16,3 8-9 15,0 0-7-15,-2 6 4 16,-4 14-1-16,-7 4-1 16,-5 4-3-16,-9 6-1 15,-5 3 2-15,-5-1 12 16,-19-2-6-16,-4-3-2 0,-2-9-7 16,5-6 1-16,5-8 7 15,10-3-4-15,4-5-2 16,6 0 8-16,0-3-10 15,9-15-19-15,17-4-25 16,10 2 38-16,4 6 5 16,4 9-1-16,-2 5-7 15,-4 0 8-15,-5 13 0 16,-7 7 0-16,-9 4 0 16,-6 1 2-16,-11 4 5 15,0 0 20-15,-18 4 3 16,-14-3-7-16,-8 3-10 15,-1-6 3-15,1-6-7 16,5-8-6-16,9-7 0 16,7-6-2-16,4 0-18 0,8-8-89 15,7-16-84-15,0-4-165 16,20-5-162-16</inkml:trace>
  <inkml:trace contextRef="#ctx0" brushRef="#br0" timeOffset="36032.4">10554 8144 1130 0,'0'0'86'0,"0"0"-86"16,0 0-1-16,0 0 1 15,27 94 21-15,-12-41-16 16,-1 8-4-16,-8 6-1 15,-1 5-31-15,-3 5-142 16,-1-1-117-16,-1-3-201 16</inkml:trace>
  <inkml:trace contextRef="#ctx0" brushRef="#br0" timeOffset="36159.87">10693 8873 874 0,'0'0'281'16,"0"0"-247"-16,0 0-34 0,0 0-6 15,0 0 6 1,0-81-61-16,12 60-255 0,0-5-284 16</inkml:trace>
  <inkml:trace contextRef="#ctx0" brushRef="#br0" timeOffset="36343">10931 8313 1242 0,'0'0'0'0,"0"0"-17"16,0 0 17-16,108 0 8 0,-66 3-8 16,-2 3-105-16,-9-4-248 15</inkml:trace>
  <inkml:trace contextRef="#ctx0" brushRef="#br0" timeOffset="36513.35">10942 8566 994 0,'0'0'347'0,"0"0"-347"15,0 0-171-15,0 0 171 16,134-37 4-16,-56 24-4 15,6-3-308-15,1-1-195 16</inkml:trace>
  <inkml:trace contextRef="#ctx0" brushRef="#br0" timeOffset="36831.76">11628 8175 1129 0,'0'0'109'0,"0"0"-96"15,-91 9 5-15,69 18 98 16,4 14-20-16,8 10-47 16,8 11-24-16,2 2-7 15,9-8-5-15,15-7-9 0,8-13-1 16,0-11-2 0,-2-12 2-16,-5-10-2 0,-6-3 7 15,-2-1 0-15,-2-20 4 16,-7-3-1-16,-5-3 2 15,-3 1 11-15,-10 4-11 16,-18 5-10-16,-8 5-3 16,-2 12-3-16,-2 0-6 15,4 18-45-15,7 15-82 16,7 5-172-16,11-2-332 16</inkml:trace>
  <inkml:trace contextRef="#ctx0" brushRef="#br0" timeOffset="38829.11">7612 10392 814 0,'0'0'218'16,"0"0"-178"-16,0 0-28 0,19-91 51 16,-7 59 73-16,-2-3-55 15,-1 2-34-15,-6 3 4 16,-1 0-9-16,-2 0-16 16,0 1-12-16,-12 5-8 15,-12 3 3-15,0 6 5 16,-3 6-12-16,-5 9 1 15,-2 0-3-15,-1 25 0 16,2 9-1-16,7 3-1 16,4-1 2-16,10 3-3 15,8-5 2-15,4-1 0 16,6-5 1-16,19 0-3 0,6-5 3 16,11-3 0-1,6-2-1-15,6 0 0 0,3 0 2 16,-2 2-1-16,-11 2 0 15,-11 1-1-15,-13 1-1 16,-11 0 1-16,-9-2 1 16,0-1 1-16,-20 0 1 15,-14-1 22-15,-11 0 7 16,-3-7 9-16,3-6-6 16,4-7 0-16,9 0 15 15,9-8-15-15,6-16-21 16,9-9-4-16,8-5-7 15,0-1 0-15,20 1-4 16,8 5 1-16,7 6 1 16,6 4-16-16,2 7-25 0,6 4-33 15,2 4-55-15,3 0-134 16,-4 6-213-16</inkml:trace>
  <inkml:trace contextRef="#ctx0" brushRef="#br0" timeOffset="38940.71">8010 10368 363 0,'0'0'934'0,"0"0"-934"16,0 0-11-16,0 0-15 15,0 0-38-15,0 0-184 0,53-54-302 16</inkml:trace>
  <inkml:trace contextRef="#ctx0" brushRef="#br0" timeOffset="39295.91">8337 10003 1238 0,'0'0'140'16,"0"0"-127"-16,0 0 8 16,0 0 75-16,-95 82-16 15,85-26-41-15,5 12-19 16,5 4 2-16,0 1 4 15,9-3-17-15,12-13-4 16,7-15-5-16,8-15-1 0,2-18-1 16,4-9 2-16,-3-4 2 15,-8-16 0-15,-7-5-1 16,-10-1 0-16,-8 0 8 16,-6 0-6-16,-12 1 4 15,-24 1-6-15,-7 4 2 16,-7 7-6-16,3 7-1 15,5 6 3-15,9 0-3 16,13 17-41-16,15 2-64 16,5-4-180-16,23-6-164 15</inkml:trace>
  <inkml:trace contextRef="#ctx0" brushRef="#br0" timeOffset="39459.39">8994 10211 1456 0,'0'0'81'16,"0"0"-81"-16,0 0-24 15,0 0 24-15,126-1 0 16,-83 1-54-16,-4 0-194 16,-13 3-286-16</inkml:trace>
  <inkml:trace contextRef="#ctx0" brushRef="#br0" timeOffset="39615.68">8964 10450 1463 0,'0'0'0'0,"0"0"-16"0,0 0-53 16,0 0 63-16,114 4 6 15,-49-4-127-15,2-9-238 16,-8-11-255-16</inkml:trace>
  <inkml:trace contextRef="#ctx0" brushRef="#br0" timeOffset="40112.82">9626 9879 1299 0,'0'0'103'16,"0"0"-97"-16,0 0-5 15,0 0 30-15,0 0 8 16,6 81 19-16,-6-35-28 16,0-3-16-16,-12-1 5 15,-10-6 3-15,-3-3-11 16,0-9-5-16,2-8-4 16,5-7 1-16,7-5 0 15,6-4 1-15,5 0-4 16,0 0-1-16,0 0-26 15,12 0-23-15,11-4 16 16,7-1 27-16,7 4 6 0,-1-1-2 16,3 1-5-1,0-5-2-15,-3-1-5 0,-4 0-4 16,-7-2 9-16,-7-2 10 16,-9-2 7-16,-6-3-1 15,-3 1 3-15,0-2 1 16,0 2 4-16,-5 3 8 15,-3 1-7-15,1 7 15 16,4 4 10-16,0 0-9 16,-1 12-30-16,-1 21 5 15,-3 15 3-15,1 9 3 16,0 5-11-16,6-2-1 0,1-3-1 16,0-4-39-1,0-7-112-15,1-10-89 0,10-12-256 16</inkml:trace>
  <inkml:trace contextRef="#ctx0" brushRef="#br0" timeOffset="40995.3">10161 10219 981 0,'0'0'144'0,"0"0"-116"16,12-114 98-16,-12 78 39 15,0 3-64-15,0 7-45 16,-12 5-25-16,-2 6-3 0,-4 7-5 16,-2 8-19-16,-1 0-3 15,-3 16-1-15,3 9 1 16,4 5 0-16,6 3-1 16,8-3-3-16,3-3 3 15,0-1 0-15,16-2-1 16,7-4 1-16,9-2-5 15,1-1-2-15,4 3 6 16,-5 1 1-16,-4 0 2 16,-9 1-2-16,-10-1 0 15,-9-4 0-15,0 1 3 0,-12-4 14 16,-14-2 6-16,-9-3 11 16,-8-4-4-16,-5-1-18 15,5-4 3-15,8-1-6 16,10-20-6-16,13-10-3 15,12-7-4-15,4-5-4 16,26 1-4-16,10-1-14 16,5 0-22-16,3 0-13 15,3-1-23-15,1-3-36 16,-6 0 39-16,-8-2 45 16,-9 4 33-16,-10 1 3 15,-13 6 11-15,-6-3 8 16,0 0 22-16,-22-4 32 15,-6 1-17-15,-9 4-15 16,-3 5 6-16,-5 9 3 0,-5 9-16 16,-7 4-12-1,-5 6-3-15,-5 7-4 0,0 0-13 16,1 0 7-16,2 17-1 16,0 13-6-16,2 10 1 15,1 13 0-15,1 12-1 16,4 16 2-16,6 14-2 15,10 11 2-15,10 10 3 16,15 3-2-16,13-4 4 16,4-4 1-16,30-11-4 15,16-12 0-15,12-16-4 16,12-14 0-16,10-12-1 0,8-15 0 16,7-11 4-16,7-14-4 15,2-6-1-15,1-30-2 16,-3-23-14-16,-1-18 2 15,-12-10 9-15,-7-9 1 16,-17-3 4-16,-21-5 1 16,-22-3-1-16,-22-8-3 15,-7-7-3-15,-37-8-19 16,-21 1-7-16,-18 4-5 16,-10 20-25-16,-6 17-50 15,-9 28-127-15,-5 23-126 16,-10 21-381-16</inkml:trace>
  <inkml:trace contextRef="#ctx0" brushRef="#br0" timeOffset="46827.26">18252 1463 244 0,'0'0'1044'0,"0"0"-996"15,0 0-48-15,0 0-4 16,0 0-8-16,0 0 12 15,-13 152 2-15,22-57 29 0,3 4-26 16,-2-4-4 0,-2-6 3-16,-1-9-3 0,-2-7-1 15,-2-13 0-15,-1-15-35 16,-2-16-182-16,0-18-166 16</inkml:trace>
  <inkml:trace contextRef="#ctx0" brushRef="#br0" timeOffset="47093.93">18208 1441 1174 0,'0'0'124'0,"0"0"-80"16,-4-79 14-16,20 68 9 15,10 2-24-15,8 9-26 16,4 0-17-1,3 25-6-15,-6 12 3 0,-7 12 3 16,-10 6 2-16,-9 8 4 16,-9 7 0-16,0 2-1 15,-9-3-10-15,-7-6-55 16,0-10-97-16,3-12-68 16,2-16-113-16,2-16-52 15</inkml:trace>
  <inkml:trace contextRef="#ctx0" brushRef="#br0" timeOffset="48528.16">18434 1839 931 0,'0'0'134'0,"0"0"-108"15,0 0 40-15,0 0 32 16,0 0-40-16,90-21-39 16,-67 48-16-16,-1 9 22 15,-2 5 4-15,-5 4-20 16,-5 0 31-16,-5-3-21 15,-5-4-15-15,0-7-4 16,0-10 1-16,-1-7-1 16,-5-8 8-16,5-6-4 15,1 0 9-15,0-23 11 16,0-15-18-16,0-14-6 16,17-4-9-16,5 2 4 15,2 11 5-15,1 11 0 0,-1 14-9 16,-4 12 6-16,0 6-4 15,0 8-9-15,3 19-1 16,1 7 13-16,-3 4 4 16,3-1 4-16,-2-4-1 15,-4-8-3-15,-1-9 0 16,-5-8 0-16,-5-8-2 16,-3 0 4-16,-1 0 12 15,0-14 38-15,-3-9 10 16,0-5-13-16,-4-5-8 15,-18-1 1-15,-6-1-31 16,-2 6-10-16,1 10-1 16,7 8 1-16,8 10-1 0,5 1 0 15,6 6-6-15,3 15-41 16,3 5-48-16,27 2 2 16,12-4-9-16,8-4-53 15,7-10 11-15,0-9 36 16,3-1 91-16,-7-5 17 15,-1-15 10-15,-8-1 64 16,-13 1 65-16,-12 3-26 16,-12 8 0-16,-7 3-9 15,0 5-23-15,-10 1-26 16,-6 0-42-16,-7 5-8 16,-3 16 7-16,0 11-12 15,3 6 0-15,8 6-3 0,11-3 1 16,4-7 0-16,4-8-7 15,21-13 5-15,7-8 1 16,7-5 2-16,-1-15-5 16,-5-15 6-16,-6-9-1 15,-12-4 2-15,-7-3 6 16,-8-5-2-16,0-11 10 16,-1-9-10-16,-18-1 7 15,-4 5-5-15,1 15 11 16,4 25 0-16,6 17-12 15,5 10-6-15,-1 24-3 16,-3 32 0-16,-1 19 0 0,6 12 3 16,6-4 0-1,7-16-3-15,17-8 0 0,6-15 0 16,3-16-10-16,2-15 0 16,2-11-13-16,1-2 25 15,-1-13-13-15,-5-13-1 16,-7-2 4-16,-7-4 11 15,-4-2 7-15,-8 3-3 16,-6 3 4-16,0 9 11 16,0 10-1-16,0 9 5 15,0 0-23-15,0 4-2 16,0 21-6-16,0 10 8 16,9 5 3-16,4-4-3 15,6-7-4-15,5-8 3 16,5-8-11-16,4-5-52 0,1-8-84 15,1 0-46-15,0-17-27 16,0-5-33-16,-4-3-42 16,-11-1 31-16,-7 1 265 15,-12 3 106-15,-1 6 153 16,0 4 81-16,0 6-84 16,-6 4-96-16,-1 2-46 15,-1 0-57-15,2 17-52 16,-3 6 3-16,2 2-3 15,5 3 4-15,2-2-6 16,0-3-3-16,7-4-4 16,13-4-1-16,10-6 2 0,12-7 3 15,7-2-38-15,2-11-49 16,-1-13 18-16,-9-3 46 16,-8-5 23-16,-10-3 7 15,-9-6 1-15,-9-1 5 16,-5-2 45-16,0 1 17 15,-13 2 1-15,1 6-7 16,0 9-20-16,6 12-6 16,4 10-4-16,0 4-10 15,2 0-29-15,0 13-2 16,0 24-10-16,0 17 10 16,0 10 2-16,0-5 0 0,0-12-1 15,12-7-2-15,1-9-2 16,4-8-29-16,3-10-72 15,0-10-197-15,-2-3-359 16</inkml:trace>
  <inkml:trace contextRef="#ctx0" brushRef="#br0" timeOffset="48674">20188 1894 1488 0,'0'0'120'0,"0"0"-120"0,0 0-11 15,0 0 4 1,0 0-20-16,85-9-63 0,-33 9-98 16,-3 0-116-1,-10 0-209-15</inkml:trace>
  <inkml:trace contextRef="#ctx0" brushRef="#br0" timeOffset="49158.81">20170 1887 888 0,'0'0'206'0,"0"0"-181"16,0 0 32-16,0 0 37 15,0 0-24-15,0 0-36 16,-83 9-26-16,71 15-5 16,2 5 8-16,4 1-2 15,3-2 2-15,3 0 2 16,0-4-13-16,0-3-3 15,3-1-1-15,17-7-13 16,10-6-115-16,10-7-119 16,7 0-165-16</inkml:trace>
  <inkml:trace contextRef="#ctx0" brushRef="#br0" timeOffset="55443.94">21095 1834 364 0,'0'0'305'0,"0"0"-244"16,0 0-37-16,0 0 139 15,0 0 46-15,0 0-121 16,0 0-22-16,-47-30 0 16,44 27 2-16,-1 3-18 15,1 0-36-15,-7 0-8 16,-3 20-6-16,-4 15-7 16,1 7 7-16,6 1-2 15,8-7 0-15,2-9-9 16,3-8 2-16,14-7 9 15,0-6 0-15,1-6 5 16,1 0 10-16,-3-11-1 16,-4-13-4-16,-7-9-6 0,-5-6 1 15,0-7 4-15,-10-5-1 16,-10-6 11-16,-3-1 1 16,-1-3-1-16,6 7 9 15,5 14-11-15,6 13 1 16,7 9 1-16,0 7-19 15,0 7 0-15,4 4-4 16,16 0 0-16,7 0-4 16,5 21 4-16,5 13-1 15,0 15-3-15,-2 16 5 16,-6 13-2-16,-10 7 4 16,-5 10 2-16,-9 1-1 0,-5-1 0 15,0-5 2-15,0-10-2 16,-4-14 1-16,1-14 1 15,3-15-2-15,0-15-1 16,0-11-1-16,0-7 1 16,0-4-9-16,0 0 5 15,10 0 4-15,7-16 1 16,3-15 8-16,0-6-7 16,-7-6 4-16,-10-2 2 15,-3-1 13-15,-11 6 0 16,-17 3 3-16,-6 7-16 15,2 6-1-15,4 9-2 16,6 5-4-16,9 5-2 0,6 3-18 16,7 2-66-16,0 0-93 15,23 0-147-15,18 0-96 16,7 0 73-16</inkml:trace>
  <inkml:trace contextRef="#ctx0" brushRef="#br0" timeOffset="56092.04">21787 1875 482 0,'0'0'486'0,"0"0"-407"0,0 0-64 16,0 0 96-1,0 0-17-15,-28-87-1 0,28 66-49 16,1 0-23 0,11 0 3-16,3 6-11 0,0 5 2 15,2 8-15-15,0 2-3 16,0 6-5-16,1 19-8 16,-1 11 7-16,0 8 8 15,-4 3 1-15,-5 1 5 16,-6-6 2-16,-2-4-7 15,0-8 2-15,0-9 7 16,-3-9-5-16,-3-8 3 16,3-2 21-16,-2-2 29 15,-3 0 9-15,-2-11-16 16,0-14-27-16,3-13-14 16,5-10 8-16,2-6-10 0,2 0-6 15,17 3-1-15,5 13 0 16,3 11-3-16,-2 12 1 15,2 14-2-15,-2 1 4 16,6 11-4-16,-2 15-1 16,1 9 1-16,-3 6-7 15,-9 5-48-15,-8 0-80 16,-10 4-87-16,-3-1-178 16,-32 1-355-16</inkml:trace>
  <inkml:trace contextRef="#ctx0" brushRef="#br0" timeOffset="57477.48">18766 2848 501 0,'0'0'336'0,"0"0"-290"16,0 0-41 0,0 0 69-16,0 0 57 0,0 0-54 15,-73-45-28-15,49 45-31 16,-4 0 1-16,-5 3 6 15,-3 14 8-15,3 7 10 16,1 13-15-16,2 11-16 16,9 11-8-16,7 3 5 15,12-2-7-15,2-4 1 16,13-7-1-16,15-10 0 16,6-9 0-16,7-8-1 15,2-12 6-15,5-9-1 16,1-1 4-16,2-7-10 15,-5-14-13-15,-4-5-17 16,-9-3-24-16,-8-3 50 0,-6-1 8 16,-8-2-4-16,-5 4 4 15,-5 2 0-15,-1 2 10 16,0 5 30-16,-4 6-21 16,-2 6 22-16,1 8 3 15,2 2-26-15,0 0-22 16,-1 12 0-16,-4 19-7 15,-1 8 7-15,4 4 2 16,5-4-2-16,0-6 0 16,4-6-1-16,11-9 1 15,2-6-4-15,1-6 0 16,2-6 4-16,-2 0 4 0,-3 0-1 16,-3-7-3-16,-8-4-6 15,-4 0 6-15,0-2 0 16,-4-1 0-16,-14-5 0 15,-4-3 0-15,2 2 3 16,1 0-2-16,9 9 1 16,6 0 1-16,2 5 4 15,2 0-7-15,0-1-4 16,15 2-3-16,10 0 6 16,3 5-4-16,1 0 2 15,-3 10-2-15,-1 12-1 16,-5 2 6-16,-1 1-3 15,-6 0 3-15,-3-5 3 16,-4-1 0-16,-5-8-3 16,-1-6-2-16,0-3 2 0,0-2 7 15,0 0 7-15,0 0 4 16,0-17 13-16,0-13-20 16,0-6-9-16,0-1-4 15,13 0-2-15,6 9 4 16,-1 10 11-16,4 7-11 15,-2 11-1-15,4 0-8 16,2 18-1-16,-1 14 1 16,4 1 9-16,-1 0 2 15,2-3-2-15,2-7-1 16,5-7-50-16,6-9-141 16,9-7-130-16,5-4-29 0,0-18-86 15</inkml:trace>
  <inkml:trace contextRef="#ctx0" brushRef="#br0" timeOffset="58278.1">19839 2975 447 0,'0'0'419'0,"0"0"-251"16,-6-80-32-16,-7 69-16 15,-4 6-12-15,-2 5-46 16,-1 0-29-16,-2 4-20 16,1 16-6-16,-1 3-1 15,6 6 2-15,0-2-3 16,10 1 0-16,6-5-5 15,0 1-9-15,13 1 9 16,12-1-1-16,5-5 3 0,2-2 3 16,0-4-5-16,-9-4 0 15,-7-1 14-15,-9-5-9 16,-7-2-2-16,0 1 1 16,0-1 41-16,-6 0 8 15,-19 3-8-15,-12-3-21 16,-8-1-15-16,-1 0-9 15,5 0 4-15,11 0-3 16,8-6-1-16,12-1-2 16,7 4-25-16,3 0-44 0,2 0-106 15,22-1-95 1,11-2 132-16,11 1 44 0,4 0 23 16,0-3-26-1,-3-1 55-15,-7 2 44 0,-7-2 8 16,-12 3 25-16,-11 1 37 15,-7 4 19-15,-1 1 8 16,-2-1-5-16,0 1-6 16,0 0-28-16,0 0-12 15,0 0-19-15,0 0-8 16,0 0-2-16,0 0 3 16,0 0 2-16,0 0 3 15,0 0-8-15,0 0-10 16,0 0-5-16,0 0 0 15,0 0 3-15,0 0-4 0,0 0 0 16,0 0 0 0,0 0 3-16,0 0 5 0,0 0 2 15,0 0-5-15,0 0-1 16,0 0 0-16,0 0-2 16,0 0-1-16,0 0 2 15,0 0 1-15,0 0 1 16,0 0 1-16,0 0-2 15,0 0 2-15,0 0 1 16,0 0-6-16,0 0-2 16,0 0 0-16,0 0-2 15,0 0 0-15,0 0 2 0,0 0-3 16,0 0 0 0,0 0 1-16,0 0 0 0,0 0-18 15,0 0-57-15,3 0-30 16,6 0 2-16,4 0-3 15,2 0-100-15,-2 0-24 16,1 0-114-16</inkml:trace>
  <inkml:trace contextRef="#ctx0" brushRef="#br0" timeOffset="58565.71">20049 3166 768 0,'0'0'0'16,"0"0"-120"-16,0 0 18 15,0 0 100-15,0 0-6 16,0 0-216-16</inkml:trace>
  <inkml:trace contextRef="#ctx0" brushRef="#br0" timeOffset="59924.79">20024 3095 375 0,'0'0'263'15,"0"0"-190"-15,0 0-63 16,0 0 73-16,0 0 50 16,0 0-17-16,6 2-48 15,-6-2-12-15,0 0 7 0,2 0 11 16,-2 0-3-16,2 0-10 16,0 0-12-16,-1 0 3 15,2-6-15-15,-1-3-23 16,-2-2-3-16,0-1-1 15,0-2 0-15,0-3-3 16,-3 1-3-16,-4 3-3 16,-1 4-2-16,2 4 2 15,2 4-2-15,-2 1 1 16,0 0-2-16,-6 22 2 16,0 9-6-16,4 9 5 15,6 2-7-15,2-6 6 16,4-3-1-16,14-6 2 15,7-4-7-15,6-7-37 16,7-8-88-16,7-8-51 0,7-2-156 16,-2-21-139-16</inkml:trace>
  <inkml:trace contextRef="#ctx0" brushRef="#br0" timeOffset="60627.57">20378 2958 972 0,'0'0'115'0,"0"0"-108"16,0 0 19-16,0 0 65 16,0 0-48-16,0 0-32 15,-75 85 4-15,63-44 23 16,5-2-8-16,7-3 0 0,0-10-5 16,0-6-22-16,12-7 1 15,5-5 1-15,3-5 6 16,7-3-5-16,1-3 15 15,4-16-14-15,-1-3-7 16,-2-7-28-16,-4-2 21 16,-5-3-6-16,-1-1-5 15,-8 7 18-15,-4 8 3 16,-4 9-2-16,-3 8 4 16,0 3 8-16,0 0-13 15,0 18-17-15,3 5 17 16,4 5 5-16,3-5-5 15,7-5 2-15,5-4 0 0,1-9-1 16,1-3-1 0,-1-2 10-16,-1-5-3 0,-2-16 9 15,-5-4-10-15,-1-6-6 16,-8-1 1-16,-5 0-1 16,-1 8 0-16,0 10-2 15,0 7-1-15,0 7-2 16,0 0 4-16,3 14-14 15,0 13-4-15,1 6 19 16,6-2 0-16,6-2 0 16,6-8-2-16,4-9 0 15,6-9 2-15,3-3 0 16,0-6 0-16,-5-15-1 16,-5-6-17-16,-10 0 5 0,-6-5 11 15,-8-4 2-15,-1-5 3 16,0-4 2-16,0 1 3 15,-13-2 4-15,-2 8-7 16,1 8 6-16,1 13 12 16,5 10 13-16,3 7-10 15,0 14-26-15,-2 25-8 16,2 18 5-16,2 11 3 16,3-2 2-16,0-5-1 15,6-9-1-15,8-8 0 16,-1-9-69-16,-1-6-108 15,-5-11-270-15</inkml:trace>
  <inkml:trace contextRef="#ctx0" brushRef="#br0" timeOffset="61143.13">21018 2883 1156 0,'0'0'78'0,"0"0"-78"16,0 0-2-16,0 0 2 15,0 0 4-15,0 0-4 16,109 72 2-16,-88-35-2 16,-4 1 13-16,-3-7 1 15,-7-10 4-15,-3-6 0 16,-2-11 15-16,-2-3 6 0,0-1 50 16,0 0 32-1,0 0-22-15,0-16-42 0,2-13-45 16,4-4-12-16,6 0-2 15,2 7-12-15,-1 9-9 16,6 10-15-16,0 7-13 16,5 0 35-16,3 5 8 15,0 10-2-15,2-4-2 16,3-5-3-16,1-6-15 16,-1 0 24-16,-5-3 6 15,-8-13 8-15,-9 0 0 16,-10-3 5-16,0-1 16 15,0 4 11-15,-12 0-3 16,0 9-9-16,2 2-14 16,2 5-4-16,1 0-4 0,2 6-6 15,-2 18-4-15,2 7-1 16,5 3 3-16,0-1 2 16,0-4-3-16,12-7-5 15,10-2 3-15,5-7-43 16,6-3-58-16,7-4-139 15,4-5-54-15,-1-1-174 16</inkml:trace>
  <inkml:trace contextRef="#ctx0" brushRef="#br0" timeOffset="61332.43">22028 2845 1282 0,'0'0'112'0,"0"0"-105"15,0 0 7-15,0 0-14 16,0 0 5-16,-2 90 11 16,9-41-8-16,2-5-4 15,-1-7-3-15,-3-5-1 16,0-7-13-16,-1-7-186 16,-4-9-226-16</inkml:trace>
  <inkml:trace contextRef="#ctx0" brushRef="#br0" timeOffset="61461.08">22038 2614 493 0,'0'0'0'0</inkml:trace>
  <inkml:trace contextRef="#ctx0" brushRef="#br0" timeOffset="61791.62">22178 2886 201 0,'0'0'816'0,"0"0"-795"16,7 80-12-16,0-46 48 16,1 1-12-16,1-7 16 15,-1-7-32-15,-1-7-23 16,-4-10 1-16,-1-2 3 15,-1-2 42-15,1 0 24 16,5-11 3-16,1-14-40 16,4-10-37-16,0-3-2 15,-4 1-9-15,-2 7-22 16,0 10 29-16,-3 13 0 16,0 7 2-16,4 0-16 15,5 23-31-15,3 11 38 16,5 10 9-16,1 2 0 15,5-3 3-15,2-11-3 0,7-9-15 16,7-16-141 0,5-7-144-16,-5-9-66 0</inkml:trace>
  <inkml:trace contextRef="#ctx0" brushRef="#br0" timeOffset="61986.54">22672 2738 254 0,'0'0'681'16,"-40"-81"-568"-16,26 59-12 15,8 11 53-15,4 7-8 16,2 4-83-16,0 18-63 16,0 22-16-16,2 18 16 15,6 12 11-15,4 4-6 0,0-6-1 16,1-10-4-16,2-11 0 16,-4-12-2-16,1-11-147 15,-7-10-114-15,-5-8-361 16</inkml:trace>
  <inkml:trace contextRef="#ctx0" brushRef="#br0" timeOffset="63641.82">22547 3004 200 0,'0'0'1121'16,"0"0"-1121"-16,0 0-118 15,0 0 118-15,128-23 6 16,-56 8-6-16,8-5-107 15,-3-2 51-15,-13 2 56 16,-22 6 22-16,-22 7-4 0,-14 4-13 16,-6 3 46-16,0 0 68 15,-3 0 14-15,-7 0-89 16,-5 6-36-16,0 15-6 16,2 9-2-16,4 8 0 15,6 2-1-15,3-4 1 16,0-3 0-16,18-9-3 15,7-9 3-15,6-9-5 16,7-6-4-16,2-3-12 16,-1-17-2-16,-10-2 18 15,-10 1 3-15,-12-3 1 16,-7 0 1-16,0 0 5 0,-4 3 10 16,-8 6 10-1,2 8 14-15,4 4-30 0,-1 3-9 16,1 0-7-16,-3 0 4 15,1 5-2-15,-1 7 0 16,1 4 2-16,5-3-5 16,1-1 6-16,2-3-1 15,0-2 2-15,0-3-4 16,0-3 2-16,0-1-2 16,8 0 5-16,-1 0 12 15,3 0 4-15,0 0-2 16,-2-5 16-16,2-6-14 15,-1 0-1-15,1-2-10 16,-2-1 5-16,-1 1-10 16,-4 1 3-16,-3-1-2 0,0 3 0 15,0 1 14-15,0 1 2 16,0 2-1-16,0 4 2 16,-2 0 2-16,2 2-7 15,0 0-3-15,-1 0-9 16,1 0 1-16,0 0-2 15,0 0-2-15,-2 0 2 16,1 0-4-16,-5 0 3 16,2 12 1-16,-3 3-3 15,0 4 3-15,2 7 2 16,0 1-2-16,3 2 6 16,0-1-5-16,2-1 3 0,0-4-1 15,0-2-2-15,2-4-1 16,10-6 0-16,2-1 0 15,2-4-1-15,8-5 2 16,4-1 6-16,2 0-4 16,-1-3-3-16,-4-9-6 15,-5-3 4-15,-2 0 2 16,-6-1 2-16,-2-2-2 16,-4-4 0-16,0 1 0 15,-6 2 2-15,0 3 1 16,0 5 2-16,0 4 10 15,0 6 5-15,0 1-11 16,0 0 4-16,0 0-13 0,0 0-4 16,0 6 0-16,0 20-4 15,0 16 6-15,0 11 1 16,0 14 2-16,0 13 0 16,1 8 5-16,6 9 1 15,1 0 4-15,-1-3-7 16,-4-10-3-16,-3-18 2 15,0-21-2-15,0-18-2 16,-16-15 2-16,-10-12 6 16,-12 0 27-16,-11-6-18 0,-4-22-9 15,1-16-1 1,8-12-6-16,11-14-1 0,11-1 0 16,14 2-9-16,8 7-3 15,10 7 5-15,23 5-14 16,13 2-4-16,8 3 2 15,4 3 7-15,2 0 8 16,4-2-2-16,-1-4 11 16,-3-3-2-16,-5-1 2 15,-10 5 2-15,-15 9 1 16,-9 12 2-16,-16 11 7 16,-5 9 0-16,0 5 2 15,0 1-2-15,0 0-7 16,0 0-3-16,-4 0-2 15,-6 14-3-15,-2 10-1 16,2 5 0-16,4 2 1 16,5-4-2-16,1 0-11 0,0-6-11 15,1-5-7-15,9-3-18 16,0-9-33-16,0-3 6 16,0-1 24-16,2 0 50 15,0-15 5-15,3-3 7 16,-1-3-3-16,5 1 7 15,1 3 0-15,3 8-11 16,1 2-1-16,1 6-2 16,-3 1 1-16,-2 0 1 15,-4 14 0-15,-3 6 1 16,-4 3 22-16,-6 1-1 16,-3-4-8-16,0-5 37 0,0-5-14 15,-6-5-15-15,-6-3 24 16,1-2-2-16,-1 0-16 15,3-19-18-15,8-10-2 16,1-8-7-16,1-2-7 16,24 0 0-16,10 5 4 15,6 11 0-15,-1 8 6 16,2 12-2-16,-7 3 8 16,-7 3-6-16,-4 13 0 15,-11 6-3-15,-10 3-6 16,-3 2 4-16,-23 5-2 15,-32 2-81-15,-25-1-216 16,-31-1-531-16</inkml:trace>
  <inkml:trace contextRef="#ctx0" brushRef="#br0" timeOffset="64055.18">19064 3922 1144 0,'0'0'179'0,"0"0"-179"16,0 100-5-1,11-36 5-15,1 3 12 16,0-6-4-16,0-6-8 16,-4-6 0-16,-3-5 0 0,-5-15-235 15,0-13-240-15</inkml:trace>
  <inkml:trace contextRef="#ctx0" brushRef="#br0" timeOffset="64176.11">19161 3687 679 0,'0'0'0'15,"0"0"-298"-15</inkml:trace>
  <inkml:trace contextRef="#ctx0" brushRef="#br0" timeOffset="64474.69">19403 3982 1246 0,'0'0'97'0,"0"0"-97"15,0 0-1-15,0 0-3 16,-58 84-1-16,71-50 5 16,17 2 0-16,4-3 4 15,3-8 1-15,-6-3 1 16,-7-7 1-16,-11-10-4 15,-6-3 9-15,-7-2 22 16,0 0 89-16,-3 0-6 0,-25 0-52 16,-10 0-44-16,-9 0-15 15,2 0-5-15,9-3-1 16,7-1-5-16,12-4-69 16,17-2-166-16,10-3-148 15,34 1-597-15</inkml:trace>
  <inkml:trace contextRef="#ctx0" brushRef="#br0" timeOffset="65044.04">20316 3996 1231 0,'0'0'109'15,"0"0"-103"-15,0 0 55 16,-112-21 72-16,84 24-70 15,-1 22-47-15,-1 13-16 16,4 8 2-16,5 3-3 16,10-4 1-16,9-8-1 15,2-12-2-15,5-9 4 16,14-10-1-16,7-6 0 16,11-5 9-16,7-19 6 15,4-10-15-15,-1-6-17 16,-8-3 12-16,-8-10-14 15,-13-2 16-15,-9-6 2 16,-9 0 2-16,0 6 1 16,-19 2-2-16,-4 15 31 0,0 14 2 15,6 13-3-15,7 11-18 16,1 7-6-16,-1 26-6 16,-3 16-2-16,3 17 0 15,7 5 3-15,3 1-2 16,3-4-3-16,18-14 3 15,7-12-3-15,3-16-11 16,4-16-22-16,-1-10-38 16,-1 0-81-16,-4-22 91 15,-6-9-6-15,-6-9 35 16,-7-7 36-16,-5-2 5 16,-5 2 19-16,0 14 29 0,0 12 27 15,0 15 7-15,0 6-35 16,0 6-52-16,0 28-31 15,0 12 31-15,0 8 0 16,1-4-6-16,9-12-207 16,4-14-166-16,1-11-423 15</inkml:trace>
  <inkml:trace contextRef="#ctx0" brushRef="#br0" timeOffset="65188.84">20572 3835 1053 0,'0'0'53'0,"0"0"-53"0,0 0-75 16,0 0 21-16,0 0 46 15,0 0-117-15,61 54-340 16</inkml:trace>
  <inkml:trace contextRef="#ctx0" brushRef="#br0" timeOffset="65356.75">20810 3919 487 0,'0'0'819'0,"0"0"-819"16,0 0 3-16,58 89-3 15,-31-43 14-15,1 0 1 16,-1-5-10-16,-4-9-2 16,-4-11-3-16,-4-9-3 0,-5-5-143 15,-2-7-268-15</inkml:trace>
  <inkml:trace contextRef="#ctx0" brushRef="#br0" timeOffset="65525.86">21080 3880 1211 0,'0'0'315'16,"0"0"-295"-16,0 0-20 15,0 0 0-15,-70 77 7 16,62-38-4-16,6 0-6 15,2-5-2-15,0-5-145 0,0-11-57 16,10-15-212 0</inkml:trace>
  <inkml:trace contextRef="#ctx0" brushRef="#br0" timeOffset="65706.61">21244 3857 1042 0,'0'0'446'0,"0"0"-446"16,0 0-7-16,-16 95 7 16,16-60 0-16,0 0 2 15,4-5-2-15,9-7-140 16,3-11-45-16,-3-9-246 16</inkml:trace>
  <inkml:trace contextRef="#ctx0" brushRef="#br0" timeOffset="66640.53">21533 3761 1194 0,'0'0'215'16,"0"0"-215"-16,0 0-34 16,0 0 34-16,-74 94 0 15,73-63-2-15,1 5-1 16,12 1 1-16,13-2 2 15,8-3 2-15,2-6-2 16,0-5-1-16,-3-8 1 16,-10-4 4-16,-11-4 1 0,-11-5-5 15,0 0-1-15,-6 4 1 16,-27 1 32-16,-16-1 12 16,-6 0-29-16,0-4-9 15,8 0 4-15,13-4-3 16,14-11-5-16,15 0-2 15,5-2-51-15,14 1-25 16,17 3 6-16,11-2 54 16,7 5 8-16,5 0-24 15,-1-1 23-15,2 1 9 16,-5-1 0-16,-4 0 10 0,-10-2 23 16,-6 1 4-16,-8-3 2 15,-6 0-11-15,-6 0 8 16,-6 0 9-16,-2 3 12 15,-2 3-37-15,0 4-15 16,0 5 28-16,-2 0 9 16,-5 5-38-16,-1 17-4 15,2 9-1-15,-3 6-2 16,9 1 1-16,0-6 0 16,5-4 0-16,13-12 1 15,4-7-9-15,7-9-51 16,6 0-85-16,5-22-12 15,-1-5-110-15,-4-5 47 16,-12-3 30-16,-7-2 63 16,-7-2 128-16,-4-1 21 0,-5 2 90 15,0 9 115-15,-7 11-32 16,-1 10-37-16,4 8-34 16,3 0-75-16,-1 26-48 15,0 10 0-15,1 6 8 16,-1 1-1-16,0-6 3 15,-1-5-4-15,-2-8 3 16,0-8 2-16,1-7 0 16,1-4-4-16,2-4-2 15,-1-1 5-15,1 0 4 16,1 0 3-16,0-12-6 16,0-1-11-16,17 1-18 0,9 4-4 15,7 4 21-15,5 4-7 16,1 0 7-16,-1 12 1 15,-4 10-5-15,-9 9-1 16,-8-2 6-16,-12 4 3 16,-5-7 0-16,-5-4 18 15,-20-3 21-15,-10-6-9 16,-3-4-20-16,2-9-5 16,6 0-8-16,13-7 0 15,14-25-48-15,3-18-127 16,24-10-190-16,12-7 33 0,6 5-29 15</inkml:trace>
  <inkml:trace contextRef="#ctx0" brushRef="#br0" timeOffset="66941.21">22396 3782 847 0,'0'0'314'15,"0"0"-223"-15,0 0-43 16,0 0 48-16,-28 122 8 16,14-67-49-16,9 3-12 15,5-9-26-15,0-9-11 16,12-15-6-16,8-12 0 15,5-11-3-15,3-2-5 16,1-9-6-16,-4-15-10 16,-8-5 18-16,-4-5 6 0,-6-4 4 15,-2 1-1 1,-2 2-2-16,1 8 3 0,-1 7 0 16,0 12-1-16,4 8-2 15,1 0-2-15,0 12-8 16,6 16 1-16,-1 10 8 15,2 5 6-15,4-3-4 16,4-4-2-16,7-14-3 16,7-13-183-16,7-9-115 15,1 0-233-15</inkml:trace>
  <inkml:trace contextRef="#ctx0" brushRef="#br0" timeOffset="67743.84">23307 3650 1272 0,'0'0'184'0,"0"0"-184"16,0 0-17-16,-37 93 17 16,37-34 22-16,0 4 14 15,0-2-18-15,0-3-9 16,0-9-3-16,0-13-2 15,0-15-2-15,0-11-2 16,0-10 2-16,0 0 7 16,0-2 5-16,0-19-3 15,0-7-11-15,0-8-13 16,0 7-4-16,15 2-39 0,9 9 22 16,6 7 9-16,1 4-13 15,1 7 34-15,-5 0-12 16,-5 2 6-16,-3 25 6 15,-8 7 4-15,-5 4 13 16,-6 2 26-16,0-4 27 16,-10-7-28-16,-11-5-13 15,-4-9-11-15,-2-6-1 16,3-9-5-16,7 0-2 16,4-7 2-16,9-20-2 15,4-4-6-15,0-2-39 16,18 2-7-16,12 13-10 15,4 7 26-15,4 5 13 16,2 3 12-16,5 0 5 0,4-2-6 16,6-2 5-16,2-4 1 15,-4-4 2-15,-2-2 21 16,-13 2 30-16,-14 3-1 16,-13 5-16-16,-11 0-6 15,0-1 3-15,-4-3 7 16,-16 0-14-16,-2 1-17 15,1 4-3-15,4 5-1 16,6 1 0-16,2 1-5 16,6 22-5-16,2 13 1 15,1 17 3-15,0 13 1 16,13 10 1-16,9 3 3 0,1-7-2 16,2-9 0-16,-4-7 3 15,-7-9-2-15,-11-10 4 16,-3-9-2-16,-17-8 8 15,-12-7 15-15,-8-8 5 16,-1-5-3-16,-1 0 7 16,4-24-18-16,3-11-12 15,7-12-7-15,4-3 0 16,10 3-11-16,3 13-18 16,3 14-2-16,-2 9-17 15,-5 9-19-15,-11 2-90 16,-19 7-85-16,-23 13-177 15</inkml:trace>
  <inkml:trace contextRef="#ctx0" brushRef="#br0" timeOffset="68224.91">21403 4821 1154 0,'0'0'169'16,"0"0"-169"-16,0 0-48 0,0 0 48 15,88 9 19-15,-59 23-2 16,-6 5-3-16,-4 1-8 15,-11-3-2-15,-8-5 0 16,0-3 43-16,-11-8 6 16,-9-3-6-16,1-11 7 15,2-5 18-15,4 0-13 16,3-5-22-16,3-16-13 16,4-9-20-16,3-8-4 15,5-1 0-15,18 0-1 16,11 6 1-16,-1 6 6 15,4 11-3-15,-4 12-3 16,-2 4-2-16,-2 19 1 0,-2 13 1 16,-3 8 0-1,-1 3 5-15,-5-3-3 0,1 0 0 16,-3-7-2-16,3-4-8 16,3-7-146-16,-1-12-203 15,1-10-484-15</inkml:trace>
  <inkml:trace contextRef="#ctx0" brushRef="#br0" timeOffset="68381.89">22161 4677 1261 0,'0'0'274'0,"0"0"-274"16,0 0-38-16,-51 98 38 15,48-44 0-15,1 7 0 16,2 2-153-16,0 1-212 15,-3-6-369-15</inkml:trace>
  <inkml:trace contextRef="#ctx0" brushRef="#br0" timeOffset="68503.52">22113 5261 1374 0,'0'0'115'0,"0"0"-115"15,0 0-24-15,0 0-16 16,0 0-101-16,0 0-202 15,22-16-334-15</inkml:trace>
  <inkml:trace contextRef="#ctx0" brushRef="#br0" timeOffset="68758.47">21062 5647 1256 0,'0'0'278'0,"124"-18"-278"16,-14 8-3-16,26-4 3 15,16-2 82-15,3 2-39 0,2 6-12 16,-15 6-16 0,-22 2-15-16,-19 0-5 0,-24 0-29 15,-15 0-59-15,-14 0-92 16,-15 0 7-16,-14-2-120 15,-16-2-182-15</inkml:trace>
  <inkml:trace contextRef="#ctx0" brushRef="#br0" timeOffset="70439.89">21224 6563 933 0,'0'0'174'16,"0"0"-135"-16,0 0-38 16,89-49 22-16,-57 49 23 15,-8 0-17-15,-5 20-19 16,-13 9-8-16,-6 13 3 16,-11 9 19-16,-30 5-9 15,-12 0 4-15,-10-7-6 16,-4-8 12-16,3-10 14 15,14-10-15-15,15-10-7 0,15-11-6 16,18 0 5-16,2-16 45 16,32-15-61-16,27 0-1 15,19 5 0-15,16 12-2 16,4 12 6-16,1 2-6 16,2 0 1-16,-1 0 0 15,-6 0 2-15,-13-9 1 16,-12-17 4-16,-19-7-3 15,-22-8-1-15,-18-4 4 16,-10-6-1-16,-20-6-1 16,-22-9-1-16,-14-8 11 15,-20 0 2-15,-12 4-7 0,-13 8 0 16,-6 9 1 0,-1 10-5-16,2 13 5 0,8 16-5 15,8 14-3-15,8 42 0 16,12 38-1-16,11 41-5 15,18 34 5-15,20 23 0 16,21 7 7-16,8-12-1 16,40-27-6-16,24-35 0 15,24-33-6-15,21-34 4 16,15-30-1-16,5-14 2 16,-3-39-44-16,-19-20-22 15,-18-13-27-15,-19-14 74 16,-23-9 20-16,-22-8 8 15,-25-6 17-15,-11-5-4 0,-47-4-21 16,-31 3-25 0,-26 14-34-16,-20 26-7 15,-13 37-116-15,-5 38-127 0,0 31-223 16</inkml:trace>
  <inkml:trace contextRef="#ctx0" brushRef="#br0" timeOffset="83603.97">1302 3859 446 0,'0'0'93'15,"0"0"-70"-15,0 0 79 16,0 0 32-16,0 0-39 16,0 0-34-16,0 0 10 15,0 0-25-15,2-12-10 16,-2 9 2-16,0 0-12 16,1 0-5-16,-1 3-7 15,2-2 1-15,-2 2-2 16,0 0-7-16,0 0-6 15,0 0 0-15,1 0-10 16,5 8-4-16,2 10 2 16,2 5 12-16,0 4 5 0,0 1 1 15,-2 0 3 1,-1 0-9-16,0-6 0 0,-2-5 9 16,-2-6-2-16,2-5-3 15,-3-5 9-15,0-1 31 16,1 0 15-16,-1 0 1 15,7-3 14-15,13-30-9 16,15-20-35-16,11-15-16 16,8-9-4-16,1-1-5 15,-4 6-1-15,-2 6-4 16,-5 10 0-16,-4 16-8 16,-10 16-92-16,-14 19-94 0,-14 5-107 15,-6 20-295 1</inkml:trace>
  <inkml:trace contextRef="#ctx0" brushRef="#br0" timeOffset="85320.03">4213 3865 398 0,'0'0'426'0,"0"0"-345"16,0 0-74-16,0 0-7 15,0 0-10-15,0 0-4 16,0 0-6-16,23 25 18 15,-6 10 2-15,1 1 16 16,-3-3-10-16,-3-9-4 16,-3-10 6-16,-5-7 2 15,-1-4 65-15,-3-1 11 16,4-2 23-16,1 0 4 16,8-22 3-16,11-18-57 15,3-17-22-15,4-3-13 16,0 0-6-16,-7 9 10 15,2 9-1-15,-8 10-25 16,-7 8 2-16,-2 9-4 16,-6 6-1-16,-1 4-18 0,1 5-78 15,4 0-114-15,3 7-184 16,-3 10-25-16</inkml:trace>
  <inkml:trace contextRef="#ctx0" brushRef="#br0" timeOffset="86019.82">8418 3617 463 0,'0'0'466'15,"0"0"-330"-15,0 0-69 16,0 0 22-16,0 0 27 16,0 0 14-16,0-24-40 15,0 22-36-15,0 2-22 16,0 0-21-16,-3-1-4 16,3 1-2-16,0 0-5 15,0 0 0-15,0 0-6 16,0 0-35-16,0 0-90 15,0 0-110-15,0 0-164 16,0 0-189-16</inkml:trace>
  <inkml:trace contextRef="#ctx0" brushRef="#br0" timeOffset="88002.98">8108 3765 589 0,'0'0'187'0,"0"0"-116"15,0 0 1-15,0 0 50 16,0 0-12-16,0 0-52 16,-1-49-50-16,1 49-8 15,0 2-17-15,15 21 3 16,11 12 14-16,8 17 3 16,2 5 4-16,-1 2-4 15,-3-6 0-15,-6-11 5 16,-8-13-6-16,-7-14 16 15,-2-8-1-15,1-7 6 16,7 0 32-16,9-30 49 0,13-24 2 16,13-21-57-16,8-12-28 15,3-8 3-15,-1 2-16 16,0 9-7-16,-10 12-2 16,-7 16-5-16,-5 17-27 15,-1 16-80-15,3 11-117 16,3 8-162-16,-2 0-307 15</inkml:trace>
  <inkml:trace contextRef="#ctx0" brushRef="#br0" timeOffset="88935.2">14113 3722 559 0,'0'0'310'0,"0"0"-202"0,0 0-66 15,0 0 52-15,0 0 39 16,0 0-14-16,0-12-37 15,0 12-46-15,0 0-25 16,0 0-8-16,0 0-3 16,7 18-15-16,7 12 15 15,3 9 10-15,-1 2 5 16,-1-4-10-16,-1-6-4 0,-4-11 7 16,-4-7 11-1,-1-8 3-15,-2-5 4 0,8 0 3 16,20-16 4-16,33-35 0 15,38-27-14-15,38-27-16 16,29-21-3-16,20-11-1 16,24-11-3-16,10-3-84 15,1 11-112-15,-23 17-197 16</inkml:trace>
  <inkml:trace contextRef="#ctx0" brushRef="#br0" timeOffset="90517.37">1554 9086 522 0,'0'0'263'0,"0"0"-162"15,0 0-77-15,0-88-13 16,0 70 8-16,0 3 19 16,0 3 21-16,0 3-14 15,0 3-2-15,0 3-18 16,0 3 17-16,0 0-3 16,0 0-18-16,0 0-21 15,0 9-1-15,0 31-11 16,0 34 12-16,0 33 7 15,0 24 37-15,4 11-21 16,6-5-16-16,3-8-2 16,1-15-1-16,0-24-1 0,0-18-2 15,-2-16-1 1,-2-16 0-16,-2-9 1 0,-3-11-1 16,0-7 0-16,-3-8-1 15,1-5-10-15,-1 0-53 16,1-7-44-16,4-29-46 15,1-28-236-15</inkml:trace>
  <inkml:trace contextRef="#ctx0" brushRef="#br0" timeOffset="91352.18">1602 8882 862 0,'0'0'152'16,"0"0"-91"-16,0 0-50 16,0 0 30-16,0 0 62 15,0 0-29-15,-38-40-43 16,38 40-28-16,0 0-3 15,0 0-3-15,22 0 0 16,18 4 3-16,29 11 5 16,38 3 4-16,43-2 5 15,48-3 7-15,36-4-11 0,20-3-3 16,15 1-2 0,17-2-2-16,15-4 1 0,18-1-2 15,6 0 1-15,-3 0 1 16,-4-8 17-16,-14-3 8 15,-18-2-28-15,-37 4 4 16,-39 1-2-16,-49 1 0 16,-44 2-3-16,-38 3-2 15,-39-3 2-15,-23 3-1 16,-13 0 2-16,-4 0 7 16,0 1 8-16,0-2 27 15,0-1-22-15,0-1-12 16,-4 0-9-16,-3 3-1 0,4 1 0 15,-3 1-3-15,3 0 3 16,2 0 0-16,-1 0 0 16,2 0-2-16,0 0 2 15,0 0 2-15,0 0 1 16,0-3 0-16,0 3-1 16,0-1 2-16,-1-4 2 15,-5-1 0-15,0-4-5 16,-1-3 2-16,-2-2-1 15,1 4 0-15,0 2 0 16,1 3 1-16,4 3-1 16,-1 1-1-16,1 2 0 0,2 0 0 15,1 0 0-15,-2 0 0 16,2 0-3-16,0 0 0 16,-5 2 1-16,-2 25-7 15,-7 21 9-15,-2 22 2 16,-1 21 1-16,4 12 9 15,8 8-2-15,5-4-6 16,0-7-3-16,5-11-1 16,12-13 0-16,1-9-2 15,-1-12 2-15,-7-5 0 16,-7-5-7-16,-3 0-120 16,-10-3-42-16,-25-5-124 15,-22-10-222-15</inkml:trace>
  <inkml:trace contextRef="#ctx0" brushRef="#br0" timeOffset="91667.63">2629 10392 1014 0,'0'0'112'0,"0"0"-81"16,0 0-31-1,0 0-101-15,89-31 101 0,23 20 16 16,38 1 41-16,40 2-18 16,37-3-15-16,33-5 14 15,24-7 10-15,-4 1 12 16,-12 4-15-16,-32 10-32 15,-35 8-13-15,-36 0-2 16,-40 11-26-16,-36 2-91 16,-43 0-85-16,-43-6-280 15</inkml:trace>
  <inkml:trace contextRef="#ctx0" brushRef="#br0" timeOffset="92200.99">777 9966 781 0,'0'0'168'16,"0"0"-123"-16,-40-87 4 16,40 75 48-16,0 8-20 15,0 4-42-15,15 0-35 16,15 21-1-16,10 19 1 16,5 11 13-16,-2 3 2 15,-2-8-4-15,-9-14-5 16,-4-16 14-16,7-16 60 15,23-26 25-15,39-55 17 0,56-51-56 16,51-49-51-16,51-38-9 16,41-22-5-16,19-22-1 15,4-7-66-15,-13-1-192 16,-30 3-239-16</inkml:trace>
  <inkml:trace contextRef="#ctx0" brushRef="#br0" timeOffset="173502.83">15981 5247 650 0,'0'0'430'0,"0"0"-390"16,0 0-35-16,0 0 16 15,0 0 38-15,-16-92-8 16,32 67-24-16,4 3-5 15,3 0-1-15,-1 9-13 16,-2 5 1-16,-1 8 1 16,-1 0-10-16,-4 10 1 15,0 12-1-15,-4 6 5 0,-3 5 3 16,-7 4-5-16,0 0 0 16,-5 4 1-16,-15-4 1 15,0-5-2-15,0-9 3 16,5-6-6-16,6-9 7 15,6-5-3-15,2-3-1 16,1 0 0-16,0 0 2 16,0-3-5-16,11-12-18 15,4 0-8-15,4 1 3 16,2 8 12-16,1 5-11 16,1 1 10-16,1 3 6 15,-2 18 2-15,-3 5-3 16,-5 7 7-16,-4 4 2 15,-8 0 1-15,-2 0-1 16,0-4 2-16,-17-5 16 0,-8-3 20 16,-7-3 21-16,-3-5 0 15,-5-4-13-15,0-3-14 16,2-3-15-16,4-5-10 16,6-2-3-16,8 0-6 15,6 0 0-15,9-4-9 16,5-7-101-16,7 0-128 15,18-4-368-15</inkml:trace>
  <inkml:trace contextRef="#ctx0" brushRef="#br0" timeOffset="173676.8">16484 5548 1241 0,'0'0'56'15,"0"0"-56"-15,0 0-28 16,0 0 23-16,0 0-35 16,0 0-324-16,-17-41-222 15</inkml:trace>
  <inkml:trace contextRef="#ctx0" brushRef="#br0" timeOffset="174317.48">16914 5046 1171 0,'0'0'55'16,"0"0"-47"-16,0 0 40 15,0 0 54-15,0 0-60 16,0 0-33-16,-25-11-4 15,13 11 5-15,-6 0-8 16,-4 0 5-16,-1-1 1 16,-1 1 11-16,2 0-1 15,7 0-5-15,5 0-5 16,6 0 1-16,4 0-7 0,-3 0-2 16,2 0-5-16,-2 6-1 15,-4 10-3-15,-1 12 7 16,-1 3 2-16,-1 3 0 15,0 1 0-15,2-7 2 16,-2 1-2-16,1-6 0 16,3-7-1-16,0-5 2 15,3-6-1-15,0-1 1 16,3-4 0-16,0 0-1 16,0 0 0-16,0 0 0 15,0 0-5-15,0 0-3 16,3 0-8-16,9-4-2 0,7-3 14 15,4 3 1 1,0 1-5-16,3 3-11 0,-3 3 7 16,-1 16 5-16,-2 7 2 15,-7 2-3-15,-4 6 8 16,-8-1 1-16,-1-2 1 16,0 0 5-16,-11-5 16 15,-13 0 24-15,-4-6 15 16,-11 2-12-16,-3-3-16 15,2-5-11-15,5-4-20 16,8-5-1-16,9-2-2 16,6-3-1-16,7 0-25 15,5-12-100-15,12-10-185 16,24-6-359-16</inkml:trace>
  <inkml:trace contextRef="#ctx0" brushRef="#br0" timeOffset="174471.74">17034 5463 308 0,'0'0'861'16,"0"0"-861"-16,0 0-114 16,0 0 112-16,0 0-76 15,0 0-386-15</inkml:trace>
  <inkml:trace contextRef="#ctx0" brushRef="#br0" timeOffset="174900.9">17210 5186 1147 0,'0'0'135'0,"0"0"-128"16,0 0-3-16,0 0 19 16,0 0-1-16,0 0-16 15,54-15 13-15,-21 15 12 16,-3 0-7-16,0 0-10 0,-5 0-2 16,-3-5 7-16,-6-3-5 15,-2 3 2-15,-6-2 14 16,-2 1 8-16,-3 3 5 15,-3 0-2-15,0 3-7 16,0 0-9-16,0 0-16 16,0 0-8-16,0 20 0 15,0 16 2-15,-7 12-3 16,0 9 5-16,-1 0-4 16,1-3 0-16,2 0-1 15,-2-3 1-15,3-4-2 16,-2-5-20-16,3-7-95 15,3-8-88-15,-3-14-127 16,-2-11-331-16</inkml:trace>
  <inkml:trace contextRef="#ctx0" brushRef="#br0" timeOffset="175318.46">17691 4775 937 0,'0'0'343'0,"0"0"-334"15,0 0-9-15,0 0 0 16,-23 135 29-16,23-57 24 16,0 12-8-16,7 7-11 15,1 1-3-15,-5-6-10 16,-1-8-11-16,-1-11-9 15,-1-12 2-15,0-12-3 16,0-13-1-16,0-12 1 16,0-9-14-16,0-13-100 15,4-2-33-15,-1-19-86 0,2-19-403 16</inkml:trace>
  <inkml:trace contextRef="#ctx0" brushRef="#br0" timeOffset="176233.46">17608 4775 1175 0,'0'0'117'0,"-97"-3"-117"16,47 3 2-16,1 0 80 15,1 0 17-15,-4 3-53 16,-3 1-19-16,-7 0 7 16,-10 0-3-16,-5-1-10 15,-10-1-2-15,-7-1 1 16,-8-1-7-16,-6 0-4 16,-2 0-9-16,-1 1 3 15,4 4-3-15,5-1 4 16,5-1 2-16,12-3 0 0,13 0 5 15,12 0 5 1,7 0-8-16,7-7-1 0,9-2-2 16,9 2 3-16,6 2 5 15,6 1 1-15,2 0-7 16,4 2 0-16,3 1 0 16,2 1-1-16,4-1 4 15,-4 1-1-15,1 0-6 16,-2-1 8-16,-3 1-4 15,1 0 1-15,-2 0-2 16,0 0 0-16,2 0 0 16,-1 0-4-16,2 0 0 15,4 0-2-15,2 0 0 16,-1 0-2-16,0 2 1 0,-3 12-4 16,0 7 2-1,2 9 0-15,1 11 3 0,2 8-2 16,0 12 2-16,0 15 0 15,2 10 2-15,9 10 0 16,-1 3 1-16,-1 4-3 16,-1-1 2-16,-3-1-1 15,-1-7-1-15,-3-9 2 16,-1-10-2-16,0-9 0 16,0-10 1-16,0-10-1 15,0-8 0-15,0-13 0 16,-1-7 1-16,1-11-1 15,0-4 0-15,0-3 0 16,0 0 4-16,0 0-3 16,15 0 1-16,26 0-2 0,26 0 8 15,25-7-6-15,26-7-1 16,22-5 1-16,20 0 0 16,19-1-1-16,7 1 3 15,-2 2-4-15,-17 6-2 16,-29 7-2-16,-27 4 2 15,-26 0-3-15,-23 0 4 16,-19 4 0-16,-14 2 0 16,-17-4-4-16,-8-2-1 15,-4 2-2-15,0-2-5 16,0 0-8-16,0 3-16 16,-14 0-28-16,-5-3-94 0,3 0-181 15,-3 0-329-15</inkml:trace>
  <inkml:trace contextRef="#ctx0" brushRef="#br0" timeOffset="178750.15">18002 5767 555 0,'0'0'210'16,"0"0"-138"-16,0 0 39 15,0 0 75-15,0 0-43 0,0 0-18 16,0 0-42 0,-38-28-47-16,38 28-19 0,25 0-4 15,14 0 17-15,9 0 8 16,5 0-19-16,-2 0-9 16,-5 0-3-16,-7 0-4 15,-7 3-3-15,-6-2 0 16,-6 2 0-16,-7-1 0 15,-2 0-2-15,-4-1-16 16,-6-1-24-16,1 0-10 16,-2 0 2-16,0 0 19 15,0 0 20-15,0 0 11 0,0 0 3 16,0 0 0 0,0 0-2-16,0 0 3 0,0 0 6 15,0 0 8-15,0 0 9 16,0 0 18-16,0 0 2 15,-7-6-5-15,0 0-7 16,-1-3-4-16,2 2-5 16,-3-2-4-16,2 0-5 15,-1-1-5-15,0 0-2 16,1-1-3-16,0 2-3 16,4 3 0-16,0 3-1 15,3 1 1-15,0 2-2 16,0 0-2-16,0 0-3 15,0 0-7-15,0 0 1 16,16 8 9-16,7 9 1 0,3 5 0 16,-4 2-1-1,-2 1-1-15,-5-1 0 0,-5-4 1 16,-3 1 0-16,-7-1-6 16,0-2-14-16,0-3-22 15,-14-1-53-15,-3-8-81 16,2-6-53-16,2 0-219 15</inkml:trace>
  <inkml:trace contextRef="#ctx0" brushRef="#br0" timeOffset="179250">18790 5524 847 0,'0'0'573'0,"0"0"-521"16,0-84-46-16,18 56 12 15,11 8 47-15,4 6-38 16,6 9-22-16,0 5-5 16,-3 8-2-16,-8 14-1 15,-8 5-1-15,-8 6 2 16,-10 4 0-16,-2 2 2 15,-9 0 7-15,-14-3 2 0,-6-4-5 16,5-10 4 0,5-9-6-16,9-6 4 0,7-7-3 15,3 0 3-15,0 0-5 16,1 0-1-16,21-9-11 16,8 0 10-16,7 3-6 15,-1 6 6-15,-2 0-1 16,-4 3 0-16,-6 13 1 15,-9 2-2-15,-7 4-1 16,-8 3 4-16,0 2 0 16,-20 0 17-16,-10 0 4 15,-7-4 3-15,-3-5 6 16,0-4-17-16,2-5-8 16,6-1-5-16,8-5 1 0,12-1-1 15,9-2-25 1,3-5-75-16,15-22-110 0,19-15-381 15</inkml:trace>
  <inkml:trace contextRef="#ctx0" brushRef="#br0" timeOffset="179414.93">19382 5389 1348 0,'0'0'51'0,"0"0"-51"16,0 0 0-16,-44 82-2 15,44-28 2-15,0 7 0 0,7 3-55 16,13 1-166-16,0-3-179 16,2-2-147-16</inkml:trace>
  <inkml:trace contextRef="#ctx0" brushRef="#br0" timeOffset="179527.82">19479 6009 1184 0,'0'0'233'0,"0"0"-218"16,0 0-5-16,0 0-10 15,0 0-8-15,0 0-91 16,-84-70-105-16,55 59-284 16</inkml:trace>
  <inkml:trace contextRef="#ctx0" brushRef="#br0" timeOffset="179857.97">18091 5269 1032 0,'0'0'153'0,"0"0"-103"16,0 0-44-16,0 0 20 15,0 0 30-15,0 0-28 0,67 76 74 16,-14-9-25 0,9 6-45-16,5-3-14 0,-2-5-9 15,-5-8-6-15,-8-6-3 16,-12-9 0-16,-6-7-13 16,-10-10-107-16,-8-8-78 15,-9-12-147-15,-7-5-192 16</inkml:trace>
  <inkml:trace contextRef="#ctx0" brushRef="#br0" timeOffset="180049.71">18469 5191 1395 0,'0'0'143'0,"0"0"-143"15,0 0-4-15,-95 77 4 16,67-15 23-16,2 14-15 15,3 12-1-15,3 8-7 16,-1 6-2-16,4 8-170 16,-2 0-146-16,-7-5-300 15</inkml:trace>
  <inkml:trace contextRef="#ctx0" brushRef="#br0" timeOffset="180968.74">19450 5071 830 0,'0'0'116'0,"0"0"-85"0,0 0-24 16,-117-94 87-16,82 72 32 16,-1 7-57-16,0 3-24 15,2 5-25-15,1 2-10 16,-3 5 5-16,-6 0-1 15,-5 2-1-15,-5 13-7 16,-1 5 0-16,-1 6-3 16,1 10 6-16,-3 8-4 15,1 9 5-15,4 6 3 0,3 5-1 16,10 14-6 0,8 14 2-16,15 15 9 0,15 8 11 15,5 0-15-15,32-7 4 16,16-12-7-16,14-13-8 15,10-14 3-15,10-16-4 16,6-15 1-16,6-16 0 16,3-17 2-16,-1-7-4 15,-6-28-11-15,-10-12 3 16,-15-13 8-16,-11-9 0 16,-11-13 3-16,-7-13 3 15,-9-14-3-15,-13-11 0 16,-14-1 14-16,-5-5 8 15,-28 4-9-15,-16 5 11 16,-9 12-19-16,-2 22-6 0,1 27 0 16,6 24 11-16,6 20-13 15,5 7-8-15,9 35-69 16,4 28-60-16,14 24-35 16,10 19-101-16,0 11-163 15</inkml:trace>
  <inkml:trace contextRef="#ctx0" brushRef="#br0" timeOffset="181351.37">19579 6285 1202 0,'0'0'94'15,"0"0"-88"-15,-97-18-1 16,69 25 39-16,-1 26 35 16,4 14-53-16,7 18 3 15,11 13 15-15,7 8-21 16,1-2-11-16,23-10-10 16,7-16 0-16,8-18-4 15,0-23 5-15,-1-14 1 16,-3-3-2-16,1-31 11 15,-5-16-3-15,-7-10 6 0,-14-2 7 16,-10 4 2 0,-7 5-8-16,-25 8-15 0,-6 10-2 15,-6 11-2-15,1 14-6 16,1 7-33-16,0 18-58 16,2 20-74-16,0 9-171 15,0 4-197-15</inkml:trace>
  <inkml:trace contextRef="#ctx0" brushRef="#br0" timeOffset="184232.05">17807 1458 279 0,'0'0'95'0,"0"0"-26"16,0 0-39-16,0 0 15 15,0 0 27-15,0-76-33 16,0 56 54-16,0 2-52 15,0 1 5-15,-7 6-12 16,0 0 14-16,-3 4-34 16,-1 2-2-16,-2 5-4 15,-8 0-5-15,-6 2-1 0,-6 19-2 16,-5 16 0-16,-4 18 0 16,-1 15 7-16,2 8 15 15,8 4 10-15,11-7-13 16,14-9-14-16,8-8-5 15,17-7 5-15,24-3 60 16,9-3-48-16,7-3 1 16,0 1-8-16,-6 4-5 15,-9 1-2-15,-11 2-2 16,-14 2 8-16,-13 3-2 16,-4 2 14-16,-8 3 15 15,-20 1-11-15,-9-2 13 16,-3-5-16-16,-3-9-10 15,-5-5-4-15,2-7 9 16,-3-6 23-16,4-7-24 0,5-6-10 16,12-11-3-1,9-3 2-15,10-4 5 0,9-22-3 16,0-7-7-16,11-3-4 16,12 4 4-16,4 8 0 15,3 8-5-15,5 7-2 16,2 7 3-16,1 2 4 15,-3 9-1-15,-3 23-4 16,-5 12 4-16,-4 19 1 16,-4 14 1-16,-3 18-1 0,-2 20 1 15,-3 16 4 1,-2 9-4-16,-2-7 4 0,-3-13-4 16,0-20-1-16,1-14 0 15,2-12 41-15,1-6-21 16,9-7 6-16,7-7-9 15,15-6-6-15,13-3 5 16,13-5-2-16,12-3-4 16,10-5 1-16,10-5-10 15,4-3 1-15,-1-10 0 16,-2-1-2-16,-8-4-1 16,-6 0-45-16,-7-7-159 15,-14-2-278-15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4-27T11:15:39.42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4029 4701 1098 0,'0'0'98'15,"0"0"-87"-15,0 0-2 16,0 0 30-16,0 0 2 15,0 0-35-15,0 0-4 16,-13 93 9-16,22-33 20 16,0 4 6-16,-2-1-26 0,-3-1-3 15,2-5 0-15,-3-8-4 16,-2-10-4-16,1-12 1 16,-2-9 0-16,0-7 0 15,0-8-1-15,2-3-6 16,-2 0-20-16,0-11-7 15,0-16-4-15,0-13-25 16,0-11 36-16,-7-2 26 16,-1 1 1-16,-2 1 0 15,0 10 7-15,-1 4 19 16,4 7 0-16,1 8 34 16,5 6-5-16,1 6-9 15,0 6-15-15,0 2 2 16,0 2-20-16,0 0-14 0,0 0-7 15,10 12 3 1,12 12 4-16,1 4 16 0,2 5 2 16,-4 0-3-16,-2-3-10 15,-4-4 3-15,-1-1-2 16,-6-7-4-16,-2-6 0 16,-2-5 0-16,-2-4-2 15,-1-3 1-15,-1 0 6 16,0 0 3-16,3-1 3 15,3-20 19-15,2-11-8 0,4-12-20 16,3-4-3 0,-2-4-1-16,4 4 0 0,-2 6 0 15,-2 4 0-15,1 9 0 16,-6 7 0-16,-3 10-2 16,-3 8 3-16,-2 4-2 15,1 0-8-15,6 10-5 16,3 20 2-16,3 14 12 15,1 8 8-15,-4 3 0 16,-3-1 1-16,-4-4-9 16,-3 0 1-16,0-2-1 15,0 1 0-15,0-7-2 16,0-3-24-16,-3-5-61 16,-3-9-100-16,0-9-45 15,1-13-295-15</inkml:trace>
  <inkml:trace contextRef="#ctx0" brushRef="#br0" timeOffset="282.95">4477 4647 784 0,'0'0'407'0,"0"0"-407"0,0 0-4 16,0 0 4-1,-7 81 39-15,12-22 12 0,9 6-21 16,-2 1-5-16,-1 0-5 16,-2-2-6-16,-5-2-14 15,-1-6 3-15,0-7-3 16,-2-9-35-16,-1-10-71 15,0-11-154-15,0-12-203 16</inkml:trace>
  <inkml:trace contextRef="#ctx0" brushRef="#br0" timeOffset="1283.23">4606 4561 771 0,'0'0'157'16,"0"0"-144"-16,0 0 6 15,0 0 114-15,0 0-21 16,0 0-45-16,-67-89-7 15,50 75 10-15,-8-3-12 0,-2 1-4 16,-5 0-24 0,-2 0-9-16,-4 1 10 0,-1 1-12 15,-3 4 6-15,-2 3-10 16,3 3 3-16,0 4-4 16,2 0-4-16,5 0-3 15,3 0 1-15,3 4-4 16,4 4 0-16,3 4 0 15,-3 5-3-15,1 7-1 16,-2 8 0-16,0 3 0 16,-2 6 2-16,3 3 0 15,2-1-3-15,2 3 2 16,3 1 0-16,3 3 0 16,4 6 1-16,2-1-2 15,3 6 2-15,1 0-2 16,4 1 1-16,0 3-1 15,0-4 3-15,0-3-2 0,6-5-1 16,4-7 0-16,1-5 1 16,4-6-2-16,4 0 2 15,1-2 0-15,2-1 1 16,2-2-1-16,2-3 0 16,0-8 0-16,5-2-2 15,0-7 2-15,6-2 2 16,2-3 2-16,6-5-3 15,0 0 0-15,4 0 2 16,0-11-2-16,-2-3 2 16,-2-2-1-16,-4-1-3 15,-5-5 1-15,3-1-1 0,-3-3 1 16,3-5 1-16,-2 1 0 16,0-2-2-16,-2-1 2 15,-5 0-2-15,-2-1 0 16,-6-1 0-16,-2-3 0 15,-5-2 1-15,-3-4 0 16,-2-1-1-16,0 0 4 16,-4 1-4-16,1 2 0 15,-4 2 0-15,-1 0 1 16,-2-1 1-16,0 0-2 16,0 1 2-16,-5 0 0 15,-8 0-1-15,-4-5 2 16,-2 1 2-16,-1 3-3 0,-1 4 2 15,1 7-2-15,-2 4 5 16,-2 8-3-16,1 5-1 16,-3 3-3-16,0 6-4 15,1 0 4-15,1 2-1 16,0 2-5-16,-1 0 5 16,-2 2-3-16,0 12-16 15,-1 6-13-15,3 2-25 16,5 2-40-16,6 1-122 15,6-5-54-15,3-4-252 16</inkml:trace>
  <inkml:trace contextRef="#ctx0" brushRef="#br0" timeOffset="3067.69">6124 4814 741 0,'0'0'199'0,"0"0"-183"0,0 0 19 15,0 0 77-15,0 0-8 16,0 0-43-16,0 0-19 15,0-27-12-15,0 27-1 16,-2 0-2-16,-6 1-8 16,-4 27-5-16,-7 17 8 15,-2 19-5-15,1 17 2 16,6 8-11-16,11 2-6 16,3-9 9-16,0-13-1 15,15-17-10-15,8-15-3 16,4-11 3-16,4-11 2 15,2-11 1-15,5-4 3 16,4-18 0-16,0-18 3 16,0-10-4-16,-7-9 0 15,-8-5-4-15,-13 0 4 0,-12 0 0 16,-2 4 9-16,-12 3 10 16,-18 9-13-16,-5 3 5 15,-5 7-10-15,0 7-2 16,2 2-4-16,3 6-6 15,4 2 5-15,8 3-36 16,6 4-39-16,12-1-71 16,5 0-51-16,7-4-222 15</inkml:trace>
  <inkml:trace contextRef="#ctx0" brushRef="#br0" timeOffset="3550.38">6432 4463 1074 0,'0'0'190'0,"0"0"-181"16,0 0-7-16,0 0 10 15,0 0 17-15,0 0-19 16,83-51-10-16,-63 51 0 0,-5 13-4 15,-3 7 4 1,-7 4 10-16,-5 1-9 0,0-1 15 16,0-2 12-16,-14-6 4 15,3-3-4-15,2-4-14 16,5-6-6-16,4-2 0 16,0-1-4-16,0 0-2 15,0 0-2-15,0 0-13 16,6 0-8-16,11 0 21 15,5 3 3-15,1 6-3 16,-1 2-1-16,-4 2-3 16,-5 1 2-16,-6-3 0 15,-5 1 2-15,-2-4 9 16,0 1 44-16,-22 0 22 16,-7 0-6-16,-5-1-29 0,-4-3-24 15,3-2-11-15,5 0-4 16,4-2-1-16,7 2-13 15,9 2-68-15,9 4-159 16,1 1-165-16,7 5-249 16</inkml:trace>
  <inkml:trace contextRef="#ctx0" brushRef="#br0" timeOffset="4113.38">6707 5013 863 0,'0'0'299'0,"0"0"-296"15,0 0 1-15,0 0 69 16,94 0 3-16,-49 1-32 15,10-1-25-15,7 0 4 16,6 0-11-16,3 0-2 16,-3 0-3-16,-4-1-2 15,-7-7-2-15,-9 0-2 16,-11 1 1-16,-13 1-2 0,-11 3 3 16,-6-1 2-1,-7 4 42-15,0 0 19 0,0 0-11 16,0 0-9-16,0 0-15 15,0-2-14-15,-6 0-8 16,-4-2-5-16,-3-1-4 16,0 2-1-16,-1-1-1 15,1 0 2-15,-1 2 0 16,1-3 5-16,3 2-3 16,2 2 1-16,3-1 0 15,1 1 3-15,4 1 2 16,0 0-4-16,0 0-4 15,0 0-3-15,0 0 1 16,0 0-5-16,0 0 6 16,0 0-2-16,0 0 0 0,0 0 3 15,0 0 0-15,4 1-4 16,1 5-40-16,-2 3-77 16,2 0-139-16,-3-4-173 15</inkml:trace>
  <inkml:trace contextRef="#ctx0" brushRef="#br0" timeOffset="4584.68">7769 4806 1180 0,'0'0'118'0,"0"0"-117"16,0 0 26-16,0 0 38 15,0 0-47-15,0 0 28 16,-14 124-28-16,19-77-10 15,12 0 4-15,3-7-5 16,2-11-5-16,0-9-2 16,0-11 4-16,1-9 0 0,0-1 2 15,4-23 2-15,-4-6 8 16,-2-6-12-16,-10 2 7 16,-8-3 27-16,-3 1 19 15,-1 2 1-15,-21-3-36 16,-5 4-1-16,-1 3-6 15,1 7-9-15,4 6-6 16,2 6-1-16,1 5-3 16,-1 3-19-16,-1 3-38 15,-1 6-77-15,-4 15-176 16,-1 7-455-16</inkml:trace>
  <inkml:trace contextRef="#ctx0" brushRef="#br0" timeOffset="5110.78">6160 6068 959 0,'0'0'115'0,"0"0"-83"0,0 0 56 15,0 0-10-15,0 0-48 16,-3 95 70-16,0-36-24 15,-2 6-24-15,0-1-7 16,1-3 4-16,-1-2-28 16,1-9-15-16,0-7-3 15,1-5-3-15,3-8-1 16,0-6-62-16,0-7-100 16,0-11-71-16,8-6-158 15</inkml:trace>
  <inkml:trace contextRef="#ctx0" brushRef="#br0" timeOffset="5599.36">6201 5852 1193 0,'0'0'100'0,"0"0"-94"16,0 0 1-16,65-85 49 16,-34 78-18-16,0 7-32 15,-3 0-3-15,-8 8 1 16,-5 11 10-16,-6 4 19 0,-6 2-11 16,-3-1 0-1,0-1-3-15,0-5-3 0,-3-5-7 16,-1-2-4-16,2-7-4 15,2-1-1-15,0 0-1 16,0-1-7-16,12-2 7 16,11 3 1-16,4 0 5 15,5 1-3-15,2 2-1 16,-1 4-1-16,-3-1 1 16,-5 2-1-16,-9 0 1 15,-9-4-1-15,-4-1 0 16,-3-1 20-16,-3 1 36 15,-18 0 7-15,-9 3-25 0,-6-1-27 16,5 0-5-16,3-3-6 16,8 0-2-16,6 2-18 15,10 4-67-15,4 0-194 16,7 4-194-16</inkml:trace>
  <inkml:trace contextRef="#ctx0" brushRef="#br0" timeOffset="6020.21">6808 6367 1021 0,'0'0'458'0,"0"0"-458"16,0 0-10-16,0 0 10 15,111-38 34-15,-35 25-18 16,11 2-9-16,1 2-4 16,-1 2 0-16,-7 5 0 15,-11-2-1-15,-16 1-2 16,-16-1 0-16,-13-1 2 16,-13 2 0-16,-5 0 9 15,-5 2 36-15,-1-2 2 16,0-3 4-16,0-5-23 15,-10 0-29-15,-1-2 1 16,-3 1 1-16,2 3-1 16,6 5 6-16,-1 2 0 0,5 2 4 15,1 0-9-15,1 0-3 16,0 12-6-16,0 13 5 16,0 6 0-16,0 0-11 15,0 4-45-15,8-6-57 16,4-2-126-16,1-9-248 15</inkml:trace>
  <inkml:trace contextRef="#ctx0" brushRef="#br0" timeOffset="6535.07">7976 6183 1255 0,'0'0'77'0,"0"0"-76"16,0 0 34-16,0 0 90 15,72-96-92-15,-62 74-22 16,-3 1 19-16,-6-3 19 16,-1 3 3-16,0 1-19 15,0 3-6-15,0 9 5 16,-3 2-10-16,1 4-4 15,2 2-10-15,-1 0-8 16,1 16-6-16,-4 17 6 16,4 15 3-16,0 7-2 15,0 3 3-15,0 4-3 16,5 0-1-16,7-6 0 0,-2-8 4 16,-3-12-3-16,-6-12 0 15,-1-7-2-15,0-8 1 16,-6-5-1-16,-13-1 1 15,-4-3 2-15,0 0 0 16,-1 0 0-16,8 0-2 16,6-4 3-16,3 1-1 15,7 0-1-15,0-3-1 16,1-2-4-16,19-1 4 16,11-4 1-16,5 2-1 0,6-2 0 15,7-3-4 1,4-1-22-16,-1 0-24 0,-5 3-33 15,-11 4-120-15,-12 2-239 16</inkml:trace>
  <inkml:trace contextRef="#ctx0" brushRef="#br0" timeOffset="7415.36">6080 7524 299 0,'0'0'1032'15,"0"0"-986"-15,0 0-44 16,0 0 8-16,0 0 37 16,0 0-25-16,84-9 4 15,-59 51 6-15,-5 9 1 16,-8 6-18-16,-12 1 7 16,0 0-1-16,-20 2-5 0,-15-4-2 15,-6-5-3-15,-4-10 0 16,3-14 0-16,9-12 8 15,6-12 7-15,11-3 1 16,2 0-3-16,7-18-17 16,7-5 3-16,0 1-10 15,24-1 0-15,8 6 0 16,6 9 0-16,4 5-1 16,2 3-1-16,2 0-5 15,2 10 5-15,-2 2-36 16,-3 2-42-16,-5-1-56 15,-6-2-178-15,-10-7-306 16</inkml:trace>
  <inkml:trace contextRef="#ctx0" brushRef="#br0" timeOffset="7819.29">6299 7285 852 0,'0'0'563'0,"0"-77"-560"16,22 49 6-16,5 5-9 15,-4 10 47-15,-3 8-32 16,-7 5-15-16,-2 0-1 0,-3 8 1 16,-6 9 10-1,-2 0 4-15,0 3-10 0,0-3 12 16,-7-3 0-16,4-6-10 15,1-4-6-15,2-2-1 16,0 1-3-16,12 1 4 16,8 1 1-16,6-2 5 15,3-2-3-15,0 1 1 16,-5 2-2-16,-3 2-1 16,-10 2 0-16,-4-1 7 15,-7 1 15-15,0 2 5 16,0 3 3-16,-8 0-4 15,-8 2-17-15,-2 0-9 16,1 2-1-16,1-1-22 16,2 4-93-16,5 1-157 0,6 2-163 15</inkml:trace>
  <inkml:trace contextRef="#ctx0" brushRef="#br0" timeOffset="8266.45">6677 7751 1253 0,'0'0'90'0,"0"0"-81"0,101-28-9 15,-38 17 54 1,11 4-27-16,7 2-20 0,3 1-2 15,3-1-1-15,-3 2 0 16,-6 0-2-16,-13 0-1 16,-16 0-1-16,-21 0 0 15,-11 2 1-15,-10 1 1 16,-7 0 2-16,0-3 73 16,0-4 4-16,-10-3-26 15,-12-6-51-15,-2 0-3 16,-1-2 2-16,-1 0 1 15,4 0-2-15,4 6 0 16,7 3 10-16,7 6 8 16,1 1-2-16,3 2-16 0,0 0-2 15,0 13-12-15,12 9 12 16,5 7 2-16,0-1-2 16,-2 1-2-16,-2-1-7 15,-3 1-62-15,-4 1-107 16,-6-2-197-16,0-5-391 15</inkml:trace>
  <inkml:trace contextRef="#ctx0" brushRef="#br0" timeOffset="10414.7">8071 7626 641 0,'0'0'187'0,"0"0"-162"0,0 0-3 15,0 0 100-15,0 0-16 16,0 0-64-16,7 0-26 16,-5 0 10-16,-2 0 15 15,0 0-12-15,0 0 1 16,0 0 5-16,0 0 5 15,0 0-7-15,0 0-4 16,0 0 3-16,0 0-4 16,0 0-9-16,0 0-9 15,0 0-2-15,0 0-3 16,0 0-3-16,0 0-2 16,0 0 2-16,0 0 0 15,0 0 5-15,0 0 3 0,0 0 0 16,0 0-3-16,0 0-3 15,0 0-4-15,0 0 1 16,0 0-1-16,0 0 0 16,0 0 0-16,0 0 0 15,0 0 2-15,0 0-1 16,1 0 2-16,1 0 0 16,3 0 1-16,5-6 0 15,3-9 2-15,2-3-1 16,1-3-2-16,-3-4 3 0,0-2-1 15,-3-1-1 1,-3 3 0-16,-5 1 1 0,-2 3 16 16,0-2 0-16,-13 4-6 15,-6 3-11-15,-1 1-1 16,0 8 0-16,2 2-3 16,2 5-5-16,1 0 5 15,0 0-2-15,-1 19 3 16,-1 11-1-16,3 7 0 15,6 4 0-15,6 0-2 16,2 1 1-16,0-3 1 16,21-5-1-16,7-2 0 15,10-2 1-15,7-6 2 16,4 0-2-16,1-4 1 16,-3-1-1-16,-7 3 0 0,-9-5 0 15,-12 4 0-15,-12 0-2 16,-7 1 2-16,0 3 0 15,-20 1 1-15,-17-1 3 16,-13-3 8-16,-7-5-4 16,-2-9 6-16,6-8 7 15,8 0 10-15,12-25-12 16,11-12-7-16,12-8-6 16,10-8-2-16,14-2-4 15,24-1-2-15,10 1-21 16,9 0-35-16,3 4-71 15,-3 2-239-15,-12 3-486 16</inkml:trace>
  <inkml:trace contextRef="#ctx0" brushRef="#br0" timeOffset="11414.86">6042 9049 255 0,'0'0'899'0,"0"0"-837"16,0 0-59-16,58-83 0 16,-30 70 13-16,4 7 15 15,-2 6-15-15,-2 0-12 16,-7 9-3-16,-8 12 10 16,-8 3 11-16,-5 3 15 15,0 0-15-15,-10 2 7 16,-9-3-6-16,-3-1 3 15,0-4-10-15,4-6-2 0,6-8-5 16,7-2 1 0,3-5-7-16,2 0-3 0,0 0-3 15,3 0 3-15,14 0 2 16,10 0 7-16,3 0-8 16,5 0-1-16,2 4 0 15,-2 14-1-15,-3 6 2 16,-9 2 1-16,-8 1 10 15,-13 0 16-15,-2 0 6 16,-10-1 16-16,-17-3-3 16,-10-5-8-16,-6 1-9 15,-2-5-8-15,0-3-3 16,3-3-6-16,6-5-3 16,8-1-8-16,8-2-2 15,7 0-2-15,6 0-23 0,6-3-34 16,1-16-61-16,8-9-176 15,17-8-140-15</inkml:trace>
  <inkml:trace contextRef="#ctx0" brushRef="#br0" timeOffset="11849.88">6388 8623 1280 0,'0'0'64'0,"0"0"-62"16,0 0-2-16,92-46 6 15,-64 46 18-15,0 0-18 16,-6 6-5-16,-8 9-1 16,-8 3 1-16,-6 2 30 15,0 1 15-15,-11 1-25 16,-8 0 7-16,3-6-14 15,6-4-9-15,3-8-4 16,7-2-1-16,0-2-2 16,0 1-6-16,15-1 8 15,11 0 5-15,8 0-1 16,3 0-2-16,-2 0 4 16,-8 0-5-16,-9 3 1 0,-8 2 0 15,-8-1 18 1,-2 3 20-16,0 4 18 0,-18 6-7 15,-8 3-20-15,0-2-23 16,-3-1-5-16,7 0-3 16,2-2-3-16,7 3-35 15,4 3-98-15,9 2-123 16,0-1-176-16,6-1-390 16</inkml:trace>
  <inkml:trace contextRef="#ctx0" brushRef="#br0" timeOffset="12414.77">6902 9246 270 0,'0'0'882'0,"0"0"-849"16,0 0-33-16,0 0 0 0,0 0 65 16,0 0-48-1,90 0-1-15,-37 0-8 0,4 0-3 16,3-3 3-16,7-3 13 15,3-2 8-15,0 1-7 16,-3-1-3-16,-5 1 1 16,-5 0-1-16,-7-2-3 15,-5 1-9-15,-6 1-4 16,-13 0 0-16,-10 5-3 16,-9-2 1-16,-3 3 7 15,-2-1 28-15,-2-2 30 16,0-4-18-16,-3-1-19 15,-13-3-29-15,-2 2 3 16,-4 0 3-16,4 5-6 0,1 0 1 16,7 4 10-1,4 1 3-15,3 0-5 0,3 0-5 16,0 0-4-16,0 0-8 16,3 9 8-16,8 8 1 15,6 8-1-15,3-3 0 16,0 2-17-16,3 0-47 15,2-1-134-15,1-8-98 16,0-6-347-16</inkml:trace>
  <inkml:trace contextRef="#ctx0" brushRef="#br0" timeOffset="12831.49">8187 8944 1311 0,'0'0'154'0,"0"0"-154"16,0 0-4-16,0 0 4 16,-25 91 37-16,45-45-14 15,3 0-10-15,2-1-9 16,4-5-1-16,-3-7 0 15,1-9-2-15,-2-11-1 0,-3-7 0 16,0-6 1 0,-2 0 7-16,0-9-4 0,-1-12-1 15,-5-4 0-15,-4-8 1 16,-5-2-1-16,-5-6 4 16,0-2 0-16,-12-2 15 15,-11 8-11-15,-3 4-6 16,0 12 20-16,1 9-13 15,2 11-10-15,0 1-2 16,-1 12-5-16,2 17-24 16,4 4-70-16,4 4-131 15,6-2-231-15</inkml:trace>
  <inkml:trace contextRef="#ctx0" brushRef="#br0" timeOffset="13914.38">6218 10135 996 0,'0'0'264'16,"0"0"-224"-16,0 0-40 15,0 0 0-15,0 0 9 16,-46 92 20-16,31-57-21 16,0 0 0-16,-5-2-2 15,-2-1 9-15,2-6-1 16,2-9-7-16,3-4-3 0,6-9 1 16,8-2-3-16,1-2 6 15,0 0 3-15,0 0-8 16,0-8-6-16,5-1-3 15,13 3 6-15,5 4 0 16,8 2-1-16,2 0 1 16,2 0 0-16,4 0 2 15,-1 0-1-15,-1 0-1 16,-7-4 1-16,-7-5 2 16,-8 1-3-16,-6-2 4 15,-8-4 0-15,-1 0 1 16,0-5 0-16,-1-1 0 15,-13 3 21-15,3 0-1 16,-1 4-6-16,4 6 4 0,2 3-4 16,5 4 11-16,-1 0-13 15,2 21-17-15,0 20 0 16,0 16 14-16,0 13 1 16,0 0-12-16,0 0-3 15,0-1 0-15,0-8 0 16,0-9-18-16,0-8-54 15,0-11-122-15,3-11-41 16,3-16-216-16</inkml:trace>
  <inkml:trace contextRef="#ctx0" brushRef="#br0" timeOffset="14363.39">6423 9875 1286 0,'0'0'105'15,"0"0"-105"-15,0 0-2 16,0 0 2-16,92-32 4 16,-59 32-4-16,-3 7 0 15,-8 7-4-15,-8 7-3 16,-13 7 7-16,-1 5 10 15,-3 1 37-15,-15-1-11 0,-2-6-12 16,6-10-12-16,7-8-6 16,7-6-6-16,0-2 0 15,0 1-9-15,15-2 9 16,11 0 9-16,3 0-2 16,1 0-4-16,-1 0 1 15,-9 0-3-15,-8 0 4 16,-7 0 12-16,-5 0 3 15,0 0 34-15,0 6-3 16,-12 9-27-16,-11 4 3 16,-6 4-18-16,1-2-9 15,5-3 0-15,6 0-21 16,7 0-74-16,7 0-115 16,3-3-169-16,0 0-316 15</inkml:trace>
  <inkml:trace contextRef="#ctx0" brushRef="#br0" timeOffset="14806.96">6861 10432 1343 0,'0'0'103'0,"0"0"-103"16,0 0 0-16,0 0 8 0,0 0 48 16,117-16-15-16,-54 12-30 15,11 1-2-15,7-7-7 16,7-1 4-16,2-3-4 16,-5-1-1-16,-11 1 0 15,-17 1-1-15,-16 2 0 16,-13 2 1-16,-14 4 3 15,-8 1-2-15,-6 0 37 16,0-1 9-16,-6-5-16 16,-8-2-22-16,-7-2-7 15,4 3 7-15,1 2-6 16,4 2-1-16,5 4 10 16,3 2-3-16,4 1-6 0,0 0-4 15,0 0-2-15,0 5-6 16,0 15 3-16,8 7 5 15,4 2-31-15,0 1-46 16,4-3-50-16,2-4-95 16,1-2-184-16</inkml:trace>
  <inkml:trace contextRef="#ctx0" brushRef="#br0" timeOffset="15346.51">8038 10368 1126 0,'0'0'238'0,"0"0"-217"16,0 0-20-16,47-77 12 16,-28 55 92-16,3 0-65 15,-2-2-26-15,-1 2 1 16,-4 1 21-16,-5 3 9 15,-3 3-17-15,-4 1-2 16,-2 3 6-16,-1 3-16 16,0 1-4-16,0 7 9 15,0 0-3-15,0 0-2 16,0 0-12-16,0 0-4 0,0 15-2 16,0 11 2-1,0 15 4-15,0 8-1 0,0 7-3 16,0 4 5-16,6 1-2 15,4-4-1-15,-3-8 0 16,-6-5-2-16,-1-9 1 16,0-10 0-16,-8-6-1 15,-12-8 1-15,-7-3 6 16,-1-7-3-16,-1-1 0 16,7 0 0-16,6 0 2 15,6-7 0-15,6-4-2 16,3 0-1-16,1 0-3 15,0-3-1-15,13 1 0 16,12-4 0-16,10 0 1 0,7 2-1 16,5 2-12-16,3 3-20 15,-3 4-32-15,-6 6-54 16,-7 0-199-16,-14 6-288 16</inkml:trace>
  <inkml:trace contextRef="#ctx0" brushRef="#br0" timeOffset="16365.52">6315 11400 1264 0,'0'0'131'0,"0"0"-115"0,0 0 33 16,0 0 72-1,0 0-30-15,0 0-48 0,-42-4-23 16,18 4-7-16,-4 0 4 15,-1 0-1-15,-3 0-1 16,4 0 0-16,1 0-6 16,7 0-5-16,4 0-2 15,6 0 0-15,3 0-1 16,5 0-1-16,2 0 0 16,0 0-3-16,0 0-1 15,0 0 1-15,0 0 0 16,0 7-2-16,0 9 1 0,0 11 3 15,0 8 2 1,0 4 2-16,0 2-2 0,0-4-1 16,0 2 0-16,-5-12-1 15,0-3 1-15,2-10 1 16,1-5 2-16,2-6-3 16,0-3 0-16,0 0 2 15,0 0-2-15,0 0-6 16,0 0-2-16,3 0-10 15,16-9 16-15,9-2 2 16,8-2 0-16,2 5 0 16,5 5-12-16,0 3 4 15,-1 0 3-15,-1 14 4 16,-8 10-2-16,-8 6 3 16,-5 0 1-16,-11 1 3 15,-8-5 11-15,-1 0 3 0,-5-6 2 16,-18 2 3-16,-9-4-5 15,-6 0-4-15,-4-4-8 16,-2-5-2-16,4-6-1 16,4-3-3-16,2 0 0 15,5-12-27-15,6-16-19 16,8-10-23-16,15-8-102 16,0-10-130-16,20-2-284 15</inkml:trace>
  <inkml:trace contextRef="#ctx0" brushRef="#br0" timeOffset="16780.28">6398 11149 475 0,'0'0'903'0,"0"0"-887"15,0 0-15-15,0 0-1 16,0 0 16-16,0 0 15 15,103-58-25-15,-82 58-6 16,-7 2 0-16,-5 10-2 16,-4 6 1-16,-5 4 1 15,0 4 17-15,0-2 7 16,0-4-11-16,0-7-7 0,2 0-6 16,11-2 3-1,6-3-3-15,1 3 4 0,3-6-2 16,-3 4 2-16,-3-6-1 15,-7 1 8-15,-5 0 15 16,-3-1 4-16,-2-3 6 16,0 4 18-16,0 5-6 15,-16 1-15-15,-6 2-6 16,-2 0-20-16,2-2-4 16,2-1-3-16,5-2-2 15,1 0-21-15,6 1-37 16,7-1-70-16,1 3-134 15,0-1-185-15,9 2-302 16</inkml:trace>
  <inkml:trace contextRef="#ctx0" brushRef="#br0" timeOffset="17329.62">6893 11616 926 0,'0'0'426'16,"0"0"-388"-16,0 0-36 0,0 0 4 15,0 0 63-15,0 0-28 16,119-18-13-16,-51 18-16 15,4 0-6-15,6 0-1 16,6 1 4-16,0 5 1 16,-4-6 9-16,-10 0 7 15,-13 0-13-15,-14 0 0 16,-12-7-5-16,-13 6 15 16,-10-2 1-16,-6-1-3 15,-2 4 3-15,0 0 9 16,0-5-2-16,0 1-10 15,-12-6-12-15,-6 0-7 0,1-4 0 16,0 4 0-16,2-3-1 16,5 6 0-16,2 1 0 15,5 3 0-15,1 1-1 16,0 2-1-16,2 0 1 16,0 0-2-16,0 0-1 15,0 0 1-15,0 2-4 16,2 11 4-16,8 6 2 15,0 2 0-15,0-1-1 16,0-2-17-16,2 4-40 16,0-3-51-16,-2-2-150 15,-6-4-225-15</inkml:trace>
  <inkml:trace contextRef="#ctx0" brushRef="#br0" timeOffset="18564.98">8376 11668 559 0,'0'0'315'0,"0"0"-241"0,0 0-55 16,0 0 79-16,0 0 21 15,0 0-44-15,25-41-63 16,-12 19 11-16,-1-2 33 16,-4-3 4-16,-1 7-13 15,-5-6-12-15,-2 5 0 16,0 3-12-16,0-1 4 16,-7 5-5-16,-7 2-11 15,0 1-4-15,-3 4 0 16,-2 4 6-16,1 3-8 15,-4 0-4-15,2 3 1 0,2 10-2 16,1 5-1-16,5 4 1 16,4 0-1-16,4 0 1 15,4-1-2-15,0-1-6 16,9-3 8-16,10 3-1 16,5-3 2-16,3 3 2 15,1 5-2-15,1 4-1 16,-4 3 1-16,-3 5 1 15,-5 4-2-15,-7-4 0 16,-7-1 1-16,-3 0 1 16,-2-5 1-16,-18-4 18 15,-6-7-3-15,-6 0 6 16,-8-9 1-16,-4-5 4 16,-1-6-2-16,3 0-6 0,9-11-3 15,9-16-5 1,12-6-9-16,12-7-3 0,0-8-2 15,32-4-2-15,14-2-19 16,11-6-38-16,8-3-40 16,8-5-127-16,-6-4-271 15</inkml:trace>
  <inkml:trace contextRef="#ctx0" brushRef="#br0" timeOffset="19662.66">8752 8725 970 0,'0'0'112'0,"0"0"-104"0,0 0 0 16,0 0 36-1,0 0-16-15,0 0-4 0,55-58-7 16,-36 58 4-16,-5 0-5 16,0 14 23-16,-1 6-8 15,-1 11-7-15,-2 9 1 16,-3 12 9-16,-7 11 5 15,0 12-9-15,0 9-5 16,-7 5 8-16,-5 2-20 16,0-3-4-16,5-5 2 15,3-4 2-15,1-4 0 16,3-5-4-16,0-7 5 16,1-9-5-16,14-7-8 0,2-3 1 15,2-4 2-15,1-9-3 16,1-5-1-16,3-10 1 15,2-5-1-15,4-8 3 16,5-3 2-16,1-3 2 16,-4-13-4-16,-8-3 0 15,-7 3-2-15,-9 4 1 16,-6 1 5-16,-2 4 0 16,0-1-5-16,0 3 10 15,-8-1 3-15,-7 6-5 16,-7 2-7-16,-6 24-2 15,-2 13-1-15,-1 12 3 0,8 12 1 16,5 12 0 0,7 13 0-16,8 14-1 0,3 11 1 15,0 13-1-15,12 4 0 16,7 2 0-16,0 2-2 16,0-12-1-16,-4-12 2 15,-3-13-2-15,-6-17 1 16,-6-17 5-16,0-10 4 15,0-9-1-15,-12-10-2 16,-5-14 4-16,-4 0 3 16,-4-9 10-16,-2 0-7 15,-4 0-5-15,-3-6 1 16,-3 1-5-16,-3-6-3 16,-1 0-3-16,-5 0-2 15,5 0-2-15,2 0-7 0,6-6-27 16,9-12-27-16,7-13-60 15,6-15-224-15,-1-5-407 16</inkml:trace>
  <inkml:trace contextRef="#ctx0" brushRef="#br0" timeOffset="20978.61">8603 4870 927 0,'0'0'130'16,"0"0"-86"-16,-7-95-34 16,26 74 4-16,3 6 33 15,1 4-8-15,-3 10-23 16,-3 1-16-16,1 14 2 0,-3 21 1 15,-3 21 29-15,-6 20 3 16,-6 24 5-16,0 14-13 16,0 14-8-16,0 2-3 15,0-5-4-15,0-7-6 16,4-16-2-16,14-17-3 16,6-18-1-16,4-13 3 15,4-14 0-15,1-12-2 16,4-12 2-16,7-11 7 15,4-5-3-15,5-5-2 16,1-18-1-16,-5-7 0 16,-13-4 2-16,-13 1-2 15,-11 6-2-15,-12 1 8 16,-2 7 45-16,-21 2-35 16,-7 8 5-16,0 9-11 15,-5 0-6-15,1 28-2 0,3 14-6 16,0 15 3-16,10 14-1 15,11 12 0-15,8 17 0 16,2 7-1-16,9 2 0 16,9 3-1-16,5-6 0 15,-2-4-1-15,-3-10 3 16,-3-10-5-16,-7-13 6 16,-4-12-4-16,-4-9 2 15,-4-4 3-15,-17-6 9 0,-8-2 14 16,-6-6-7-1,0-5-1-15,3-5-4 16,4-10-9-16,5-4-1 16,1-3-5-16,-4-3 0 0,0 0 0 15,-8 2-21-15,-10 2-34 16,-12 4-129-16,-13-2-235 16</inkml:trace>
  <inkml:trace contextRef="#ctx0" brushRef="#br0" timeOffset="26361.09">9811 3474 391 0,'0'0'88'15,"0"0"49"-15,0 0 8 16,0 0-17-16,0 0-3 16,0 0-10-16,0 0-40 15,-14-63-20-15,12 63-12 16,2 0-26-16,-3 5-5 0,-1 26-8 16,-2 14 4-1,1 10 50-15,5 7-18 0,0-2-2 16,0-5-9-16,11-10-9 15,8-9-9-15,3-10-3 16,1-12-1-16,0-4-2 16,6-10-4-16,3 0 3 15,1-12 5-15,4-17 1 16,-6-7-2-16,-4-10-6 16,-8-5 6-16,-9-7-7 15,-10-7 2-15,0 1-3 16,-19 5 0-16,-11 9 0 15,-5 12 0-15,0 15 0 0,1 8 9 16,6 12-9 0,3 3-1-16,3 0 0 0,6 19-13 15,3 11-43-15,7 11-30 16,6 5-37-16,0 6-87 16,22 1-51-16,3-9-64 15</inkml:trace>
  <inkml:trace contextRef="#ctx0" brushRef="#br0" timeOffset="26581.77">10283 3703 870 0,'0'0'316'0,"0"0"-295"15,0 0-15-15,0 0 3 16,0 0 33-16,-2 96-9 15,1-59-10-15,1-1-14 16,0-2-7-16,0-3-2 16,10-2-77-16,5-5-101 15,2-11-172-15,3-8-109 16</inkml:trace>
  <inkml:trace contextRef="#ctx0" brushRef="#br0" timeOffset="26819.84">10507 3431 951 0,'0'0'210'0,"0"0"-210"0,0 0 0 15,0 0 7-15,-1 103 38 16,1-49 6-16,8 0-33 15,1 1-14-15,-2-3 0 16,2-4-4-16,-2-6-55 16,1-7-90-16,-3-11-188 15,2-12-118-15</inkml:trace>
  <inkml:trace contextRef="#ctx0" brushRef="#br0" timeOffset="27008.84">10705 3625 41 0,'0'0'1093'0,"0"0"-1060"15,0 0-27-15,0 104 9 16,0-58 7-16,0 0-3 16,0-2-18-16,0-3-1 15,8-5-86-15,2-8-155 16,0-10-162-16</inkml:trace>
  <inkml:trace contextRef="#ctx0" brushRef="#br0" timeOffset="27527.79">11017 3647 798 0,'0'0'132'15,"0"0"-123"-15,8-107 24 16,-5 74 127-16,-3 2-65 16,0 6-52-16,0 5-20 15,-6 5 30-15,-9 8 21 16,-3 3-42-16,-2 4-15 16,-4 0-4-16,1 0-5 0,0 17-7 15,3 1-2-15,3 5 1 16,6 0-2-16,8 0 0 15,3-1-1-15,5 1 2 16,17-2 1-16,5-2 1 16,3-1 2-16,2 2-2 15,1-1 0-15,-2 2 0 16,-2-1 0-16,-3 0 1 16,-8 0-2-16,-5 0-3 15,-10 0 3-15,-3-2 0 16,-3 0 17-16,-24 0 26 15,-8-1 10-15,-7-4-16 16,1-7 3-16,4-6-13 0,7 0-2 16,8-5 1-1,9-17-5-15,11-10-21 0,2-6 0 16,12 0-10-16,18 2-16 16,7 5-20-16,5 9-54 15,3 5-48-15,5 2-57 16,1 2-178-16,-3 2-385 15</inkml:trace>
  <inkml:trace contextRef="#ctx0" brushRef="#br0" timeOffset="28874.11">11735 3347 1080 0,'0'0'218'0,"0"0"-196"15,0 0-9-15,0 0 10 16,0 0-12-16,0 0-9 16,4-10-2-16,0 10-59 15,-3 3-162-15,-1 12-204 16</inkml:trace>
  <inkml:trace contextRef="#ctx0" brushRef="#br0" timeOffset="29046.77">11795 3634 1224 0,'0'0'37'0,"0"0"-36"16,0 0-1-16,0 0 0 15,0 0-56-15,0 0-146 16,-14-16-200-16,36 16-93 16</inkml:trace>
  <inkml:trace contextRef="#ctx0" brushRef="#br0" timeOffset="29793.57">12505 3331 590 0,'0'0'248'0,"0"0"-149"15,0 0-23-15,0 0 16 16,0 0 18-16,0 0-54 16,-64-19-46-16,54 56-4 15,-1 17 25-15,4 11 13 16,6-1-23-16,1-2-6 16,5-7 7-16,19-12-12 15,8-10-6-15,4-13 1 16,2-15-4-16,4-5 12 15,0-11-5-15,-1-20 0 16,-6-9 3-16,-7-7-5 0,-15-3 0 16,-9-5 16-1,-4-2 0-15,-6-3-18 0,-17-1 3 16,-9 9-3-16,-2 12-4 16,1 12-3-16,-2 19 0 15,3 9 1-15,2 13-23 16,3 21-80-16,12 6-33 15,13 4-134-15,2-2-168 16</inkml:trace>
  <inkml:trace contextRef="#ctx0" brushRef="#br0" timeOffset="29970.62">12852 3568 1112 0,'0'0'122'0,"0"0"-112"15,0 0-6-15,136-21 78 16,-64 12-35-16,7 1-34 16,-4 1-11-16,-10 6-2 15,-9 1-81-15,-17 0-100 16,-12 0-193-16,-15 0-146 16</inkml:trace>
  <inkml:trace contextRef="#ctx0" brushRef="#br0" timeOffset="30181.39">13201 3326 1150 0,'0'0'106'0,"0"0"-106"16,0 0 0-16,-19 127 41 15,19-71-4-15,5 2-1 16,7 0-26-16,1-2-8 15,-1-5-2-15,-2-5-80 16,0-10-70-16,2-14-158 16,-2-13-178-16</inkml:trace>
  <inkml:trace contextRef="#ctx0" brushRef="#br0" timeOffset="30390.61">13412 3320 178 0,'0'0'1010'0,"0"0"-987"15,0 0-18-15,-11 94 15 16,11-43 41-16,0 5-11 16,12-1-35-16,1-1-12 15,4-3-3-15,0-4-62 0,-2-8-94 16,0-9-252-1</inkml:trace>
  <inkml:trace contextRef="#ctx0" brushRef="#br0" timeOffset="30601.59">13650 3563 1231 0,'0'0'159'15,"0"0"-159"-15,0 0 0 16,0 0 23-16,134-23 5 16,-72 21-14-16,1-2-11 15,-2 1-3-15,-9 2-36 16,-9-1-118-16,-13 2-98 0,-10-5-182 16</inkml:trace>
  <inkml:trace contextRef="#ctx0" brushRef="#br0" timeOffset="30795.3">13869 3387 1035 0,'0'0'261'16,"0"0"-261"-16,0 0 5 15,-8 86 10-15,8-36 18 16,12 5-12-16,6-1-15 15,4-3-6-15,3-6-88 16,2-8-150-16,1-14-290 0</inkml:trace>
  <inkml:trace contextRef="#ctx0" brushRef="#br0" timeOffset="31276.68">14386 3465 1010 0,'0'0'104'16,"2"-80"-98"-16,0 42 38 15,-1 6 51-15,-1 6-13 16,0 8-29-16,-8 7-28 16,-11 7-4-16,0 4-16 0,-7 0 9 15,-2 9-5-15,1 9-7 16,4-1 1-16,8 5-3 15,5-2 0-15,7 2-1 16,3 2-4-16,3 4 5 16,19 0 1-16,7 4-1 15,7-1 0-15,3 2-9 16,2-1-3-16,-3 1-3 16,-4-4 12-16,-10 0 3 15,-6-4-2-15,-12-1 1 16,-6-4 1-16,0-2 27 15,-18-3 10-15,-9-5 7 16,-3-6 2-16,-2-4-1 16,2 0-8-16,2-4-5 0,6-19-7 15,5-8-13-15,7-9-8 16,10-3-4-16,0 1-2 16,17 1-2-16,11 5-8 15,10 4-28-15,11 4-65 16,5 2-87-16,-1 2-121 15,-6 5-389-15</inkml:trace>
  <inkml:trace contextRef="#ctx0" brushRef="#br0" timeOffset="31439.91">14767 3407 1403 0,'0'0'133'0,"0"0"-133"0,0 0-20 15,0 0 20-15,129 0 5 16,-67 0-5-16,-2 0-151 16,-11 0-182-16,-18 2-406 15</inkml:trace>
  <inkml:trace contextRef="#ctx0" brushRef="#br0" timeOffset="31598.61">14873 3591 1287 0,'0'0'148'0,"0"0"-148"16,0 0-43-16,0 0 43 15,0 0 0-15,123 0-71 16,-63 0-106-16,-4 0-221 16</inkml:trace>
  <inkml:trace contextRef="#ctx0" brushRef="#br0" timeOffset="32143.39">15570 3209 912 0,'0'0'242'16,"0"0"-214"-16,0 0 24 0,-77-86 73 15,57 86 1-15,-3 0-71 16,-3 30-45-16,1 17 6 15,5 10 15-15,8 5-18 16,12-5 3-16,0-8-12 16,14-8-1-16,9-13-2 15,4-9-1-15,1-13-8 16,1-6 3-16,-2 0-15 16,-5-15 10-16,-6-8-9 15,-3-4 2-15,-8-3 15 16,-3-1 0-16,-2-4 2 15,0-1 0-15,-3 0 2 16,-6 4-2-16,2 8 1 16,3 9-1-16,1 7 1 15,3 8-1-15,0 0-8 0,0 19-13 16,0 14 10-16,10 12 9 16,1 8 2-16,3 2 0 15,-1 1 3-15,-2 1 16 16,-1-3 8-16,-1-4 8 15,-6-4 5-15,-3-5 8 16,0-8 0-16,-12-6-14 16,-6-7 2-16,-4-5-4 15,-3-7-8-15,-1-6-12 16,-6-2-7-16,0 0-5 16,-1-4-3-16,-3-13-33 0,5-5-14 15,3-4-85-15,6-5-214 16,6-2-265-16</inkml:trace>
  <inkml:trace contextRef="#ctx0" brushRef="#br0" timeOffset="32743.38">16113 3394 969 0,'0'0'194'15,"0"0"-176"-15,0 0-15 16,0 0 29-16,0 0 20 16,0 0 37-16,27 106 9 15,-8-50-23-15,-3 2-26 16,-3-9-17-16,1-13 12 16,-4-14-3-16,-2-11-2 15,2-11 0-15,9 0 2 16,14-20 9-16,16-24 5 15,14-15-15-15,10-12-20 16,6-11-11-16,0-8-3 0,-3-2-2 16,-9 3-4-1,-11 6-6-15,-18 17-31 0,-13 18-32 16,-11 21-11-16,-14 21-64 16,-6 6-278-16,-32 20-600 15</inkml:trace>
  <inkml:trace contextRef="#ctx0" brushRef="#br0" timeOffset="33095.22">16418 3213 1543 0,'0'0'46'16,"0"0"-46"-16,0 0-14 15,0 0 14-15,4 131 72 16,16-55-23-16,-1 4-30 16,-3-2 3-16,-6-13 6 15,-3-11 4-15,-4-19-5 16,1-13 6-16,-2-13 9 16,-1-7 0-16,3-2-5 15,3 0 3-15,16-24-11 16,25-19-29-16,26-17 0 15,18-18 0-15,8-16 0 0,2-12 0 16,5-13 0-16,-5-7 0 16,-8 2-60-16,-16 12-15 15,-16 12-17-15,-20 10-82 16,-23 8-391-16</inkml:trace>
  <inkml:trace contextRef="#ctx0" brushRef="#br0" timeOffset="37459.91">11010 4659 817 0,'0'0'192'0,"0"0"-159"15,0 0 37-15,0 0 85 16,0 0-57-16,0 0-78 15,0 0-20-15,-18 17 0 16,18 25 15-16,0 8 45 16,2 5-27-16,3-4 0 15,2-3-16-15,1-2 10 16,-3-8-14-16,0-6-7 16,-1-12-2-16,-3-10-1 15,1-7-1-15,-2-1 2 0,1-2 0 16,-1 0 19-16,0 0 16 15,0-20-12-15,0-6-14 16,0-10-13-16,0-2 3 16,0-5 1-16,0-1-3 15,0 1 6-15,0 1-2 16,0 4-2-16,0 7 3 16,0 8 2-16,0 6-5 15,0 7 2-15,0 4-5 16,6 5-1-16,1 1-4 15,5 0 3-15,5 0 2 16,2 7-2-16,1 17-2 16,3 9 4-16,-3 7 3 0,-2 7 2 15,-2-1-3-15,-3-6-2 16,-2-7 3-16,-2-12-2 16,-4-7 0-16,-4-8-1 15,-1-4 1-15,0-2 0 16,2 0 3-16,0 0-1 15,4-20 14-15,7-13-10 16,1-12-2-16,3-8-4 16,3 1-1-16,-2 0 0 15,3 7-4-15,-1 9 2 16,-4 12 1-16,-4 12 0 16,-5 7-2-16,-2 5 3 15,1 3-11-15,3 20 4 16,4 10 6-16,-1 6 1 0,-1 5 0 15,-1 1 2 1,-3 0-3-16,-4 0 1 0,3-2-20 16,-5-3-72-16,1-6-119 15,0-8-103-15,1-14-304 16</inkml:trace>
  <inkml:trace contextRef="#ctx0" brushRef="#br0" timeOffset="37844.29">11584 4643 1251 0,'0'0'126'0,"0"0"-126"0,0 0 0 16,0 0 22-16,89-43 10 16,-46 51-1-16,-5 20-16 15,-8 10-7-15,-16 6 2 16,-12 5 7-16,-2 1-5 15,-24 3 0-15,-14-2 4 16,-7-6 1-16,-1-9 9 16,10-12-4-16,9-13 20 15,10-11 13-15,9 0-13 16,6-14-21-16,2-15-15 16,13-5-6-16,19-2 0 15,12 4-2-15,6 6 5 0,4 9-7 16,-1 4 5-1,1 3-3-15,-4 8 0 0,-7 2-3 16,-6 0-18-16,-8 2-56 16,-9 8-32-16,-9-2-75 15,-4 0-35-15,-7-6-174 16,0-2-106-16</inkml:trace>
  <inkml:trace contextRef="#ctx0" brushRef="#br0" timeOffset="38361.01">11935 4381 926 0,'0'0'194'0,"-107"-103"-153"0,45 54 36 16,-1 4 84-16,-3 5-69 16,1 6-40-16,4 14-2 15,-1 9-7-15,1 11-14 16,1 0-17-16,1 19-8 15,4 11-4-15,3 10 0 16,3 6 1-16,-3 11-1 16,0 12 3-16,-2 11-1 15,4 11 12-15,5 6 7 16,6 4-16-16,13-5 2 16,7 0 6-16,13-4-9 15,6 1 8-15,12-4 4 16,23-8-10-16,17-7 5 0,10-8-7 15,10-3 0 1,14-6-2-16,9-8 1 0,11-11 0 16,4-14-3-16,7-14-1 15,-2-10-3-15,-3-21 2 16,-3-26 0-16,-12-15 1 16,-10-11 1-16,-13-10 2 15,-14-12 0-15,-15-6 4 16,-17-4-1-16,-16-3-3 15,-12-2 0-15,-22-3 0 16,-26 0-1-16,-18 11-1 16,-12 15-2-16,-3 24-1 0,-5 20 0 15,4 25 2-15,7 18-18 16,4 11-41-16,15 28-84 16,11 3-287-16</inkml:trace>
  <inkml:trace contextRef="#ctx0" brushRef="#br0" timeOffset="43057.83">11032 6202 406 0,'0'0'518'0,"0"0"-441"15,0 0-71-15,0 0 76 16,0 0 10-16,0 0-37 16,-32-76-4-16,32 60-40 15,0-1 29-15,0 4 12 16,2-2 14-16,5 0-35 16,-2 4-16-16,0 1-5 15,-2 7 3-15,0 3-6 16,3 0-7-16,2 18-12 0,5 22 12 15,1 15 38-15,-3 15-11 16,-1 10-12-16,-3 1-7 16,-4-6-4-16,-1-10-3 15,0-8 3-15,-2-12-3 16,0-14 1-16,0-12 3 16,0-10-3-16,0-6 3 15,0-1 20-15,0-2-1 16,0 0 2-16,0-9-1 15,0-19-18-15,0-12-6 0,2-9 1 16,4-8 1 0,2-9-3-16,4-1-1 0,4 1 0 15,0 5 1-15,1 11 0 16,-1 13-1-16,-3 15 1 16,0 8 0-16,-5 6-3 15,0 6-5-15,2 2 8 16,5 0 0-16,2 6-2 15,5 21 0-15,-2 13 1 16,-1 14 0-16,-8 11 2 16,-6 4 3-16,-4-3-4 15,-1-13 1-15,2-13 0 16,2-15 0-16,0-10-1 16,2-8 0-16,0-7 0 15,3 0 0-15,4 0 0 0,4-16 4 16,3-8 0-1,-1-5-4-15,-2 1-17 0,2-4-76 16,3 4-120-16,1-1-234 16,0 4-496-16</inkml:trace>
  <inkml:trace contextRef="#ctx0" brushRef="#br0" timeOffset="45057.54">17885 5861 608 0,'0'0'272'16,"0"0"-244"-16,0 0 65 0,0 0 75 15,0 0-50-15,0 0-58 16,0 0-30-16,-51 1 1 16,27 30 25-16,-1 17-18 15,2 13-9-15,6 14 18 16,5 10-21-16,7 6-8 16,5 1 0-16,2-6-15 15,20-10-2-15,6-9 1 16,2-13-2-16,1-9-43 15,1-10-63-15,-1-11-78 16,-1-15-79-16,-2-9-164 16</inkml:trace>
  <inkml:trace contextRef="#ctx0" brushRef="#br0" timeOffset="46357.17">18002 6229 781 0,'0'0'245'0,"0"0"-186"16,0 0-33-16,-15-78 83 16,30 72-49-16,4 6-42 15,1 0-14-15,2 15 11 16,-2 14 2-16,-6 11 13 16,0 5-9-16,-4 5 4 15,-5-4-5-15,-3-5-1 0,-2-5 0 16,0-7-6-16,0-8-4 15,-2-6 0-15,-3-7-5 16,2-6-1-16,1-2 4 16,2 0 5-16,0 0 15 15,0-8 14-15,0-18-33 16,0-9-6-16,3-8-3 16,7-1 6-16,3-2-6 15,4 6 1-15,4 6 0 16,-1 5-1-16,2 7 1 15,-6 7 0-15,-2 8-5 16,-3 7-5-16,-1 0 8 16,0 26 4-16,2 10 1 15,-4 9 12-15,-1 2-5 0,1-7-7 16,-1-2-2-16,0-11 0 16,-3-4-1-16,2-8 0 15,-3-8 2-15,1-3-4 16,-1-4-5-16,1 0-26 15,7-7-50-15,3-19 20 16,0-12 15-16,1-12 43 16,-5-5 3-16,-3 3 2 15,-2 5-2-15,-3 13 4 16,1 14 7-16,-3 10 32 16,0 7 4-16,0 3-3 0,0 0-25 15,3 7-17 1,0 18 0-16,6 8 19 0,-1 5 8 15,4-1-25-15,1-3 1 16,1-5 1-16,-1-6-4 16,2-5 0-16,-3-5 1 15,2-6-2-15,-1-5-3 16,3-2-9-16,3 0-45 16,1-11-6-16,-1-9 15 15,-5-3 13-15,-4-3 16 16,-5 3 8-16,-1 4 12 15,-3 9 4-15,-1 7 11 16,0 3 23-16,0 0-25 16,0 4-13-16,5 18 0 0,4 2 3 15,2 4 12-15,5-7-9 16,0-4-3-16,3-9 3 16,-1-1-2-16,-1-7 14 15,-2 0 14-15,-2-5 2 16,2-14-2-16,-5-7-3 15,-6-5 10-15,-4 0 1 16,0 0-13-16,-24 0-3 16,-4 4-9-16,-5 7-7 15,1 4-4-15,6 8 0 16,6 8-3-16,7 0-1 16,4 7-9-16,9 11 2 15,0 3-23-15,14 1-32 16,18-4-7-16,6-8-50 0,6-4-1 15,-1-5 49-15,-3-1 42 16,-5 0 27-16,-6 0 2 16,-9 0 3-16,-10 0 5 15,-4 0 11-15,-2 0-2 16,-2 18-11-16,1 9 41 16,-2 5-3-16,3-1-7 15,-1-2-25-15,2-6 2 16,2-7 1-16,0-6-3 15,-1-3-2-15,1-6 4 16,-1-1 25-16,1 0 17 16,2-18-3-16,-2-7-14 15,-2-11-9-15,-2-9-15 0,-3-10 5 16,0-3 3-16,-8-2-11 16,-12 6-6-16,-6 7 11 15,1 7-9-15,5 13-1 16,7 13-7-16,8 9-1 15,1 5 1-15,3 2-7 16,-1 20-12-16,2 9-3 16,0 4-30-16,15-1-40 15,15-5-35-15,5-6-71 16,6-6-74-16,0-8-156 16,3-5-61-16</inkml:trace>
  <inkml:trace contextRef="#ctx0" brushRef="#br0" timeOffset="46840.39">19388 6133 540 0,'0'0'238'0,"0"0"-126"0,0 0 27 16,0 0 37-16,0 0-75 15,26-83-24-15,-38 72 4 16,-5 3-10-16,-3 1-1 16,-2 7-31-16,-1 0-25 15,-2 7-5-15,3 14-9 16,2 7 1-16,7 2-1 15,6 2 2-15,7-5-2 16,0-7-3-16,0-5-1 0,15-10-1 16,3-5 2-16,4 0 1 15,0-5 4-15,-1-10 5 16,-2-3-6-16,-6-5-1 16,-1 1 0-16,-4-2-3 15,-1 0 1-15,-2 5-2 16,-4 4 4-16,-1 7 3 15,0 7-3-15,0 1-6 16,0 0 0-16,2 14-9 16,3 13 12-16,4 8 3 15,1 9 0-15,-1 1 1 16,1 2 0-16,-3 2-1 16,-5-6 0-16,-2-4 0 15,0-6 12-15,-19-8 14 16,-4-3-2-16,-5-6 7 0,-4-2-18 15,-1-4-7-15,-1-2-5 16,4-7-1-16,3-1-2 16,6 0-23-16,6-6-63 15,8-25-136-15,7-16-181 16,0-13-538-16</inkml:trace>
  <inkml:trace contextRef="#ctx0" brushRef="#br0" timeOffset="47073.47">19502 5910 1156 0,'0'0'155'0,"0"0"-155"15,0 0 0-15,0 0 41 16,0 0 29-16,107 125-19 16,-78-69-21-16,-8 5 9 15,-7 4 2-15,-13 5-2 16,-1-1-21-16,-12-7-13 15,-15-9-3-15,-4-6-2 16,-7-7-4-16,-4-2-157 16,-6-8-163-16,-10-9-323 15</inkml:trace>
  <inkml:trace contextRef="#ctx0" brushRef="#br0" timeOffset="47842.17">11632 6271 339 0,'0'0'659'15,"0"0"-571"-15,0 0-83 16,0 0 34-16,0 0 44 15,0 0 16-15,121-3-37 16,-72 3-42-16,4 0-12 16,-1 0-4-16,-1 0-4 15,-5-3 0-15,-11-1-74 16,-13-2-160-16,-19 3-277 16</inkml:trace>
  <inkml:trace contextRef="#ctx0" brushRef="#br0" timeOffset="48052.38">11664 6453 721 0,'0'0'456'0,"0"0"-434"15,0 0-18-15,93 0 22 16,-38-1 39-16,1-6-37 15,2 4-19-15,-7 1-9 16,-8 0-17-16,-11 2-151 16,-15 0-249-16</inkml:trace>
  <inkml:trace contextRef="#ctx0" brushRef="#br0" timeOffset="48228.15">11684 6595 1275 0,'0'0'224'0,"0"0"-224"16,0 0-20-16,99 0 20 15,-29-5 17-15,10-1-17 16,1 2-1-16,-10-2-228 16,-13-1-382-16</inkml:trace>
  <inkml:trace contextRef="#ctx0" brushRef="#br1" timeOffset="61297.77">12489 6387 299 0,'0'0'60'16,"0"0"-37"-16,0 0-21 15,0 0-1-15,0 0 4 16,0 0-1-16,0 0-3 15,0-76-1-15,0 70 0 16,0 4-10-16,0-1-101 16</inkml:trace>
  <inkml:trace contextRef="#ctx0" brushRef="#br1" timeOffset="62220.97">12489 6148 560 0,'0'0'185'0,"0"0"-145"16,0 0-27-16,0 0 97 15,0 0 20-15,0 0-57 16,-22-12-54-16,22 12-10 16,0 0-4-16,-2 0 2 15,2-1 10-15,0 1 5 16,0 0 2-16,0 0-2 0,0 0-2 16,0 0-8-1,0 0-2-15,0 0-3 0,-2 0 1 16,-1 0-3-16,0 7-1 15,-4 7 6-15,1 5 32 16,0 1-28-16,2 1-9 16,0 5 1-16,1 0 0 15,1 2 15-15,1 0-5 16,1-1-11-16,0-1 7 16,0-4 0-16,10-1-4 15,3-1 4-15,0-2-4 16,4-3-5-16,-1-3 1 15,1-4 8-15,-3-3-6 16,0-3-3-16,0-2 3 16,-2 0 4-16,0 0-3 0,-2 0-6 15,0 0 3-15,1 0-1 16,1-7 2-16,1-7-4 16,3-6 1-16,-2-5 0 15,1-4 0-15,-1-2 0 16,-2-4-2-16,-2 0 0 15,-4 2 2-15,-6 0 2 16,0 1-1-16,0 1 0 16,-9-1 3-16,-5 4 1 15,-1 2-4-15,-2 1 4 0,-2 4-2 16,5 0-3 0,-1 4-2-16,-1 2 0 0,2 3 0 15,0 5-1-15,4 2-4 16,0 3 5-16,-1 2-9 15,-3 0 8-15,0 11-4 16,1 9-1-16,2 7 0 16,2 0-60-16,8 1-43 15,1 3-2-15,0 1-60 16,3 0-83-16,12 1-109 16</inkml:trace>
  <inkml:trace contextRef="#ctx0" brushRef="#br1" timeOffset="62512.98">12859 6407 458 0,'0'0'723'15,"0"0"-677"-15,0 0-44 16,0 0 1-16,0 0 3 16,0 0 2-16,-26 110 26 15,26-60-26-15,0-2-4 16,0-4-2-16,0-8-1 0,0-6-2 16,0-3 3-16,-5-3-4 15,-3-5-4-15,-1-12-245 16,2-7-317-16</inkml:trace>
  <inkml:trace contextRef="#ctx0" brushRef="#br1" timeOffset="62864.38">13049 6208 932 0,'0'0'231'0,"0"0"-202"15,0 0-1-15,0 0 35 16,0 0-18-16,0 0-39 16,108-35-1-16,-67 31 6 15,0 1-11-15,-3-1 1 0,0 1-1 16,-9 0-4-16,-5 3-70 16,-12 0-152-16,-9 0-196 15</inkml:trace>
  <inkml:trace contextRef="#ctx0" brushRef="#br1" timeOffset="63089.79">13194 6071 827 0,'0'0'312'16,"0"0"-311"-16,0 0 6 0,0 0-7 15,0 0 16 1,4 96-2-16,6-55-6 0,-3 3-6 16,0 0 0-16,-5 3-2 15,-2-1-6-15,0-3-205 16,-10-2-250-16</inkml:trace>
  <inkml:trace contextRef="#ctx0" brushRef="#br1" timeOffset="63270.28">13056 6554 1001 0,'0'0'172'0,"0"0"-167"16,0 0-5-16,101-11 4 16,-56 11 1-16,4 0-4 15,-2 0-2-15,-4 0-49 16,-10 0-198-16,-6-6-218 15</inkml:trace>
  <inkml:trace contextRef="#ctx0" brushRef="#br1" timeOffset="63532.32">13491 6076 957 0,'0'0'179'0,"0"0"-152"16,0 0 15-16,0 0 4 15,0 0-24-15,0 0-20 16,14 21 1-16,-6 13 21 16,-1 8-5-16,-2 5-10 15,-1 4-7-15,-1 3-2 16,0 2-4-16,-2-1-81 15,2-5-218-15,-3-5-291 16</inkml:trace>
  <inkml:trace contextRef="#ctx0" brushRef="#br1" timeOffset="63773.39">13729 6444 1163 0,'0'0'130'16,"0"0"-130"-16,0 0-4 16,0 0 4-16,-5 114 2 15,5-74-1-15,5-1-2 16,5-2-49-16,1-8-177 0,0-11-194 15</inkml:trace>
  <inkml:trace contextRef="#ctx0" brushRef="#br1" timeOffset="64025.67">13973 6127 1282 0,'0'0'21'0,"0"0"-21"16,0 0 0-16,0 0 6 16,127-1 1-16,-67 1-6 15,0 0-1-15,-4-4-19 16,-6-3-110-16,-8-4-204 15,-12 0-195-15</inkml:trace>
  <inkml:trace contextRef="#ctx0" brushRef="#br1" timeOffset="64244.14">14224 5954 1027 0,'0'0'218'0,"0"0"-218"16,0 0-6-16,0 0 6 15,11 77 7-15,5-37-5 16,-3 4-2-16,-5 4-2 16,-4 5-55-16,-4-1-227 15,0-2-268-15</inkml:trace>
  <inkml:trace contextRef="#ctx0" brushRef="#br1" timeOffset="64439.88">14158 6435 1322 0,'0'0'46'0,"0"0"-35"0,0 0-11 16,0 0 24-16,111-6-8 15,-59 6-15-15,-1 0-2 16,0 0-35-16,-3-2-128 16,-8-9-167-16,-9-2-283 15</inkml:trace>
  <inkml:trace contextRef="#ctx0" brushRef="#br1" timeOffset="64836.72">14592 6033 1295 0,'0'0'147'0,"0"0"-133"0,0 0-12 16,0 0 25-16,0 0-2 16,119-24-10-16,-83 35-6 15,-6 8-5-15,-10 1-4 16,-8 3 0-16,-7-1 0 15,-5 2 0-15,0 4 8 16,-15 5-8-16,-14 2 7 16,-2-1-4-16,-4-3-3 0,4-9 1 15,8-11 5 1,4-6-4-16,12-5 5 0,1 0 11 16,6 0 14-16,0 0-4 15,0 0-7-15,0 0-2 16,16-3-15-16,7-6 6 15,9-1-7-15,4 5-3 16,3 3-1-16,-2 2-2 16,-3 0-7-16,2 7-78 15,-6 10-65-15,-6-2-97 16,-4-1-323-16</inkml:trace>
  <inkml:trace contextRef="#ctx0" brushRef="#br1" timeOffset="65009.59">15045 6358 1240 0,'0'0'119'0,"0"0"-119"15,0 0 0-15,0 0 18 16,-7 100-1-16,7-64-9 16,7-3-8-16,1-5 0 15,-3-3-38-15,0-9-192 16,-3-8-268-16</inkml:trace>
  <inkml:trace contextRef="#ctx0" brushRef="#br1" timeOffset="65236.64">15247 6146 1109 0,'0'0'126'0,"0"0"-121"16,103-20-5-16,-51 12 5 15,-4 1-5-15,-9 4 0 16,-5-1-34-16,-9 0-180 16,-9-3-224-16</inkml:trace>
  <inkml:trace contextRef="#ctx0" brushRef="#br1" timeOffset="65424.47">15430 5984 1130 0,'0'0'158'0,"0"0"-158"16,0 0-5-16,0 0 5 15,0 0 22-15,14 111-14 16,-1-70-8-16,-2 3-1 15,-6 0-2-15,-5 0-143 16,0-5-174-16,-5-3-369 16</inkml:trace>
  <inkml:trace contextRef="#ctx0" brushRef="#br1" timeOffset="65588.94">15367 6471 1051 0,'0'0'160'0,"0"0"-155"16,0 0-5-16,115-4 6 16,-74 1-6-16,2-2-2 15,-3-2-127-15,-5-3-201 16,-8-5-205-16</inkml:trace>
  <inkml:trace contextRef="#ctx0" brushRef="#br1" timeOffset="66037.36">15779 6046 1194 0,'0'0'105'0,"0"0"-92"0,0 0 26 16,0 0 21-16,100-85-24 15,-70 78-35-15,-1 5 4 16,-8 2-5-16,-4 0-3 15,-7 5-5-15,-5 12 5 16,-3 4 3-16,-2-1 0 16,0 5 5-16,-10 0 2 15,-8-1 0-15,1-3-6 16,2-4 2-16,6-9-2 0,5-4-1 16,4-4-1-16,0 0-1 15,0 0-1-15,4 1-8 16,13 4 11-16,8 2 2 15,7 5 0-15,1 5-2 16,1 6 1-16,-8 3-1 16,-6 3 2-16,-7-1-1 15,-7-2 2-15,-6-2 10 16,0-4 1-16,-7-3 18 16,-15-1 5-16,-4-3-7 15,-4-2-8-15,-2-4-11 16,0-3-9-16,2-2-2 15,5-2-12-15,5-2-213 16,10-15-310-16</inkml:trace>
  <inkml:trace contextRef="#ctx0" brushRef="#br1" timeOffset="66216.97">16285 6419 1338 0,'0'0'20'16,"0"0"-15"-16,0 111 0 16,0-78 22-16,0-3-16 0,0-4-11 15,5-6-8 1,2-9-200-16,-2-11-238 0</inkml:trace>
  <inkml:trace contextRef="#ctx0" brushRef="#br1" timeOffset="66436.67">16548 6159 1304 0,'0'0'159'0,"0"0"-157"15,87-23 4-15,-34 17 52 16,4 0-24-16,-2 1-30 15,-8 3-4-15,-9 0-2 16,-12-2-43-16,-6 1-100 16,-5-7-47-16,-7-3-205 0</inkml:trace>
  <inkml:trace contextRef="#ctx0" brushRef="#br1" timeOffset="66615.77">16817 5944 610 0,'0'0'699'16,"0"0"-697"-16,0 0 14 16,0 0-16-16,3 118 38 15,13-61-18-15,-2 5-18 0,-2-1-2 16,-5-3 0 0,-4-7-107-16,-3-9-155 0,0-10-261 15</inkml:trace>
  <inkml:trace contextRef="#ctx0" brushRef="#br1" timeOffset="66771.97">16729 6483 549 0,'0'0'615'16,"0"0"-562"-16,0 0-32 16,0 0 15-16,103-38 12 15,-61 29-41-15,-2 0-7 16,0-2-55-16,-6-4-123 15,-6-3-229-15</inkml:trace>
  <inkml:trace contextRef="#ctx0" brushRef="#br1" timeOffset="67204.89">17153 5865 1172 0,'0'0'65'0,"0"0"-65"16,0 0 0-16,0 0 10 0,-2 101 9 15,2-56-12 1,0 0 0-16,0-3-1 0,0-4 30 16,2-7-11-16,11-9-12 15,3-7 5-15,-2-11-5 16,6-4 1-16,2 0-2 15,0-4-5-15,0-14-2 16,-5-6-2-16,-3-2 1 16,-2-4 0-16,-5-2-2 15,-5 2 6-15,-2 5 11 16,0 6 25-16,0 9 18 16,0 7-29-16,0 2 7 15,0 1-30-15,0 2-10 16,-5 22-1-16,-2 16 1 15,0 10 2-15,1 12-2 0,0 7 0 16,2 3-2 0,-5 0-77-16,-4-13-243 0,-9-5-604 15</inkml:trace>
  <inkml:trace contextRef="#ctx0" brushRef="#br1" timeOffset="78370.49">10778 8166 461 0,'0'0'594'0,"0"0"-526"16,0 0-56-16,0 0 21 16,0 0 50-16,0 0-49 15,0 0-21-15,-16-66-2 16,24 53-2-16,2 2 1 15,0 1 11-15,2 2 0 16,1 4-14-16,2 1-7 16,3 3 2-16,4 4-1 15,1 19-1-15,-1 8 2 16,-2 9 8-16,-5 7-4 16,-3 5 1-16,-5 0-3 0,-4 2 1 15,-3-6-3-15,0-8 1 16,0-10 2-16,0-11 3 15,0-10 20-15,-3-5 8 16,3-4-8-16,0 0-6 16,0 0 4-16,0 0 4 15,0-7-8-15,0-15-9 16,0-11-13-16,0-5 0 16,0-1 1-16,0 0-1 15,0 2 0-15,5 0 1 16,5 2-1-16,0 4 1 15,2 3-1-15,-2 8-1 0,-2 4 1 16,0 5 1-16,1 1-1 16,-2 4 0-16,-3 2-1 15,-2 2-1-15,1 2-4 16,2 0-1-16,2 8 4 16,5 12 3-16,0 7 0 15,-4 4 2-15,0 8-2 16,-3 3 0-16,-2 4 2 15,-1-3 0-15,0-3 0 16,1-9-2-16,1-5-1 16,0-7 1-16,3-7 0 15,2-6 0-15,2-2 1 16,6-4 0-16,3 0-2 0,5 0-47 16,6-11-88-1,-2-14-76-15,-2-9-268 0</inkml:trace>
  <inkml:trace contextRef="#ctx0" brushRef="#br1" timeOffset="78967.22">11231 7605 1010 0,'0'0'81'0,"0"0"-75"0,0 0-4 16,0 0 1-16,0 0 6 15,102-59-2-15,-83 59-4 16,-6 6 1-16,-8 11 1 15,-5 4 33-15,0 2 10 16,0-1-16-16,-4-1-11 16,-6-2-4-16,0-2 19 15,0-3-14-15,2-2-6 16,1-3-5-16,4-3-9 16,3-3-2-16,0-2-3 0,0 4-1 15,12-1 4-15,10 5 8 16,3 0-3-16,2 2-4 15,-3 0 0-15,-3 4 0 16,-8 3-1-16,-6 2-2 16,-6 0 2-16,-1 3 0 15,0-4 22-15,-17 1 63 16,-6-2-9-16,-9-6-13 16,-4-1-10-16,-5-5-19 15,3-5-3-15,7-1-17 16,7 0-4-16,10 0-7 15,7 0-3-15,7 0-2 0,0 0-20 16,0 0-48 0,22 0-57-16,14 3-56 15,9 2 0-15,0-1-154 0,-2 1-287 16</inkml:trace>
  <inkml:trace contextRef="#ctx0" brushRef="#br1" timeOffset="79221.72">11614 8082 1043 0,'0'0'154'16,"0"0"-154"-16,0 0 2 15,0 0 11-15,0 0 18 16,127-11-3-16,-73 2-14 16,-2 1-12-16,-4 0 0 15,-3 2-2-15,-7 3-9 16,-9 0-188-16,-13 2-290 16</inkml:trace>
  <inkml:trace contextRef="#ctx0" brushRef="#br1" timeOffset="79415.41">11768 8210 937 0,'0'0'376'16,"0"0"-376"-16,0 0-48 15,0 0 48-15,120 0 10 16,-66 0-7-16,-4 0-3 15,-6 0-113-15,-11 3-126 16,-17-2-198-16</inkml:trace>
  <inkml:trace contextRef="#ctx0" brushRef="#br1" timeOffset="79587.66">11736 8402 1229 0,'0'0'209'16,"0"0"-209"-16,0 0-38 16,0 0 38-16,131-28 0 15,-69 22-1-15,-3 3-145 16,-8-2-232-16</inkml:trace>
  <inkml:trace contextRef="#ctx0" brushRef="#br1" timeOffset="81318.35">12468 8051 646 0,'0'0'295'0,"0"0"-190"0,0 0-96 15,0 0 10-15,0 0 25 16,0 0-4-16,-20 38-24 16,16 2 1-16,-2 7-13 15,5 9 13-15,1 1 13 16,0-5-9-16,1-6-6 16,12-10-9-16,3-9-2 15,2-10-2-15,2-8-1 16,3-9 4-16,4 0 2 15,2-9 2-15,1-16-4 0,-2-7 0 16,-8-9 0-16,-6-4-1 16,-7-5-2-1,-7-1 2-15,0 1 32 0,-22 2 17 16,-7 8-10-16,-1 6 6 16,5 10-23-16,3 10-24 15,5 9 1-15,1 5 9 16,-1 3-12-16,2 20-11 15,2 10-25-15,4 9-55 16,8 5-4-16,1 1-21 16,3 0-101-16,14-6-51 15,2-7-370-15</inkml:trace>
  <inkml:trace contextRef="#ctx0" brushRef="#br1" timeOffset="81530.17">12871 8400 1029 0,'0'0'159'16,"0"0"-157"-16,-25 101 0 16,22-63 5-16,3 1-7 15,0-3 7-15,0-1-6 16,0-5-1-16,0-8-110 15,6-11-153-15,4-11-254 16</inkml:trace>
  <inkml:trace contextRef="#ctx0" brushRef="#br1" timeOffset="81763.28">13172 8145 1099 0,'0'0'238'15,"0"0"-238"-15,0 0-22 16,89 11 22-16,-41 2 3 16,7 0 0-16,0-4-3 15,1-2 0-15,-8-6-127 0,-11-1-100 16,-13 0-226-16</inkml:trace>
  <inkml:trace contextRef="#ctx0" brushRef="#br1" timeOffset="81972.08">13405 8025 1109 0,'0'0'205'0,"0"0"-205"15,0 0-28-15,0 0 28 16,1 95 3-16,12-53 0 16,1 1 0-16,-4 0-3 15,-5-2-9-15,-5-1-125 16,0-2-109-16,-9-3-165 16</inkml:trace>
  <inkml:trace contextRef="#ctx0" brushRef="#br1" timeOffset="82137.98">13244 8545 1167 0,'0'0'90'15,"0"0"-90"-15,0 0 0 16,0 0 9-16,0 0-5 0,120-38-3 16,-69 31-1-16,-1 1-5 15,-2-1-149-15,-3-5-142 16,-8-5-206-16</inkml:trace>
  <inkml:trace contextRef="#ctx0" brushRef="#br1" timeOffset="82355.19">13705 7992 1059 0,'0'0'136'0,"0"0"-136"0,0 0-9 16,0 0 9-16,35 100 8 16,-23-56-5-16,0 2-3 15,-5 0 1-15,-3 5-1 16,-4 0-35-16,0-1-271 16,-3-4-232-16</inkml:trace>
  <inkml:trace contextRef="#ctx0" brushRef="#br1" timeOffset="82585.91">13923 8363 779 0,'0'0'567'0,"0"0"-557"0,0 0-2 15,0 79-8-15,0-46 2 16,7 2 1-16,0 0 0 16,0-3-2-16,2-6-1 15,-1-6-112-15,4-6-174 16,-2-11-285-16</inkml:trace>
  <inkml:trace contextRef="#ctx0" brushRef="#br1" timeOffset="82796.73">14194 8211 182 0,'0'0'1047'15,"0"0"-1045"-15,0 0 1 16,0 0-3-16,130-3 7 15,-78 0-7-15,0 0 0 16,-5 0-152-16,-11-5-228 16</inkml:trace>
  <inkml:trace contextRef="#ctx0" brushRef="#br1" timeOffset="83006.41">14366 8051 1098 0,'0'0'163'0,"0"0"-163"15,0 0-20-15,5 85 20 16,8-48 5-16,3 1 0 16,-3 3-5-16,-5-4 0 15,-6 0-121-15,-2-7-134 16,0-5-210-16</inkml:trace>
  <inkml:trace contextRef="#ctx0" brushRef="#br1" timeOffset="83179.63">14269 8526 1126 0,'0'0'196'15,"0"0"-196"-15,0 0 4 16,0 0-4-16,0 0 8 15,95-29-8-15,-53 22-4 16,1-3-1-16,1 0-176 16,0-5-271-16</inkml:trace>
  <inkml:trace contextRef="#ctx0" brushRef="#br1" timeOffset="83715.98">14921 8184 1033 0,'0'0'63'0,"0"0"-55"16,0 0 8-16,17-96 64 16,-13 70-22-16,-4 2-50 15,0 2 4-15,0 4-1 16,-11 4 34-16,-4 5 5 15,-2 5-45-15,-1 4-2 0,-3 0 2 16,-1 2-2-16,-2 17 1 16,2 5-4-16,6 0 0 15,6 2-3-15,4-4-1 16,6-2 3-16,0-1 1 16,16-2 1-16,7-3 2 15,7 2 1-15,2-3-2 16,1 4-2-16,-1-2 1 15,-4 4-2-15,-2-1 1 16,-5 4-4-16,-9-2 3 16,-9 4-2-16,-3-3-2 15,-3 3 3-15,-19-2 2 16,-5-1 8-16,-2-2 16 0,-2-10 15 16,3-4 11-1,5-5 10-15,4 0 5 0,3-5-10 16,4-14-22-16,2-8-19 15,10-6-9-15,0-3-4 16,6 2-1-16,17 1-1 16,8 11-24-16,2 5-52 15,6 7-90-15,3 4-72 16,-2 1-275-16</inkml:trace>
  <inkml:trace contextRef="#ctx0" brushRef="#br1" timeOffset="83886.21">15220 8270 60 0,'0'0'1270'0,"0"0"-1229"16,0 0-41-16,-43 87 19 15,37-59 55-15,2 3-38 16,2-1-30-16,2 0-3 16,0-6-3-16,0-3-5 15,0-4-187-15,9-11-142 16,-3-6-310-16</inkml:trace>
  <inkml:trace contextRef="#ctx0" brushRef="#br1" timeOffset="84102.98">15483 8132 1410 0,'0'0'66'16,"0"0"-66"-16,0 0 0 16,0 0 2-16,102 0 2 15,-52-3-2-15,-2-1-2 16,-4-1-31-16,-7-3-160 16,-9-3-233-16</inkml:trace>
  <inkml:trace contextRef="#ctx0" brushRef="#br1" timeOffset="84304.78">15661 7960 116 0,'0'0'1260'0,"0"0"-1224"16,0 0-35-16,0 0-1 15,0 0 1-15,-17 100 10 16,17-59-11-16,0 2 1 15,1-5-1-15,1 3-18 16,-2-3-171-16,0-7-187 16,0-3-311-16</inkml:trace>
  <inkml:trace contextRef="#ctx0" brushRef="#br1" timeOffset="84463.22">15598 8416 1224 0,'0'0'104'0,"0"0"-102"0,0 0 2 16,0 0 8-16,92-25 1 16,-52 19-13-16,4-1-3 15,-2 0-82-15,-7-1-208 16,-9-4-441-16</inkml:trace>
  <inkml:trace contextRef="#ctx0" brushRef="#br1" timeOffset="84832.72">16010 8071 1057 0,'0'0'301'0,"0"0"-290"16,0 0-7-16,0 0-3 15,100-25 11-15,-65 25 2 16,-7 11-14-16,-8 5 0 15,-6 3 1-15,-11 4-1 16,-3 1 0-16,-3 6 0 16,-22 2 0-16,-9 3 0 15,-6-4 10-15,1-4-5 16,8-10-10-16,10-8 5 16,12-7 0-16,7-2 28 0,2 0 9 15,0 0-6-15,0 0-17 16,17 0 1-16,6-9-7 15,7-1-7-15,7 5-1 16,3-1 0-16,4 3-3 16,1 0-11-16,-2-1-149 15,-7 0-49-15,-10-4-326 16</inkml:trace>
  <inkml:trace contextRef="#ctx0" brushRef="#br1" timeOffset="85115.67">16392 7986 1404 0,'0'0'0'0,"0"0"-13"16,0 0 13-16,0 0 14 15,0 0-10-15,87 0-3 16,-63 0 1-16,-8 2 0 15,-3 7-1-15,-3 4 1 16,-1 3 1-16,-4 7 24 16,-3 4 11-16,-2 6-17 15,0 5-12-15,-2 2-7 16,-9 4-1-16,-5 1-1 16,3-1-28-16,1-4-190 15,1-8-233-15</inkml:trace>
  <inkml:trace contextRef="#ctx0" brushRef="#br1" timeOffset="85325.95">16693 8303 1180 0,'0'0'97'0,"0"0"-91"0,0 99 1 15,0-63 1 1,4 1 22-16,0-3-22 0,-4 1-8 16,0-7-8-16,0-6-241 15,0-12-390-15</inkml:trace>
  <inkml:trace contextRef="#ctx0" brushRef="#br1" timeOffset="85542.43">16972 8118 1282 0,'0'0'145'0,"0"0"-140"0,0 0-5 15,131-20 10 1,-80 13-3-16,0 1-7 0,-6 0-2 15,-10 0-165-15,-10-3-195 16,-13-4-431-16</inkml:trace>
  <inkml:trace contextRef="#ctx0" brushRef="#br1" timeOffset="85723.37">17154 7979 1402 0,'0'0'0'0,"0"0"-5"16,0 0 5-16,17 106 8 16,0-58-4-16,-2 3-3 15,-6-3-1-15,-8-2-113 16,-1-6-88-16,-1-8-231 16</inkml:trace>
  <inkml:trace contextRef="#ctx0" brushRef="#br1" timeOffset="85863.4">17056 8447 931 0,'0'0'326'0,"0"0"-309"15,0 0-13-15,0 0 6 16,107-51 25-16,-57 44-35 0,4 1-36 16,-2-1-265-16,-4-1-307 15</inkml:trace>
  <inkml:trace contextRef="#ctx0" brushRef="#br1" timeOffset="86231.52">17752 7999 1208 0,'0'0'172'0,"0"0"-106"15,0 0 0-15,0 0 43 16,0 0-48-16,0 0-61 0,-97 41 8 15,72 17-6-15,1 10 3 16,2 4 2-16,9-3 0 16,8-8 2-1,5-13-4-15,5-15-5 0,20-13 0 16,9-14 0-16,5-6 1 16,2-5 1-16,-3-19-2 15,-6-5-10-15,-12-1 10 16,-8 0 2-16,-12 0-1 15,0 3 3-15,-14 6-2 16,-9 7-1-16,-5 10 2 16,-4 4-3-16,-2 0-2 15,4 12-1-15,3 6-30 16,9 2-100-16,10-2-144 16,8-8-214-16</inkml:trace>
  <inkml:trace contextRef="#ctx0" brushRef="#br1" timeOffset="86583.65">17951 8007 1287 0,'0'0'126'16,"0"0"-126"-16,0 0-4 15,0 0 4-15,0 0 6 16,-7 88 19-16,7-50-18 15,10-8-5-15,3-9 0 0,4-9 1 16,3-9-3 0,4-3 4-16,-1-3 7 0,-1-17-5 15,-4-3 0-15,-3-9-3 16,-5 0-3-16,-3 0 5 16,-4 5-5-16,-1 7 3 15,-2 9 9-15,0 10 29 16,0 1-26-16,0 19-15 15,0 22 0-15,0 16 13 16,0 8 0-16,0 3-8 16,0-5-5-16,3-6 0 15,1-9-4-15,2-12-196 16,1-15-206-16</inkml:trace>
  <inkml:trace contextRef="#ctx0" brushRef="#br1" timeOffset="86898.45">18643 7792 1526 0,'0'0'27'16,"0"0"-26"-16,0 0 17 15,0 0 69-15,0 0-58 16,-86 15-27-16,65 33 7 0,2 12-5 16,4 6 19-16,8 4-1 15,7 0 3-15,0-5-14 16,6-6-8-16,17-6-3 16,6-9-1-16,6-6 0 15,3-11-52-15,0-9-94 16,1-11-173-16,-7-7-320 15</inkml:trace>
  <inkml:trace contextRef="#ctx0" brushRef="#br1" timeOffset="87814.48">18741 8017 1250 0,'0'0'149'0,"0"0"-109"16,0 0-10-16,-6-76 13 15,28 73 4-15,4 3-44 16,6 11-3-16,0 22-1 16,-6 8 0-16,-2 7 1 15,-8 1 3-15,-6-6-3 16,-3-5 3-16,-4-7 3 16,-1-8 4-16,-2-9 0 15,0-7-7-15,0-4 0 16,0-3 1-16,0 0 1 15,0 0 6-15,0-17 43 0,0-11-29 16,0-12-24-16,0-9 1 16,0-1-2-16,5 4 0 15,7 8-7-15,1 11 7 16,0 11-2-16,1 12-2 16,3 4 0-16,1 7-3 15,2 23 5-15,-3 7 1 16,-2 4 1-16,-3 1 0 15,-4-5 0-15,-1-8 0 16,-4-5 0-16,1-9 1 16,-4-4-1-16,0-8 1 15,0-3 0-15,0 0 1 16,0 0 4-16,1-11 6 16,1-14-5-16,-1-12-6 15,5-6 1-15,-2-5-2 0,8-2 1 16,3 10 0-16,0 9 0 15,0 11-1-15,-5 11 3 16,0 9-2-16,2 0-1 16,-1 15-4-16,5 15 4 15,-3 6 2-15,-4 4 0 16,-2 0 2-16,-3-6-7 16,-1-6 5-16,3-6-4 15,-2-7-4-15,3-6-77 16,7-6-95-16,4-3-30 0,2-2 10 15,1-14 108 1,-7-6 90-16,-4 3 6 0,-5 5 17 16,-3 9 126-16,-2 2 3 15,0 3-47-15,2 0-76 16,1 4-27-16,4 10 4 16,3-1 2-16,6-3 1 15,5-6-3-15,2-4 0 16,0 0 2-16,-3 0-4 15,-4-11 3-15,-6-2 38 16,-6-1 5-16,-4-5-17 16,0 2 5-16,-11-5 4 15,-14-1-29-15,-1 5-12 16,3 4-2-16,5 8-1 16,6 3 2-16,7 3 0 0,1 0-4 15,3 0-36-15,1 5-15 16,0 7 8-16,7 2-88 15,15-1 15-15,1-1-79 16,4-3-87-16,-2-3-20 16,0-3 22-16</inkml:trace>
  <inkml:trace contextRef="#ctx0" brushRef="#br1" timeOffset="88100.58">19622 8076 328 0,'0'0'283'16,"0"0"-111"-16,0 0-72 15,0 0-10-15,0 0-1 0,0 0 5 16,58 78-37-1,-47-54-15-15,2-3-18 0,2-6 10 16,-1-9-8-16,-1-4 16 16,0-2 26-16,1-2 4 15,-1-16-19-15,-1-8-32 16,-4-3 5-16,-3-7 2 16,-5-7 1-16,0-2-7 15,-3-5 5-15,-15 1-18 16,-6 2 1-16,3 3-6 15,2 13-2-15,2 10 0 16,7 12-2-16,5 7-7 16,2 2-9-16,-1 0-36 15,4 15-37-15,0 8-60 16,0 5-52-16,2-1-80 16,20-7-199-16</inkml:trace>
  <inkml:trace contextRef="#ctx0" brushRef="#br1" timeOffset="88602.2">20109 7853 996 0,'0'0'139'0,"0"0"-132"16,0 0 58-16,2-90 78 16,-2 73-83-16,-12 6 13 15,-5 2-26-15,-2 9-21 16,-4 0-8-16,-2 6-12 0,-2 16 0 15,5 10-5 1,6 2 2-16,8 3-3 0,8-6 1 16,0-4-1-16,13-9 0 15,16-6 0-15,5-8-2 16,0-4-29-16,-4 0-9 16,-10-7 13-16,-7-7 17 15,-7-2 10-15,-3-2 0 16,-3-2 1-16,0 1 3 15,0 1 0-15,0-2-4 16,0 4 5-16,0 5-4 16,0 6 0-16,0 3-1 15,0 2-1-15,1 0-5 16,5 16-9-16,2 9 13 16,0 8 2-16,1 7 0 0,-2 2 0 15,-1 0 2 1,-1-3 1-16,-3-2 24 0,-2-9-3 15,0-8 23-15,0-3 9 16,-10-6-19-16,-3-3-14 16,-4-4-6-16,-5-2-9 15,-5-2-6-15,2 0-2 16,0-5-93-16,3-15-109 16,5-13-216-16</inkml:trace>
  <inkml:trace contextRef="#ctx0" brushRef="#br1" timeOffset="88881.88">20257 7556 1189 0,'0'0'92'15,"0"0"-88"-15,0 0-4 16,78 91 5-16,-49-33 31 15,2 11-12-15,-6 5-17 16,-9 1 22-16,-9-3 65 16,-7-5-34-16,0-5-20 15,-10-6-11-15,-18-5 2 16,-9-8-20-16,-12 1-6 16,-10-5-5-16,-13-1-7 15,-14-4-177-15,-16-7-304 0</inkml:trace>
  <inkml:trace contextRef="#ctx0" brushRef="#br1" timeOffset="92447.67">11194 9603 338 0,'0'0'537'0,"0"0"-475"16,0 0-59-16,0 0 31 15,0 0 82-15,0 0-40 16,0 0-54-16,-14 18-16 0,7 15 52 16,-4 8-17-16,7 11-15 15,0 2 6-15,4 5 0 16,0-2-1-16,0-6-18 16,10-12-4-16,7-12-8 15,5-10 2-15,0-11-2 16,2-6 9-16,7 0 2 15,-1-11-1-15,0-15-10 16,-4-5 3-16,-4-9 2 16,-6-7-6-16,-10-2 4 15,-5-3 2-15,-1 2 6 16,-11 1 32-16,-14 1-21 16,-5 7-2-16,-1 9-3 15,5 13-6-15,4 10 2 0,4 7-14 16,1 2-13-16,-1 6 10 15,-2 18-30-15,3 10-54 16,5 7-82-16,10 2-93 16,2 0-74-16,6 4-178 15</inkml:trace>
  <inkml:trace contextRef="#ctx0" brushRef="#br1" timeOffset="92741.38">11587 9848 956 0,'0'0'292'16,"0"0"-261"-16,0 0-31 16,0 0 0-16,0 0 16 15,-1 114 29-15,1-67-34 16,-4-3-6-16,-6 0-5 16,-2-1-37-16,1-6-127 0,4-11-235 15</inkml:trace>
  <inkml:trace contextRef="#ctx0" brushRef="#br1" timeOffset="93447.6">11943 9723 740 0,'0'0'355'0,"0"0"-284"16,0 0-57-16,0 0 80 15,0 0-8-15,0 0-41 16,7-61-32-16,0 42 3 16,0-2 18-16,-1 0 12 15,-2 1-2-15,-3 2 6 16,-1 2-25-16,0 3-1 16,0 2-4-16,0 2-5 15,0 5 6-15,0 2-4 0,0 2-4 16,0 0-7-16,0 0-6 15,0 9-8-15,0 18 2 16,0 13 6-16,-1 8 4 16,-3 5-4-16,2 3 1 15,-1 0 1-15,3-3-2 16,-1-3 0-16,1-11 0 16,0-9 0-16,-3-8 0 15,-4-6 0-15,-4-4-7 16,0-2 6-16,-5-2 1 15,-2-5 3-15,-2-3 0 0,0 0 4 16,0 0-3 0,5-2 0-16,4-5-1 0,4 3 1 15,7 1-2-15,0 3-1 16,0-4-1-16,5-3-1 16,20-6 1-16,10-1 0 15,7 2 3-15,0 4-3 16,-1 1-3-16,1 2-1 15,-2 5 0-15,-3 0-43 16,0 0-46-16,-4 3-139 16,-4 3-139-16,-6-1-285 15</inkml:trace>
  <inkml:trace contextRef="#ctx0" brushRef="#br1" timeOffset="93624.03">12331 9900 1069 0,'0'0'263'16,"0"0"-263"-16,0 0 15 15,0 0-15-15,0 83 13 16,6-44-5-16,-3 2-8 16,-3-5 0-16,0-4-63 15,0-6-114-15,0-6-234 16</inkml:trace>
  <inkml:trace contextRef="#ctx0" brushRef="#br1" timeOffset="93992.28">12524 9797 522 0,'0'0'398'0,"0"0"-260"16,0 0-63-16,0 0 46 15,0 0-24-15,0 0-36 16,7-2-50-16,17-4-7 16,11-1 0-16,9 0 10 15,6-3-8-15,4 1-3 16,-4 0-3-16,-3-2-6 16,-7 3-145-16,-10-3-183 15,-12 0-293-15</inkml:trace>
  <inkml:trace contextRef="#ctx0" brushRef="#br1" timeOffset="94193.46">12820 9539 1067 0,'0'0'218'0,"0"0"-196"15,0 0-7-15,0 0-15 16,-3 96 67-16,12-40-8 15,-2 4-37-15,-4 4-15 16,-3 0-7-16,0-4 0 16,0-6-58-16,0-11-110 15,0-13-224-15</inkml:trace>
  <inkml:trace contextRef="#ctx0" brushRef="#br1" timeOffset="95948.65">13073 7593 556 0,'0'0'201'16,"0"0"-180"-16,0 0-14 0,0 0 52 15,0 0 57-15,0 0-28 16,-53-15-8-16,37 13-21 16,-5 2 11-16,-2 0-21 15,-2-3-7-15,0 2-10 16,-2 1 11-16,-3-2-19 15,-2 2-11-15,-1 0-3 16,0 0 10-16,2 0 3 16,3 0 4-16,1 0 1 15,0 0-17-15,1 0-3 16,0 6-1-16,1 3-2 16,1-2-2-16,0 3 0 0,2 1 0 15,-1-1 3 1,1 4 1-16,0-1-2 0,2 1 6 15,2-1-8-15,0 1 5 16,0 0 0-16,1 1-7 16,-2 0 7-16,0 0-7 15,3 1 2-15,1 3-1 16,-2 3-2-16,0 4 1 16,3 2 0-16,0 5 0 15,2 1-1-15,2 7 1 16,0 0 3-16,4 0 8 15,-1 3 1-15,3-1-3 16,3-3-1-16,1 2-4 16,0 0 4-16,0-1 1 0,0-1-4 15,0 0 0-15,5-4-4 16,0-3 2-16,1-2-1 16,3 0-1-16,-1-1 2 15,1 0-4-15,2 2-1 16,3-1 1-16,3 2 1 15,1 0 9-15,2 0-3 16,3-3-4-16,-1-3 2 16,2 1-2-16,-1-5-2 15,-1 1 3-15,1-1-3 16,2-1 3-16,2 1-1 16,5-3-2-16,1-1 4 15,7-1-2-15,4 0 0 0,-1-3-2 16,2 2 2-16,-3-4-2 15,-2 0-1-15,-2-1 0 16,1-4 1-16,-1-3-1 16,4-3 0-16,3-2 0 15,4 0 1-15,3-5 1 16,-1-8-2-16,1-1 0 16,-3 1 3-16,-1-3-3 15,-5 3 3-15,-2-1-3 16,-4 3 0-16,-4 0 0 15,-3-1 2-15,-1 0 0 0,-1-2 2 16,0-1-4 0,-1-1 0-16,0-1 0 0,-2 1 1 15,0 0-1 1,0-1 1-16,-1 0-1 0,-5-1 1 16,1-1 0-16,1-5-1 15,-3-1 1-15,2-2-1 16,-2-3 2-16,-1-4-1 15,2 0-1-15,-4-2 2 16,0 3-2-16,-3 2-2 16,-1-2 2-16,-2-1 0 15,-3-5 1-15,-3-4-2 16,0-5 2-16,-3-2-3 16,0 0 2-16,0 0 0 0,0 4 0 15,-10 1-2-15,-2 2 2 16,-4 0-1-16,0 2-2 15,-4 1 3-15,0 1 0 16,1 2 0-16,1 5-1 16,1 7 1-16,3 2 0 15,-2 5 0-15,-3 0-5 16,2 1 4-16,-5 0 0 16,-4 1 1-16,1 1 0 15,1 0 0-15,0 3-1 16,4 4 1-16,3 6-6 15,-1 2-7-15,0 8-37 16,-1 21-16-16,2 13-47 16,2 14-165-16,-2 8-140 15,-6 10-279-15</inkml:trace>
  <inkml:trace contextRef="#ctx0" brushRef="#br1" timeOffset="97081.99">12617 10305 620 0,'0'0'268'0,"0"0"-211"16,0 0-10-16,0 0 89 15,0 0-2-15,0 0-52 16,0-24-41-16,0 24-18 16,0 0-4-16,0 0 7 15,0 0-10-15,0 3-5 16,0 18-6-16,0 14 21 16,0 10 36-16,0 11-29 15,0 7-18-15,15 5 3 16,5 4 8-16,0-3-11 15,1-7-3-15,-5-6 4 16,-4-10-8-16,-4-12-7 16,-2-11 6-16,-2-9-4 15,-4-4-3-15,0-10 9 0,0 0 1 16,0 0 1-16,0 0 5 16,0 0 1-16,0 0-1 15,-4-12-2-15,-12-10-13 16,-2 0 0-16,-2-1-1 15,3 3 0-15,1-2 2 16,2 6-2-16,6 2 1 16,3 7 0-16,1 4-1 15,4 3 0-15,0 0-1 16,0 0 0-16,0 0-5 0,0 0-5 16,0 7 7-1,5 10 4-15,7 2 1 0,2 1 0 16,-1-3-1-16,2-6-2 15,0-2 1-15,0-4-1 16,2-5 0-16,-1 0-2 16,1 0-3-16,-2-14 5 15,-5-4-3-15,-1-4 1 16,-8-4 2-16,-1 1 2 16,0 1 1-16,0 5 0 15,0 9 1-15,0 7 2 16,0 1 3-16,0 2-7 15,0 0-2-15,0 18-9 16,-3 15 8-16,-2 5 0 16,1 4-36-16,4 5-65 0,0 3-113 15,0 4-45 1,0 0-261-16</inkml:trace>
  <inkml:trace contextRef="#ctx0" brushRef="#br1" timeOffset="98198.29">12836 11822 800 0,'0'0'128'16,"0"0"-97"-16,10-78 69 16,-10 52 41-16,2 2-47 15,-2 5-30-15,0-1-36 16,0 5 11-16,-3-1 25 16,-9 2-27-16,-5 1-13 15,1 2-11-15,-3 6 4 16,-1 1-5-16,-2 4-12 15,-1 0 6-15,3 0 3 16,3 0-4-16,0 8-4 0,6 5-1 16,2 4-2-16,5 2 1 15,4 2 0-15,0 1 1 16,14-2 0-16,15 0 1 16,7 1 3-16,8 0-2 15,1-1 0-15,-3 0-4 16,-3 0 4-16,-12 3-2 15,-6-3 0-15,-14 4-2 16,-7-4 2-16,-4 3 0 16,-20 0 14-16,-7-9 6 15,-7-2 1-15,-1-6 7 16,1-6-5-16,5 0 1 0,1-6-4 16,8-13-6-1,9-5-12-15,8-3 7 0,7-2-9 16,0 3 3-16,17-2-3 15,10 4-6-15,4-2-16 16,6 3-17-16,4 0-23 16,1 2-37-16,1-3-80 15,0-5-3-15,-5 2-21 16,-6-3 111-16,-6 0 83 16,-10-1 9-16,-7 0 7 15,-8 1 17-15,-1-3 105 16,-3 3-3-16,-17-4-24 15,-3 2-2-15,-4 0 1 16,0 4-39-16,-3 2-20 16,-2 6-3-16,2 4 7 0,-3 4-21 15,-1 8-10 1,-1 4 2-16,-3 0-4 0,-1 6-6 16,-1 15-2-16,1 8-5 15,5 5-2-15,-1 6 1 16,4 10 1-16,4 7 0 15,6 10 2-15,4 6 1 16,6 5-2-16,4-4 1 16,7 0 0-16,0-8 1 15,1-4-2-15,16-7 0 16,8-7 0-16,7-6 1 16,3-4-1-16,8-11 1 0,3-5 0 15,2-11-2-15,6-7 4 16,-3-4-2-16,3-7-2 15,-2-15 1-15,-1-7 1 16,-2-1-2-16,-2-9-1 16,-4-5 1-16,-4-6-1 15,-6-5 3-15,-6-1-3 16,-7 0 1-16,-13 1 0 16,-7-2 2-16,-2 0-2 15,-27 1 0-15,-6 2 2 16,-5 0-1-16,-2 7-2 15,6 5-2-15,1 8-10 16,5 10-13-16,5 10-44 16,-1 9-142-16,3 5-205 15,1 3-373-15</inkml:trace>
  <inkml:trace contextRef="#ctx0" brushRef="#br1" timeOffset="113430.77">14741 7628 483 0,'0'0'279'0,"0"0"-220"15,0 0-18-15,0 0 64 16,0 0 43-16,0 0-26 16,0-9-46-16,0 9 6 15,0-2 5-15,0 1-23 16,0-1-12-16,0-2-10 16,0-1-14-16,-9 1-18 15,1-4-6-15,-1 4 6 16,-1 0 1-16,2-1-2 15,1 1 2-15,2 1-3 0,2 2-2 16,0 1 1-16,3-2-6 16,0 2 0-16,0-1-1 15,0 1-1-15,0 0 1 16,0 0-2-16,0 0-2 16,0 0 2-16,0 0 0 15,0 0-2-15,0 0-2 16,0 0-15-16,0 0-24 15,0 0-48-15,-2 11-106 16,2 10 30-16,0 1-152 16,0 2-252-16</inkml:trace>
  <inkml:trace contextRef="#ctx0" brushRef="#br1" timeOffset="114396.37">14448 7452 805 0,'0'0'122'16,"0"0"-122"-16,0 0-14 0,0 0 14 15,0 0 20 1,0 0 33-16,79 40 20 0,-54-9 10 16,1-2-36-16,-2 2 16 15,-5-3-30-15,-5-5-11 16,-6-5 27-16,-2-7 17 15,-6-7 4-15,1-4 6 16,-1 0 12-16,2 0-10 16,6-21-14-16,7-21-25 15,14-24-32-15,11-18-5 16,10-8 1-16,9-8-3 16,1 6-1-16,0 11-12 15,-4 18-27-15,-2 29-38 16,-1 27-114-16,-5 9-224 15,-10 33-494-15</inkml:trace>
  <inkml:trace contextRef="#ctx0" brushRef="#br1" timeOffset="115992.9">15824 7285 590 0,'0'0'173'15,"0"0"-151"-15,0 0-22 16,0 0-7-16,0 0 7 16,0 0 22-16,82 12 13 15,-47 12-1-15,0 5 17 16,-5 4-19-16,-3 1 24 16,-5-4-12-16,-6-4-1 15,-8-10-9-15,-4-7 9 16,-2-5 6-16,-2-4 26 15,0 0 45-15,0 0-1 0,5-23-40 16,10-18-27-16,11-19-46 16,15-17-5-16,8-7-1 15,12-6 0-15,4 1-11 16,4 8-62-16,-6 21-77 16,-10 25-34-16,-19 25-276 15</inkml:trace>
  <inkml:trace contextRef="#ctx0" brushRef="#br1" timeOffset="125107.49">10900 9305 606 0,'0'0'218'0,"0"0"-113"16,0 0-54-16,0 0 68 16,0 0 4-16,0 0-44 15,0 0-57-15,-42 24-19 16,37 50 31-16,2 24 60 15,3 11-44-15,0 13-29 0,0 12-9 16,7 3 3-16,-2-4-12 16,0-14 1-1,-3-24-4-15,-2-21-11 0,0-22-90 16,0-24-59-16,0-21-154 16,0-8-306-16</inkml:trace>
  <inkml:trace contextRef="#ctx0" brushRef="#br1" timeOffset="125907.1">10830 9353 1219 0,'0'0'122'0,"0"0"-122"16,0 0-3-16,122-35 3 16,-39 24 52-16,30-2 34 15,27 0-35-15,31-7-23 16,21-3-19-16,8-3-2 16,3-1-4-16,-16 2-2 15,-22 7 4-15,-24 5-1 16,-27 4 1-16,-24 2-1 15,-24 3-3-15,-14-5 1 16,-11 0 1-16,-11-3 2 16,-8 0 12-16,-6 1-1 15,-2 3 4-15,-2 2 5 0,-6 0-11 16,-2 5-9-16,-3 1-4 16,1 0-1-16,-1 0 0 15,-1 0 1-15,3 0-1 16,-3-3 0-16,3 3 0 15,-3-1 1-15,0 1 2 16,0 0-3-16,0 0 2 16,0 0-1-16,1 0-1 15,1 0 1-15,5 0-1 16,-1 0 0-16,3 0 0 16,-1 0 0-16,0 0 0 0,0 0 0 15,1 0 0-15,-1 0-1 16,1 0 1-16,-1 0 0 15,0 1 1-15,1 2-1 16,-2-3 0-16,-1 0 1 16,-3 0-1-16,1 0 0 15,-2 0 0-15,1 0 0 16,-3 0 0-16,0 0 0 16,0 0 2-16,0 0-1 15,0 0 0-15,0 0 5 16,0 7 0-16,0 12 1 15,0 16 5-15,-2 19 32 16,-3 16-22-16,5 10-11 16,0 10 5-16,0 5-2 0,0-1-6 15,4-7-2-15,7-8-5 16,2-11 1-16,-3-8-2 16,-1-11-2-16,-6-5 2 15,-3-10-33-15,-1-5-26 16,-23 0-49-16,-12-6-163 15,-11-7-168-15</inkml:trace>
  <inkml:trace contextRef="#ctx0" brushRef="#br1" timeOffset="126273.83">11034 10418 1261 0,'0'0'213'0,"0"0"-205"15,0 0-8-15,0 0 0 16,0 0 14-16,156-44 43 15,-46 38-24-15,17 1-14 16,22-4-6-16,13-7-1 0,12-5-5 16,11-9-1-16,1-2-1 15,-7 4 1-15,-15-1 8 16,-28 8-11-16,-23 4-3 16,-29 2-3-16,-26 5-7 15,-18 4-60-15,-17 4-103 16,-14 1-148-16,-9 1-321 15</inkml:trace>
  <inkml:trace contextRef="#ctx0" brushRef="#br1" timeOffset="127458.14">15493 9622 712 0,'0'0'245'16,"0"0"-151"-16,0 0-79 15,0 0 64-15,0 0 54 16,0 0-54-16,-59-18-59 16,48 60-4-16,-3 18 46 15,6 9-15-15,8 6-11 16,0-3-16-16,8-5-3 15,16-12-11-15,4-17-1 0,2-13-3 16,0-14 4 0,0-11 0-16,-1 0-1 0,0-18-2 15,-3-15 0 1,-6-10 4-16,-7-7-3 0,-13-6 24 16,0-3-6-16,-11-1-6 15,-18 3-12-15,-4 9-1 16,-1 11-1-16,6 12-2 15,4 15-1-15,6 10-11 16,5 4-11-16,3 22-43 16,8 9-78-16,2 6-79 15,16-1-37-15,13-4-131 16</inkml:trace>
  <inkml:trace contextRef="#ctx0" brushRef="#br1" timeOffset="127610.79">15820 9894 702 0,'0'0'485'0,"0"0"-421"16,0 0-56-16,-23 112-1 16,13-70 29-16,0 0 4 15,5 1-25-15,5-3-15 16,0-9-5-16,2-4-81 16,13-11-124-16,5-12-238 15</inkml:trace>
  <inkml:trace contextRef="#ctx0" brushRef="#br1" timeOffset="128090.88">16034 9650 1183 0,'0'0'175'15,"0"0"-158"-15,0 0-7 16,0 0 42-16,0 0 46 15,0 0-68-15,12-75-22 16,-12 75-3-16,0 0 25 16,0 0 6-16,0 0-19 15,0 0-3-15,0 8-14 16,0 14 3-16,7 12-1 0,3 8 0 16,6 1 0-16,2 5-1 15,0-1 1-15,-2 1-2 16,-2-2 1-16,-3-5-1 15,-5-6 0-15,-5-11 0 16,-1-3 0-16,0-6-6 16,-7-4-15-16,-8-4 5 15,-3-2 0-15,-2-5 9 16,2 0 7-16,2 0 3 16,6 0 2-16,6 0 2 15,4 0 13-15,0-2-2 16,0 2-7-16,0 0-11 15,4 0 0-15,16 0-1 16,6 0-1-16,4 0 1 16,4 0-7-16,2 5-59 0,6-4-50 15,-2-1-81-15,0 0-111 16,-7 0-199-16</inkml:trace>
  <inkml:trace contextRef="#ctx0" brushRef="#br1" timeOffset="128239.5">16431 10004 908 0,'0'0'354'16,"0"0"-306"-16,0 0-40 16,0 0-3-16,0 0 47 15,-7 81-29-15,4-48-19 16,1-3-4-16,2-1-5 16,0-9-94-16,0-6-110 0,13-4-184 15</inkml:trace>
  <inkml:trace contextRef="#ctx0" brushRef="#br1" timeOffset="128707.11">16777 9763 924 0,'0'0'224'15,"0"0"-203"-15,-2-97 19 16,-6 72 109-16,-2 9-23 15,-4 3-70-15,1 5-24 16,-5 3-5-16,-4 5-10 0,-1 0-1 16,-2 0-10-16,1 2-1 15,6 7-4-15,4 3-1 16,6 1 0-16,3 4-2 16,5 1-1-16,0 0 3 15,7 0 0-15,17 4 0 16,5-2 4-16,6 4-3 15,2 1 4-15,-3-2-5 16,-6 1-1-16,-7 2 1 16,-9 0 1-16,-10 0-1 15,-2-1 6-15,-8-1 23 16,-21-2 3-16,-6-2-7 16,-7-6 4-16,0-7-1 15,6-7-3-15,7 0 2 0,12-7-14 16,9-24-5-16,8-12-4 15,0-8-4-15,15 1-9 16,18 8-2-16,11 9-26 16,11 9-29-16,7 5-58 15,0 4-176-15,-4 7-247 16</inkml:trace>
  <inkml:trace contextRef="#ctx0" brushRef="#br1" timeOffset="129606.52">16701 9311 1069 0,'0'0'131'16,"-103"-37"-128"-16,44 21 24 15,1-2 47-15,-4 0 27 16,-7 3-34-16,-6 3-37 16,-12 4-18-16,-10 6-10 15,-10 2 7-15,-10 0-2 16,1 13-5-16,-1 11 12 15,1 11 0-15,3 6-1 16,9 6-1-16,8 11-7 16,14 6 3-16,17 11 2 15,20 9-8-15,18 13 3 16,24 9-5-16,6 6 4 0,39 2 3 16,23-6-5-16,24-11 5 15,24-13-4-15,22-16 2 16,15-17-5-16,11-21-2 15,1-19 2-15,3-11-2 16,-5-16-1-16,-6-29-20 16,-5-18 7-16,-6-14 10 15,-15-11 5-15,-11-11 1 16,-17-4 0-16,-21-4 2 16,-19 3 0-16,-22 4 3 15,-22 3 7-15,-16 6 8 16,-26-3-11-16,-29 6 1 0,-22 6 10 15,-18 8-19 1,-14 15 5-16,-6 18-6 0,0 21 0 16,6 20-12-16,12 13-1 15,11 28-45-15,15 16-72 16,16 7-61-16,16 1-139 16,16-8-109-16</inkml:trace>
  <inkml:trace contextRef="#ctx0" brushRef="#br1" timeOffset="130924.43">7777 3336 1050 0,'0'0'115'16,"0"0"-108"-16,0 0 28 16,0 0 60-16,0 0-17 0,0 0-40 15,0-50 12-15,-5 38 12 16,-5-2-25-16,-3 2-14 15,-4 1-1-15,-3 0-7 16,-2 5-1-16,2 4-14 16,0 2-4-16,-2 8 4 15,2 16 3-15,0 8-3 16,7 1 0-16,4-2-1 16,9-1-5-16,0-4 2 15,4-6 3-15,16-6 0 16,8-6 0-16,4-7 1 15,3-1-3-15,-2 0 3 0,-4-14-3 16,-6 1-7 0,-6-2 3-16,-8 0 7 0,-5 0 1 15,-2-3 0-15,-2 0 2 16,0 1-1-16,0 4 0 16,0 4 0-16,0 4-2 15,0 5 1-15,0 0-1 16,0 5-12-16,10 16 3 15,7 10 9-15,3 7 2 16,0 3 4-16,0-2 1 16,-6-4-4-16,-6-3 12 15,-6-5 3-15,-2-4 5 16,-2-3 1-16,-16-5-1 0,-6-1 1 16,-6-1-8-1,-2-4-14-15,-1-3-1 0,-4-3-1 16,0-1-3-16,0-2-54 15,9 0-50-15,10 0-116 16,15 0-23-16,3-16-273 16</inkml:trace>
  <inkml:trace contextRef="#ctx0" brushRef="#br1" timeOffset="131439.26">8049 2908 1136 0,'0'0'117'16,"0"0"-115"-16,-105-90 10 16,67 66 46-16,-2 3 35 15,-4 5-14-15,-6 8-51 16,-5 8-18-16,-3 0 1 15,-5 19 0-15,4 10 4 16,-2 9 4-16,1 6 15 16,3 11-6-16,5 14 7 15,12 17-18-15,14 13 1 16,14 11-5-16,12 4-3 16,16-4-10-16,31-9 0 0,17-12 2 15,11-19 3 1,11-14-4-16,5-19-1 0,8-16 1 15,5-21-1-15,1-7 1 16,-3-27 4-16,-2-18-4 16,-8-6 2-16,-10-7 1 15,-14-6-2-15,-13-6 0 16,-13-5 0-16,-11-8 0 16,-16-5 0-16,-13-1-1 15,-2 4 1-15,-26 9-2 16,-10 10-3-16,-9 14 0 15,-9 11-6-15,-6 15-5 0,-9 18-15 16,-10 15-27 0,-6 19-146-16,-10 21-285 0</inkml:trace>
  <inkml:trace contextRef="#ctx0" brushRef="#br1" timeOffset="197880.02">2600 671 738 0,'0'0'171'0,"0"0"-130"16,0 0-31-1,0 0 68-15,0 0 49 0,0 0-38 16,0 0-15-16,0 0-30 15,-22-54 5-15,18 42-2 16,2-2 11-16,2-1-35 16,0-1-6-16,0 3-3 15,0 2-3-15,0 7-5 16,0 1-6-16,0 3-1 16,0 0-14-16,9 7-10 15,6 17 17-15,3 10 8 16,1 10 7-16,-3 6-2 15,-4 7-3-15,-4-1 1 0,-2-3-1 16,-5-5 2 0,-1-11 0-16,0-9-1 0,0-10-1 15,0-8-1-15,0-5 1 16,0-4 1-16,0-1 1 16,0 0 6-16,0 0 27 15,0 0 4-15,0-10-5 16,0-13-18-16,0-8-18 15,0-7 0-15,0-6 2 16,0-3-2-16,0 0-1 16,7 3 0-16,3 7 1 15,1 5-3-15,2 9 3 16,-2 4 0-16,-1 5 0 0,1 5-1 16,-4 5-1-16,0 2-5 15,2 2 0 1,1 3-6-16,6 15 10 0,3 8 3 15,1 5 1-15,-2 6 1 16,-1 1 0-16,-2 2-1 16,-3-2 2-16,0 1-3 15,-5-5 2-15,2-5-2 16,-2-8 0-16,-2-4-1 16,2-4-20-16,-4-2-68 15,2-4-107-15,0-6-36 16,-2-1-212-16</inkml:trace>
  <inkml:trace contextRef="#ctx0" brushRef="#br1" timeOffset="198292.57">2892 331 1155 0,'0'0'59'0,"0"0"-29"16,0 0 25-16,-5-77 6 15,23 63-8-15,4 7-43 16,0 4-9-16,-4 3-2 16,-3 0-8-16,-3 15-6 15,-4 7 14-15,-6 11 1 0,-2 11 18 16,-3 6 1-16,-21 0 1 15,-6-8-8-15,1-11 1 16,6-13 11-16,10-9 20 16,8-8 3-16,5-1-4 15,0 0-7-15,0 0-16 16,0 0-14-16,10-3-6 16,7-10 0-16,9-2 0 15,8 0 0-15,3 0-2 16,3 4-58-16,3 4-62 15,5 2-37-15,4 5-64 0,-3 0-237 16</inkml:trace>
  <inkml:trace contextRef="#ctx0" brushRef="#br1" timeOffset="200474.88">8822 299 1028 0,'0'0'89'16,"0"0"-83"-16,0 0-3 15,0 0 17-15,0 0 7 16,-103 114-1-16,86-45 6 15,5 7-10-15,9 4-4 16,3-4-9-16,0-4-7 16,15-6-2-16,9-8 1 15,8-10-2-15,7-7-1 16,3-8-78-16,1-12-117 16,4-12-151-16</inkml:trace>
  <inkml:trace contextRef="#ctx0" brushRef="#br1" timeOffset="201724.72">9027 702 502 0,'0'0'577'16,"0"0"-500"-16,0 0-56 16,-39-88 57-16,39 83 3 15,0 3-57-15,0 2-24 16,18 2-8-16,7 16-3 15,2 10 10-15,0 8 1 0,-2 2 0 16,-5 3 4 0,-6-5 1-16,-2-3-5 0,-5-7 1 15,-4-6 0-15,-3-7 0 16,0-6 2-16,0-4-2 16,0-3 8-16,0 0 7 15,0 0 2-15,0-7 21 16,0-18-19-16,0-8-19 15,0-4-1-15,0 0-1 16,2 5-1-16,6 9 2 16,1 10-4-16,-1 7-2 15,-1 4-2-15,1 2-1 16,2 0-7-16,3 15 3 0,3 9 4 16,-3 5 7-1,-1 1 2-15,-1-2 6 0,-2 0-5 16,-2-7 0-16,-3-4 1 15,0-4-1-15,-2-6 0 16,-1-4-1-16,1-3 3 16,0 0 2-16,3 0-3 15,0-19-2-15,2-9-12 16,0-5-1-16,2-3 13 16,-2 0 5-16,-1 3-5 15,1 5 3-15,0 5-1 16,-1 9 5-16,0 6 12 0,-5 6-4 15,1 2-7 1,-1 0-8-16,5 10-26 16,2 12 25-16,2 5 1 0,1 2 13 15,3-4-9-15,1-1-4 16,0-5 1-16,0-4-1 16,1-2 0-16,3-7-34 15,1-5-49-15,2-1-69 16,0-1-29-16,-2-16 50 15,-5-3-16-15,-7 1 99 16,-6 6 48-16,-2 4 57 16,0 5 76-16,0 4-3 15,0 0-26-15,0 0-79 16,0 9-21-16,0 6 10 16,1-1 6-16,15-2-10 0,2-4-5 15,7-8 22-15,0 0-2 16,1-7-8-16,-3-12 8 15,-7-2 12-15,-7-1 25 16,-9 0 17-16,0 0 3 16,-14 3-34-16,-13-3-14 15,-2 5-23-15,-5 4-7 16,2 3 2-16,7 4-3 16,9 6-3-16,6 0-2 15,6 0-20-15,4 11-64 16,0 2-34-16,7-3-5 15,19-3-23-15,8-4-119 16,3-3 2-16,-1 0 82 16,-2-10 183-16,-9 0 2 0,-10 6 47 15,-10 3 76-15,-5 1 36 16,0 0-36-16,0 5-21 16,0 11-21-16,-8 5 7 15,3 0-37-15,1 0-29 16,4-2-6-16,0-3-6 15,0-5-2-15,12-3-3 16,3-3 12-16,2-5-11 16,1 0 23-16,1 0-9 15,-6-15 12-15,-1-6 25 16,-5-3 5-16,-6-1-18 16,-1-5 10-16,0 3-1 15,-20-1-27-15,-5-5-5 0,-3 2-10 16,-3 0-6-16,3 4-3 15,4 9 1-15,4 6-5 16,9 7-1-16,4 5-3 16,4 0-21-16,3 15-77 15,0 5-48-15,21 1-20 16,9-1-134-16,6-10-137 16</inkml:trace>
  <inkml:trace contextRef="#ctx0" brushRef="#br1" timeOffset="202058.21">10126 420 1024 0,'0'0'263'0,"0"0"-239"0,0 0 1 16,0 0 46-16,0 0-53 16,0 0-18-16,-1-13 0 15,24 21 10-15,5 1 13 16,2-4-10-16,-3-1-8 15,0-2 3-15,-7-2-5 16,-3 0 10-16,-4 0 1 16,-7 0 6-16,0 0-8 15,-6 0 8-15,0 0-3 0,0 5-17 16,0 6 1 0,0 7 1-16,0 7 1 0,0 8 6 15,0 7-6-15,-2-2-1 16,-6 2-2-16,3-2-65 15,1-4-72-15,4-4-12 16,0-12-213-16,0-9-243 16</inkml:trace>
  <inkml:trace contextRef="#ctx0" brushRef="#br1" timeOffset="202307.87">10492 179 1150 0,'0'0'198'0,"0"0"-185"15,0 0-5-15,0 0 19 16,0 0-3-16,0 0 21 16,76 100 19-16,-43-31-10 15,-4 6-27-15,-13 3-10 16,-11-2-3-16,-5 5-7 15,-24 6-2-15,-24 6 0 16,-22 1-5-16,-16 0-122 16,-7-7-266-16</inkml:trace>
  <inkml:trace contextRef="#ctx0" brushRef="#br1" timeOffset="-199211.76">18280 1444 855 0,'0'0'187'0,"0"0"-186"16,0 0 2-16,-9-77 20 15,9 54 54-15,2 1-38 16,10 1-22-16,1 2-9 16,-1 6 14-16,-4 4 4 15,-1 5 9-15,-2 2-6 16,0 2-19-16,2 0-10 16,4 4-9-16,3 20 9 15,3 14 3-15,-1 12 2 16,-2 9 11-16,-4 1-14 15,-2-4 3-15,-1-7-2 0,-4-8-3 16,1-9 2 0,-4-7-2-16,0-9 2 0,0-4-2 15,0-6 2-15,0-3-1 16,0-3 3-16,0 0 2 16,0 0 35-16,0 0 37 15,3-16-6-15,-3-6-57 16,1-10-14-16,2-3 5 15,3-6-5-15,0-2 1 16,1-4-3-16,5 2 1 16,-1 1 0-16,5 8 4 15,-1 8-4-15,-1 7-2 16,2 6 2-16,-1 3-3 16,0 2 0-16,1 5 2 15,1 0 0-15,0 5 0 0,-2 0-3 16,-2 3-1-16,1 20 2 15,-3 6-5-15,-1 14 8 16,-1 1 1-16,-2 4 1 16,-3-5-1-16,2-10 0 15,-2-7 2-15,0-7-3 16,-2-7 0-16,1-4 0 16,2-2 0-16,2 0 0 15,7-2-3-15,10 3-23 16,11-6-107-16,15-1-8 15,12 0-219-15,3-9-522 0</inkml:trace>
  <inkml:trace contextRef="#ctx0" brushRef="#br1" timeOffset="-198092.49">23004 1174 901 0,'0'0'34'0,"0"0"-27"0,0 0 99 15,0 0 12 1,0 0-79-16,0 0-31 0,-24-2-8 15,17 31-3-15,-4 20 3 16,1 18 5-16,-1 16 16 16,5 8 17-16,4-3 14 15,2-10-35-15,0-10-12 16,6-11-4-16,10-9 0 16,0-8 0-16,3-12-1 15,1-9-88-15,1-10-79 16,1-9-116-16,0-4-198 15</inkml:trace>
  <inkml:trace contextRef="#ctx0" brushRef="#br1" timeOffset="-196825.81">23111 1472 820 0,'0'0'196'0,"0"0"-166"16,0 0-17-16,0 0 67 15,0 0-44-15,0 0-33 16,19-23 3-16,-4 50 2 16,2 8 2-16,-4 3-2 15,-1-2 2-15,-4-5 0 16,-3-4-1-16,-3-7-2 0,0-3-3 16,-2-6 3-1,0-8-6-15,0 1 7 0,0-4 1 16,0 0 1-16,0 0 11 15,0 0 20-15,0 0 9 16,0-13 20-16,0-12-59 16,0-6-6-16,4-6-2 15,5-1-3-15,2 0 0 16,5 4 0-16,-1 7-1 16,-1 10-1-16,0 8-2 15,-2 7 2-15,1 2 1 16,0 0-6-16,3 15 1 15,-1 9 2-15,-4 6 1 16,1 5 0-16,-4-2 3 0,-1-2-2 16,-3-2 0-16,-1-8 2 15,-2-7 2-15,-1-5-1 16,2-5 0-16,-2-3-1 16,0 2 2-16,0-3 1 15,0 0 2-15,0 0 5 16,0 0 0-16,2-15-9 15,1-7-1-15,0-8-3 16,4-5-6-16,2-1 3 16,1 3 5-16,0 3 1 15,2 6 0-15,-1 8 0 16,-3 6-6-16,-1 7 4 16,0 3 1-16,-1 5-11 0,3 16 5 15,2 5 5-15,1-1 2 16,0 2 1-16,-2-4-1 15,0-3 0-15,-2-4 1 16,-1-6-1-16,-1 0 1 16,3-3-1-16,-1-3 0 15,3-2-9-15,-1-2-47 16,3 0 17-16,0-3 11 16,0-9-5-16,1-2 16 15,-4-1-2-15,-2 5 12 16,-4 2 7-16,-3 6 0 15,-1 2 12-15,0 0 3 0,0 0-15 16,0 8 3-16,0 8-3 16,0 0 6-16,5-3 1 15,2 2 2-15,3-8-3 16,3-3-3-16,4-2 8 16,0-2 6-16,0 0-4 15,-3-8-1-15,-3-5 11 16,-3-3 9-16,-8-6 0 15,0 0 7-15,0-1-7 16,-19-3-10-16,-5-1-14 16,-3 4 2-16,2 6-7 15,6 8-3-15,7 4-3 16,8 5-5-16,4 0-8 0,0 20 7 16,0 8-25-16,11 5-17 15,16-3-10-15,5-7 0 16,5-7-1-16,-1-8-3 15,-4-5 23-15,-7-3 25 16,-8 0 17-16,-5 0 3 16,-7 0-1-16,-3 0 9 15,-2 0 37-15,0 0-6 16,0 0-17-16,0 0-22 16,0 0-3-16,1 1 0 15,2 2 1-15,3 2 0 16,-2-1 1-16,2-4 2 0,-2 0 6 15,-1 0 20 1,3 0 33-16,-3 0 13 0,2-15-14 16,-3-3-13-16,0-2-5 15,-2-5-16-15,0-2-5 16,-4 0-4-16,-10 2-14 16,0 4-1-16,1 2-1 15,1 6 0-15,3 5-3 16,4 4-1-16,3 3-10 15,2 1-63-15,0 0-100 16,0 0-66-16,6-5-213 16</inkml:trace>
  <inkml:trace contextRef="#ctx0" brushRef="#br1" timeOffset="-196511.06">24120 1290 800 0,'0'0'470'15,"0"0"-466"-15,0 0 0 16,0 0 37-16,0 0 48 16,0 0-23-16,1-6-41 15,11 4-14-15,5 2-4 16,3 0 2-16,0 0-4 16,-2 0-4-16,-3 0-1 15,-1 0 5-15,-3 0-4 0,-2 0-1 16,-1 4 1-16,-3 5 0 15,0 6-1-15,-1 4 0 16,-3 10 0-16,1 5 0 16,-2 5 3-16,0 4 0 15,-2-3-3-15,-5-2-16 16,4-5-115-16,3-9-37 16,0-9-202-16,2-6-305 15</inkml:trace>
  <inkml:trace contextRef="#ctx0" brushRef="#br1" timeOffset="-196245.28">24386 1146 1100 0,'0'0'136'0,"0"0"-130"0,0 0-2 16,0 0 5-16,0 0 23 15,0 0 2-15,72 30-17 16,-47 17 7-16,-5 10 16 16,-6 6-19-16,-8 7-4 15,-6 1 2-15,0-3-11 16,-10-8-8-16,-10-11 5 16,-8-5-12-16,-6-6-78 15,-11-6-140-15,-16-7-384 16</inkml:trace>
  <inkml:trace contextRef="#ctx0" brushRef="#br1" timeOffset="-195430.32">19071 1400 916 0,'0'0'143'16,"0"0"-143"-16,0 0 0 15,0 0 48-15,0 0-7 16,0 0-13-16,70-21-23 15,-37 17-1-15,3 2-3 16,-3 2-1-16,-1 0-4 0,1 0-61 16,-3 0-174-16,-3 0-138 15</inkml:trace>
  <inkml:trace contextRef="#ctx0" brushRef="#br1" timeOffset="-195234.54">19144 1534 1046 0,'0'0'138'0,"0"0"-131"0,0 0-7 16,0 0 6 0,104-15 0-16,-63 13-6 0,3 2-1 15,-2 0-51-15,-9 0-248 16,-7 6-123-16</inkml:trace>
  <inkml:trace contextRef="#ctx0" brushRef="#br1" timeOffset="-195061.7">19206 1670 949 0,'0'0'21'16,"0"0"-21"-16,0 0-4 15,0 0 4-15,97 0 0 16,-66 0-6-16,7 0-199 0,-3 0-150 16</inkml:trace>
  <inkml:trace contextRef="#ctx0" brushRef="#br1" timeOffset="-194643.01">19733 1256 952 0,'0'0'60'0,"0"0"-60"0,0 0-8 16,0 0 8-1,-5 88 4-15,5-28 10 0,5-2 7 16,11-4 32-16,8-8-28 15,1-10 1-15,2-5-9 16,1-12-6-16,-1-7-5 16,3-11-6-16,-1-1 9 15,0-9 5-15,0-16-6 16,-4-10 0-16,-7-10-4 16,-8-9 0-16,-10-4 1 15,0-1 2-15,-11 8 27 16,-18 3 2-16,-6 7-9 15,-1 8-13-15,0 9 4 16,6 11-18-16,6 8-3 0,5 5-13 16,-1 0 14-16,3 21-17 15,7 7-37-15,7 1-55 16,3 9-37-16,6-1-58 16,16 2-163-16</inkml:trace>
  <inkml:trace contextRef="#ctx0" brushRef="#br1" timeOffset="-194444.29">20153 1585 338 0,'0'0'592'0,"0"0"-587"0,0 0-1 15,0 87-1-15,0-59 3 16,0 0-1-16,1-1 0 15,2-3-2-15,3-2-3 16,-2-7-65-16,1-7-350 16</inkml:trace>
  <inkml:trace contextRef="#ctx0" brushRef="#br1" timeOffset="-194228.22">20368 1438 985 0,'0'0'202'0,"0"0"-202"16,0 0 0-16,0 0 2 16,0 0 5-16,113-53-6 15,-79 44-2-15,-2 3-14 16,-5-2-230-16,-7-1-144 15</inkml:trace>
  <inkml:trace contextRef="#ctx0" brushRef="#br1" timeOffset="-194005.75">20450 1295 707 0,'0'0'146'0,"0"0"-146"16,0 0-3-16,0 0 3 16,0 0 16-16,0 0 9 15,8 71-13-15,-2-42-4 16,-5 5-4-16,-1-1 0 16,0 0-4-16,0 0-25 15,0-1-307-15</inkml:trace>
  <inkml:trace contextRef="#ctx0" brushRef="#br1" timeOffset="-193824.5">20347 1683 819 0,'0'0'279'0,"0"0"-272"15,0 0-6-15,0 0 10 16,86-29-9-16,-49 22-1 15,5-4-2-15,3 2-45 16,-2-3-187-16,-6 0-165 16</inkml:trace>
  <inkml:trace contextRef="#ctx0" brushRef="#br1" timeOffset="-193590.47">20754 1185 945 0,'0'0'95'0,"0"0"-93"15,0 0-2-15,0 0 4 16,0 84 9-16,5-43 7 16,1 4-6-16,-5 4-8 15,-1-2-4-15,0 3-1 16,0-6-1-16,0-1-31 15,0-7-263-15,0-9-179 0</inkml:trace>
  <inkml:trace contextRef="#ctx0" brushRef="#br1" timeOffset="-193390.75">20933 1574 986 0,'0'0'101'0,"0"0"-98"16,-3 82-3-16,1-49 5 15,2-2-2-15,0-1-3 16,0-1 1-16,0-8-1 0,6-5-163 16,1-12-213-1</inkml:trace>
  <inkml:trace contextRef="#ctx0" brushRef="#br1" timeOffset="-193179.48">21110 1367 980 0,'0'0'116'0,"0"0"-113"0,0 0-3 15,118-45 14 1,-75 33-9-16,-1 1-5 0,-4 2-7 16,-6-1-204-16,-11-1-183 15</inkml:trace>
  <inkml:trace contextRef="#ctx0" brushRef="#br1" timeOffset="-192991.22">21276 1231 984 0,'0'0'11'16,"0"0"-4"-16,0 0-7 15,0 0 20-15,-14 94 2 16,14-63-14-16,0 2-6 16,0 0-2-16,0 3 0 0,0-3-87 15,-8-2-252-15,-5-4-222 16</inkml:trace>
  <inkml:trace contextRef="#ctx0" brushRef="#br1" timeOffset="-192834.52">21165 1636 840 0,'0'0'152'16,"0"0"-123"-16,0 0-22 16,0 0 78-16,0 0-27 15,109-20-43-15,-69 7-11 0,2-4-4 16,0 0-13-1,0-1-138-15,-9-7-201 0,-5-2-116 16</inkml:trace>
  <inkml:trace contextRef="#ctx0" brushRef="#br1" timeOffset="-192296.75">21539 1278 1186 0,'0'0'41'0,"0"0"-9"16,0 0 46-16,0 0 1 15,0 0-44-15,0 0-30 16,91-51-5-16,-61 51 0 16,-5 17-2-16,-5 3-2 15,-6 4-6-15,-9 1 8 16,-5 5-17-16,0 2 9 0,-20 1 10 16,-7-3 1-1,-1-6 2-15,6-11-2 0,7-6 0 16,8-5 11-16,4-2 2 15,3 0-1-15,0 0 4 16,0 0 18-16,0 0 0 16,5-5-24-16,8-2-9 15,6-3-2-15,2 1 0 16,1 1-1-16,0 1 0 16,-1 2-3-16,-2 2 1 15,-4 2-5-15,0 1-23 16,-5 0 3-16,2 0 3 15,-2 0-18-15,-2 0 5 16,2 0 5-16,-3 0 1 0,-4 0 21 16,1 0 11-16,-4 0 2 15,0 0 0-15,0 0 1 16,0 0 9-16,0 4 2 16,0 8-11-16,-2 8 5 15,-5 8-4-15,-3 5 2 16,2 5-4-16,-4 1 1 15,0 0-1-15,2-1-1 16,-1-2-1-16,2-6 0 16,6-6-73-16,3-9-254 15,0-9-301-15</inkml:trace>
  <inkml:trace contextRef="#ctx0" brushRef="#br1" timeOffset="-192042.3">21998 1398 1114 0,'0'0'216'0,"0"0"-216"0,0 0 0 16,0 0 6-1,0 0 25-15,0 0 6 0,125-4-24 16,-83 1-10-16,-5 0-2 16,-7-1-1-16,-5-1-57 15,-8-3-134-15,-7-3-220 16</inkml:trace>
  <inkml:trace contextRef="#ctx0" brushRef="#br1" timeOffset="-191859.7">22209 1247 1183 0,'0'0'107'15,"0"0"-107"-15,0 0 0 16,0 0 1-16,-9 104 5 16,9-55-4-16,0 5 1 15,-1-1-3-15,-4-6-2 0,-2-3-148 16,-3-9-208-16</inkml:trace>
  <inkml:trace contextRef="#ctx0" brushRef="#br1" timeOffset="-191708.26">22083 1676 993 0,'0'0'267'0,"0"0"-267"15,0 0 0-15,89-40 0 16,-54 30 7-16,5-1-7 0,4 2 0 15,-2 1-107-15,-6-4-292 16</inkml:trace>
  <inkml:trace contextRef="#ctx0" brushRef="#br1" timeOffset="-191261.46">22482 1299 1208 0,'0'0'143'15,"0"0"-138"-15,0 0 21 16,0 0 56-16,0 0-25 16,0 0-46-16,83-75-11 15,-56 75-2-15,-6 3 0 16,-6 14-3-16,-8 10-6 16,-7 4 7-16,0 9 1 0,-5 3 3 15,-15-1 8-15,2-6-3 16,2-8-3-16,6-9 2 15,7-7-4-15,3-5-1 16,0 1 1-16,0-2-3 16,13 2 1-16,7 1 2 15,4 0 0-15,1 0 6 16,-1-4-5-16,-7 3-1 16,-8-4 2-16,-5-1 0 15,-4-1 13-15,0 0 31 16,0-2 17-16,-7 3-20 15,-16 1 6-15,-14 5-12 0,-12 3-21 16,-4 0-9 0,-1-2-5-16,4 1 0 0,5-2-4 15,4-1 0-15,7-1-43 16,0-3-86-16,1-3-199 16,-2-1-441-16</inkml:trace>
  <inkml:trace contextRef="#ctx0" brushRef="#br1" timeOffset="-190061.59">17911 2875 1033 0,'0'0'110'0,"0"0"-96"15,0 0 19-15,0 0 95 16,0 0 3-16,21-85-71 16,-8 76-41-16,4 6-17 15,3 3 4-15,4 0-4 16,1 13-2-16,1 14 0 0,0 11 0 16,-5 5 4-1,0 6-3-15,-8-2 2 0,-3 1-1 16,-3-9-1-16,-6-9 4 15,-1-10-3-15,0-9-2 16,0-5 2-16,0-3 5 16,0-2-2-16,0-1 8 15,0 0 11-15,0 0 28 16,-5-18-18-16,-4-13-29 16,2-10-1-16,3-7-1 15,2-1-1-15,2 2 6 16,0 7-8-16,0 3 0 0,9 5 2 15,2 6-2 1,6 2-1-16,1 1 0 0,2 5 1 16,2 6-1-16,-2 4 0 15,0 8-3-15,-1 0 3 16,-1 21-4-16,-3 13-2 16,-3 6 5-16,-3 5-4 15,-6 4 6-15,-3-3 1 16,0-2 2-16,0-5-6 15,0-6-4-15,0-6-59 16,0-6-128-16,0-7-60 16,3-11-215-16</inkml:trace>
  <inkml:trace contextRef="#ctx0" brushRef="#br1" timeOffset="-189680.61">18470 2529 1148 0,'0'0'132'0,"0"0"-127"16,0 0-5-16,0 0 11 15,0 0 21-15,0 0-26 16,76-42-4-16,-62 55-2 15,-5 3-4-15,-6 8-5 0,-3 2 9 16,0 4 5-16,-12-2 2 16,-2-5-4-16,2-7 2 15,7-9 2-15,2-5 2 16,3-2 28-16,0 0 48 16,1-3-15-16,19-15-47 15,9-6-12-15,9 0-9 16,2 1-2-16,4 6-4 15,-2 7-67-15,-2 4-47 16,-4 6-29-16,-7 0-147 16,-10 0-276-16</inkml:trace>
  <inkml:trace contextRef="#ctx0" brushRef="#br1" timeOffset="-189444.8">18796 2818 1343 0,'0'0'94'0,"0"0"-94"15,0 0 0-15,0 0 10 16,0 0 8-16,114-21-16 0,-73 14-2 15,-5 2-58 1,-9 1-156-16,-11 2-172 0,-10 2-401 16</inkml:trace>
  <inkml:trace contextRef="#ctx0" brushRef="#br1" timeOffset="-189280.1">18871 2970 1129 0,'0'0'0'16,"0"0"-4"-16,111-20 2 15,-74 19 2-15,-7 1-63 16,-7 0-208-16,-8 0-310 16</inkml:trace>
  <inkml:trace contextRef="#ctx0" brushRef="#br1" timeOffset="-189130.46">18875 3135 1160 0,'0'0'143'0,"0"0"-143"15,0 0-43-15,0 0 43 16,87-3 7-16,-33-7-7 16,7-6-182-16,6-2-200 15,-5-4-318-15</inkml:trace>
  <inkml:trace contextRef="#ctx0" brushRef="#br1" timeOffset="-188763.44">19490 2784 731 0,'0'0'502'16,"0"0"-489"-16,0 0-13 15,0 0 0-15,0 0 6 16,-28 78 28-16,28-41-14 15,7 1-9-15,13-5-7 16,1-4-3-16,6-9-1 16,5-9 9-16,5-11-7 15,-1 0 11-15,3-9-8 16,-6-10 5-16,-5-4-8 16,-6-2 5-16,-8-3-1 15,-9-1 1-15,-5-3 15 0,-9 2 8 16,-20 0 7-16,-12 6-19 15,-2 6-6-15,-2 7-11 16,5 9-1-16,6 2-7 16,6 13 1-16,4 14 3 15,7 6-23-15,13 3-131 16,4-1-35-16,10-10-172 16,18-7-178-16</inkml:trace>
  <inkml:trace contextRef="#ctx0" brushRef="#br1" timeOffset="-188591.57">19968 2914 860 0,'0'0'247'0,"0"0"-241"16,0 0-6-16,0 77 9 16,0-45 24-16,0 2-1 15,0 0-24-15,0-2-7 16,0-5-1-16,0-8-190 15,5-13-389-15</inkml:trace>
  <inkml:trace contextRef="#ctx0" brushRef="#br1" timeOffset="-188380.37">20271 2663 1283 0,'0'0'82'0,"0"0"-82"16,0 0-15-16,0 0 15 15,8 115 7-15,-3-68-5 16,-1 3-1-16,-3 0-1 16,-1 0 0-16,0-1-175 15,0-7-217-15</inkml:trace>
  <inkml:trace contextRef="#ctx0" brushRef="#br1" timeOffset="-188192.06">20505 3006 1064 0,'0'0'131'0,"0"0"-131"16,0 0-6-16,4 85 6 15,0-57 2-15,6-1-2 16,0-3-59-16,1-7-236 16,2-10-197-16</inkml:trace>
  <inkml:trace contextRef="#ctx0" brushRef="#br1" timeOffset="-187680.59">20831 2625 1153 0,'0'0'107'15,"0"0"-107"-15,0 0-7 16,0 0 6-16,0 0 1 16,0 0 3-16,-20 78-1 15,8-47 1-15,-3-1-3 16,-1-4 3-16,0-6-2 0,4-7 1 15,6-7-1-15,6-5 0 16,0-1-1-16,0 0 0 16,0 5-3-16,12 2 3 15,7 4 3-15,5 1-2 16,5 0 1-16,1-3 1 16,1-3-3-16,3-6 0 15,-4 0 6-15,-3 0-3 16,-5-9 2-16,-9-3-4 15,-6-2 2-15,-6-4 3 16,-1 2-3-16,0-4 2 16,-5 1-5-16,-7-1 1 15,2 3 4-15,3 4 9 16,0 6 9-16,4 5 25 16,0 2-9-16,3 0-39 0,0 13-10 15,0 15 1-15,0 11 9 16,0 7 1-16,3 2-1 15,0 1 0-15,1-5 0 16,2-1-20-16,0-9-137 16,2-10-240-16</inkml:trace>
  <inkml:trace contextRef="#ctx0" brushRef="#br1" timeOffset="-187502.57">21165 2958 1123 0,'0'0'71'0,"0"0"-69"15,-3 87 1-15,1-55-3 16,2-1 6-16,0-2-6 16,0-6-20-16,5-10-252 15,9-10-232-15</inkml:trace>
  <inkml:trace contextRef="#ctx0" brushRef="#br1" timeOffset="-186863.02">21650 2738 593 0,'0'0'466'0,"0"0"-445"15,0 0-15-15,0 0 68 16,0 0 5-16,0 0-18 16,16-40-38-16,-16 29 8 15,0-1 42-15,0-1-8 16,-7 1-22-16,-5 2-17 15,0 3-5-15,2 5-13 0,-1 2-3 16,-1 0-5-16,-2 13-11 16,4 12 9-16,4 5 2 15,2 1-1-15,4-6 0 16,0-4 0-16,14-6 1 16,2-5-2-16,4-5 0 15,2-3-4-15,-3-2 1 16,-3 0-15-16,-4-7-9 15,-4-9 16-15,-2-2 2 16,-3-2-3-16,-3 0 1 16,0-4 8-16,0 2 2 15,0 4 0-15,0 8 0 16,0 7 1-16,0 3 1 16,0 0-13-16,0 13-16 0,1 18 19 15,8 7 5-15,-1 4 6 16,1 2 0-16,-3-3 4 15,0-5-2-15,-5-3 1 16,-1-7 13-16,0-5 28 16,0-4-4-16,-8 1-7 15,-7-5-9-15,-4-1-8 16,1-4-9-16,-3-4-5 16,5-3-2-16,1-1-2 15,3 0-163-15,7-4-88 16,5-12-346-16</inkml:trace>
  <inkml:trace contextRef="#ctx0" brushRef="#br1" timeOffset="-186513.3">22388 2607 325 0,'0'0'814'0,"0"0"-790"0,0 0-16 16,0 0 11-16,0 0 49 15,0 0-45-15,-65-25-14 16,55 57 1-16,-4 16-1 15,4 15 16-15,5 6 16 16,5 0-18-16,0-4 3 16,5-5-10-16,15-4-14 15,8-9-2-15,4-10 0 16,1-9-103-16,2-9-84 16,-4-15-279-16</inkml:trace>
  <inkml:trace contextRef="#ctx0" brushRef="#br1" timeOffset="-185615.08">22521 2904 854 0,'0'0'215'0,"0"0"-175"0,0 0 40 16,-15-79 0-16,27 79-33 16,7 0-43-16,4 7-3 15,2 17 0-15,-2 6 8 16,-1 1-2-16,-7 4 2 15,-5-2-3-15,-2-5 4 16,-4-4-2-16,-2-5 0 16,-2-7-3-16,0-6 0 15,0-3-1-15,0-3 5 16,0 0 6-16,0 0 14 16,0-11 8-16,0-11-35 0,1-10-2 15,8-2-13-15,1-1-12 16,6 2-13-16,4 3 16 15,3 6 7-15,-2 4 9 16,-3 11 1-16,-5 9 5 16,-1 0-4-16,-2 21-3 15,0 14 7-15,-1 7 16 16,-1 0 1-16,-3-5 3 16,2-4 12-16,-1-9-8 15,-1-11-13-15,0-5 1 16,-1-8-8-16,-4 0 3 15,2 0 6-15,-1 0 23 0,5-16 11 16,0-9-40-16,4-8-6 16,0-2 0-16,0 3 0 15,0 5-1-15,0 10 0 16,-1 4 0-16,-2 9 0 16,2 4-4-16,0 0-2 15,1 1 0-15,1 15 2 16,2-1 3-16,3-1-1 15,-4-2 2-15,1-2 0 16,0-4-2-16,0-3-11 16,6-3-43-16,-1 0-23 15,4 0 18-15,-2-8 15 16,0-3-15-16,-6-1 27 0,-6 5 24 16,-3 2 8-1,-4 5 1-15,-1 0-1 0,2 11-16 16,3 12 16-16,4 4 2 15,4 0 4-15,3-8-1 16,1-5 7-16,2-10-2 16,-1-4 9-16,4-6 29 15,-2-15 26-15,-3-6-19 16,-6-1 19-16,-9-1 6 16,-2 2-25-16,-6-2 1 15,-20 1-22-15,-4-1-19 16,-2-1-10-16,0 2 2 0,9 9-1 15,8 6-3 1,8 8 0-16,6 5-2 0,1 0-19 16,0 0-54-16,0 5-20 15,10 6 12-15,7-3-33 16,5-2-53-16,4-2-89 16,1-4-34-16,1 0 60 15,-1 0-16-15</inkml:trace>
  <inkml:trace contextRef="#ctx0" brushRef="#br1" timeOffset="-185147.84">23593 2744 294 0,'0'0'154'15,"0"0"-54"-15,0 0 88 16,0 0-9-16,0 0-53 15,0 0-52-15,0 8-17 16,0-5-27-16,0-1-1 16,0-2-3-16,0 0 15 15,0 0 9-15,0 0 8 16,0 0 10-16,0 0-21 16,0 0-11-16,0 0-13 15,0 0-7-15,0 0-4 16,3 0 0-16,2 0-10 15,4-2-1-15,1-3-1 0,5 2-1 16,0 0 1-16,3 0 0 16,4 2-1-16,1-1 0 15,-1 1 2-15,1-2-1 16,-6 0 1-16,-5 2 0 16,-5 1-1-16,-6 0 3 15,-1 0-3-15,0 0 6 16,0 0 3-16,0 7-9 15,2 16-2-15,-1 10 2 16,1 8 4-16,-2 2-2 16,0 1-2-16,0 0 3 15,0-7-3-15,0-3-5 0,-3-5-80 16,1-10-132-16,1-8-161 16</inkml:trace>
  <inkml:trace contextRef="#ctx0" brushRef="#br1" timeOffset="-184905.62">23947 2537 1351 0,'0'0'102'15,"0"0"-102"-15,0 0-11 16,0 0 11-16,0 0 13 0,89 138 25 15,-69-64-10-15,-10 2-5 16,-10-4-11-16,0-2-8 16,-16-4-4-16,-16-6-5 15,-11-5-16-15,-13-10-193 16,-11-10-262-16</inkml:trace>
  <inkml:trace contextRef="#ctx0" brushRef="#br1" timeOffset="-183165.21">19499 3503 1224 0,'0'0'113'0,"0"0"-113"16,0 0 1-16,0 0 4 15,0 0 56-15,0 0 0 16,1 0-36-16,-1 0-18 0,2 0 1 16,-1 0-2-16,1 0 8 15,2-2 5-15,-1-1 3 16,7-6-8-16,6-4-7 15,8-7 1-15,4-3-8 16,-2 6-7-16,-4 3-105 16,-4 8-74-16,0 4-131 15,2 2-227-15</inkml:trace>
  <inkml:trace contextRef="#ctx0" brushRef="#br1" timeOffset="-182821.34">20211 3444 749 0,'0'0'423'16,"0"0"-363"-16,0 0-58 16,0 0 18-16,0 0 101 0,0 0-25 15,17 0-48-15,1 0-29 16,13-9-12-16,11-2-7 15,3 3-6-15,-1 3-143 16,-5 1-91-16,-11-1-348 16</inkml:trace>
  <inkml:trace contextRef="#ctx0" brushRef="#br1" timeOffset="-182422.95">20799 3513 1125 0,'0'0'181'0,"0"0"-181"0,0 0-1 15,0 0 1-15,0 0 18 16,0 0-7-16,151-56-11 16,-76 34-22-16,2 3-222 15,-12 0-290-15</inkml:trace>
  <inkml:trace contextRef="#ctx0" brushRef="#br1" timeOffset="-181515.56">21853 2450 615 0,'0'0'170'0,"0"0"-151"16,0 0-15-16,0 0 36 16,0 0 74-16,0 0-38 15,-79-62-21-15,71 55-27 16,-5-1 20-16,-3 4-23 15,-4-1-4-15,-5 3-5 16,-1 2-11-16,-6 0 4 16,-2 3-1-16,-1 11-4 15,0 4 5-15,3 3 0 16,0 3-1-16,6 2-1 0,2 6-1 16,8 10-1-16,3 13 0 15,7 13 14-15,6 8 10 16,0 4-19-16,7-4-1 15,15-3-3-15,4-8-1 16,8-9-4-16,4-10 6 16,6-11-6-16,6-13 3 15,5-10 6-15,3-11-2 16,4-1-2-16,-1-13-1 16,-4-12 3-16,-4-9-2 15,-8-8-5-15,-6-6 2 16,-11-5 0-16,-11-5-1 15,-13-5-1-15,-4-3-1 0,-3-5 2 16,-17 5-1-16,-3 14-1 16,0 12-9-16,-1 22 2 15,0 15-12-15,-1 3-57 16,2 28-73-16,3 16-150 16,5 8-64-16</inkml:trace>
  <inkml:trace contextRef="#ctx0" brushRef="#br1" timeOffset="-180924.14">21908 3120 891 0,'0'0'267'0,"0"0"-265"15,0 0-2-15,0 0 0 16,-7 84 7-16,25-40 18 15,4 11 14-15,1 2-17 16,1 3-7-16,-4-2-2 16,-5-1-4-16,-9-8-3 15,-2-12 1-15,-4-11-3 16,0-11 4-16,0-10-2 16,0-3 3-16,0-2 40 15,0 0 25-15,-15-1-2 16,-8-17-45-16,-5-7-19 0,0-3-1 15,5 3-2-15,6 2 24 16,7 8-8-16,5 3-3 16,4 6-4-16,1 1-7 15,0 4-3-15,0 0-2 16,0 1-2-16,0 0-7 16,0 0 0-16,13 4 7 15,6 6 1-15,4 2 0 16,-1 0 1-16,-2-4-3 15,-4 1 1-15,-2-2-8 16,-2-5-30-16,-8 1-16 16,-1-3 19-16,1 0 1 15,-4 0 34-15,0 0 2 0,0-3 6 16,0-6-7-16,0 1 7 16,0 6 22-16,0 0-1 15,0 2-4-15,0 0-9 16,0 0-16-16,0 0-1 15,0 0-5-15,0 3 0 16,7 7 4-16,1 3-29 16,4 0-119-16,2-3-75 15,4-1-183-15</inkml:trace>
  <inkml:trace contextRef="#ctx0" brushRef="#br1" timeOffset="-180332.5">22282 3803 898 0,'0'0'108'0,"0"0"-108"16,0 0 0-16,0 0 9 16,0 0 19-16,0 0 22 15,0 33-11-15,0-26-13 16,0-3 7-16,-3-1 22 15,-1-1 13-15,1-2-9 16,-4 0-5-16,-1 0-8 16,-2 0-18-16,0 0-6 15,2-8 1-15,-1-8-4 16,6-1 5-16,3 0-9 16,0 2-9-16,0 1-3 0,9 5-3 15,5 2 0-15,7 7-1 16,-3 0-4-16,0 14-2 15,-2 17-1-15,-3 13 3 16,-6 6 4-16,-7 5-1 16,0-1 2-16,-9-1 0 15,-13-3 2-15,-6-10 2 16,-4-7-1-16,-4-9 4 16,2-10 2-16,4-7 11 15,5-5 6-15,8-2-5 16,4-4-11-16,4-19 1 0,9-8-11 15,0-3-3 1,5 3 2-16,19 5 1 0,4 7 0 16,1 6-3-16,1 11 2 15,0 2-1-15,-2 0 1 16,4 16-2-16,3 2 1 16,0 1 2-16,0-2-2 15,-1-3 1-15,-3-5-56 16,-3-6-75-16,-2-3-66 15,-4 0-122-15,-5 0-300 16</inkml:trace>
  <inkml:trace contextRef="#ctx0" brushRef="#br1" timeOffset="-177849.32">18291 4449 1182 0,'0'0'45'0,"0"0"-43"16,0 0-2-16,-81 98 3 16,71-46 16-16,6 9 0 15,4 0-4-15,0-6 2 0,14-10-16 16,9-13 3-16,4-14-1 16,4-12 5-16,7-6-3 15,3-6 3-15,6-21 1 16,-4-8 0-16,-4-4-5 15,-14-4-2-15,-10-3 6 16,-14-3 31-16,-1-2-14 16,-14 1 1-16,-17 5-11 15,-4 6-3-15,2 9-4 16,3 9-8-16,10 12 0 16,3 9-5-16,3 0-21 15,4 24-26-15,4 12-66 16,6 4-65-16,5-2-203 15,22-7-168-15</inkml:trace>
  <inkml:trace contextRef="#ctx0" brushRef="#br1" timeOffset="-177685.38">18686 4632 877 0,'0'0'68'15,"0"0"-57"-15,-8 93 4 16,-1-59 9-16,3-5 18 15,0 2-15-15,5-6-23 16,1-3-1-16,0-5-3 0,0-8-153 16,7-9-264-1</inkml:trace>
  <inkml:trace contextRef="#ctx0" brushRef="#br1" timeOffset="-177232.25">18939 4475 971 0,'0'0'200'0,"0"0"-176"15,0 0-17-15,6-76 50 16,0 65 34-16,-5 7-18 16,1 1-23-16,-2 3-23 15,0 0-12-15,0 0-2 16,0 0 0-16,0 0 7 0,0 0-14 15,0 18-6 1,0 14 0-16,7 9 1 0,0 11 5 16,3-2-6-16,2 1 3 15,-3-4-4-15,-2-3 4 16,-6-5-6-16,-1-4 2 16,0-6-19-16,-10-5-26 15,-9-6-31-15,-1-6-13 16,1-10 44-16,0-2 34 15,2 0 12-15,4-2 6 16,3-7 0-16,7-1 20 16,3 2 28-16,0-1-22 0,5 1-20 15,16-1-12 1,9 1 0-16,7 2 0 0,3 2-4 16,5-1-6-16,3 1-116 15,3-2-61-15,3-3-157 16,-6-1-180-16</inkml:trace>
  <inkml:trace contextRef="#ctx0" brushRef="#br1" timeOffset="-177084.42">19347 4734 819 0,'0'0'313'0,"0"0"-303"16,0 0-5-16,0 0 1 15,0 0 12-15,-51 106-9 16,51-76-9-16,0-5-2 15,0-2-50-15,12-10-174 0,7-5-169 16</inkml:trace>
  <inkml:trace contextRef="#ctx0" brushRef="#br1" timeOffset="-176733.34">19503 4549 1278 0,'0'0'88'16,"0"0"-82"-16,0 0-5 0,0 0 30 16,0 0-10-1,94-27-7-15,-62 41-6 0,-4 8-8 16,-8 4 1 0,-8 2-2-16,-12 1 0 0,0 2-1 15,-16-2 4-15,-13 1 13 16,-1-4-12-16,5-8 0 15,5-6 6-15,8-6-4 16,9-6 0-16,3 0 12 16,0-1 15-16,3-13-32 15,17-1-3-15,10 2 1 16,5 6-3-16,6 3-4 16,2 4-26-16,2 0-55 15,2 0-20-15,-4 0-62 16,-3 2-121-16,-4 1-158 15</inkml:trace>
  <inkml:trace contextRef="#ctx0" brushRef="#br1" timeOffset="-176528.83">20012 4674 690 0,'0'0'213'0,"0"0"-174"16,0 0 26-16,0 0-21 15,0 0 27-15,-17 76-6 16,6-33 13-16,-3-3-61 16,0 0-13-16,1-3-1 15,2-5-3-15,1-2-5 16,5-9-172-16,5-12-220 0</inkml:trace>
  <inkml:trace contextRef="#ctx0" brushRef="#br1" timeOffset="-176133.44">20188 4463 1240 0,'0'0'79'15,"0"0"-79"-15,0 0-8 16,0 0 8-16,0 0 4 15,0 0-1-15,30 87 4 0,-17-64-6 16,-1-5 1-16,1-6 2 16,2-4-3-16,0-5 1 15,2-3-2-15,1 0 0 16,-4-6-13-16,-2-11 7 16,-6-1-12-16,-5-3 12 15,-1 0 6-15,0 3 3 16,0 4-1-16,0 9 24 15,-3 3 16-15,2 2-18 16,1 11-24-16,0 18-14 16,0 12 14-16,0 9 2 15,0 1-2-15,0-3 0 0,0-3-2 16,1-7-116-16,8-11-214 16,-2-12-502-16</inkml:trace>
  <inkml:trace contextRef="#ctx0" brushRef="#br1" timeOffset="-175898.76">20602 4277 1212 0,'0'0'68'0,"0"0"-67"15,0 101-1-15,0-37 6 16,0 10-4-16,4 1 5 16,-4 3-4-16,0-3-1 15,0-7-2-15,0-9-2 16,0-15-227-16,0-20-227 16</inkml:trace>
  <inkml:trace contextRef="#ctx0" brushRef="#br1" timeOffset="-175181.82">20547 4229 1089 0,'0'0'202'0,"0"0"-196"16,-97-27-5-16,55 25 7 15,-13 1 25-15,-14 1 12 16,-17 0 9-16,-21 0-20 16,-22 0-3-16,-20 6 2 15,-23 0-15-15,-21 1-6 16,-11 2 4-16,-6-3-10 16,2-4 2-16,11-2 8 15,20 0 12-15,23-8-8 16,20-4 1-16,26 2 0 15,19 2-4-15,21 4-10 0,21-1-3 16,15 4-2-16,14 0-1 16,9 1 1-16,6 0-2 15,1 0 0-15,0 0 2 16,-1 0-2-16,-2 0 0 16,-3 0-1-16,0 0 2 15,-1 0-1-15,4 0 0 16,2 0 0-16,3 0 0 15,0 0 0-15,0 0-2 16,0 0 1-16,0 0-1 16,0 0 0-16,0 0-1 15,0 0 0-15,0 10 0 0,0 16-2 16,0 19 5-16,0 15 4 16,0 9-4-16,0 6 2 15,0 6-2-15,0 3 1 16,0 5 1-16,-2-3-2 15,-1-7 0-15,0-9 0 16,3-12 1-16,0-11 0 16,0-11-1-16,0-7-3 15,16-8-4-15,23-6 7 16,28-7 1-16,33-5 4 16,30-3 1-16,34-3-3 15,29-17-3-15,24-9-2 16,17-5 1-16,8-1 0 0,-11 3-9 15,-22 10-35-15,-30 10-73 16,-34 1-77-16,-30 2-109 16,-28-2-453-16</inkml:trace>
  <inkml:trace contextRef="#ctx0" brushRef="#br1" timeOffset="-171400.38">17143 4502 814 0,'0'0'272'0,"0"0"-245"0,0 0-27 16,0 0-6-16,0 0 6 16,0 0 5-16,0 0 10 15,92 79 12-15,-67-45 26 16,-5-2-29-16,-5-3-7 16,-3-7 41-16,-4-7-24 15,-3-6-5-15,-2-4 21 16,3-5-14-16,2 0 2 15,16-14 17-15,15-27-4 0,20-17-26 16,12-19-19 0,3-10 1-16,-2-7-7 0,-8 2-20 15,-9 5-134-15,-10 7-106 16,-10 16-369-16</inkml:trace>
  <inkml:trace contextRef="#ctx0" brushRef="#br1" timeOffset="-167947.87">21018 4716 948 0,'0'0'135'0,"0"0"-135"16,0 0-45-16,0 0 45 15,0 0 5-15,10 96 2 16,-6-59-1-16,1-5-5 15,-2-6 8-15,-2-9-8 16,3-8 1-16,-2-8 4 16,-1-1 23-16,5 0 76 15,5-6-23-15,11-21-7 0,12-17-45 16,9-8-13 0,9-9 6-16,1 2-4 0,1 4-17 15,-8 9-1-15,-7 11-1 16,-9 13-3-16,-10 10-23 15,-8 10-101-15,-11 2-54 16,-1 5-171-16,-12 11-8 16</inkml:trace>
  <inkml:trace contextRef="#ctx0" brushRef="#br1" timeOffset="-167634.02">21284 4605 1170 0,'0'0'71'0,"0"0"-71"16,0 0-5-16,0 0 5 15,0 0 4-15,0 81 3 16,0-36 25-16,0-1-13 16,0-7-14-16,2-9 2 15,1-12-4-15,2-8 9 16,-2-8 23-16,3 0 45 15,9-11 25-15,12-22-36 16,16-17-55-16,14-17-12 16,15-13-2-16,8-13 0 15,3-10-5-15,7-8-65 16,0 0-69-16,-2 6-39 0,-8 11-181 16,-18 14-165-1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d557afc1dc_1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3" name="Google Shape;1613;gd557afc1dc_1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d557afc1dc_1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d557afc1dc_1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d557afc1dc_1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d557afc1dc_1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d557afc1dc_1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d557afc1dc_1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d557afc1dc_1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d557afc1dc_1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d557afc1dc_1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9" name="Google Shape;1659;gd557afc1dc_1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d477292fe9_1_8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d477292fe9_1_8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d477292fe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d477292fe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d477292fe9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d477292fe9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d477292fe9_3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d477292fe9_3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d477292fe9_3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d477292fe9_3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d477292fe9_3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d477292fe9_3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d477292fe9_3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d477292fe9_3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d477292fe9_3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d477292fe9_3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d477292fe9_1_2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d477292fe9_1_2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d477292fe9_3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d477292fe9_3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d477292fe9_3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d477292fe9_3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gd477292fe9_3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d477292fe9_3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d477292fe9_3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d477292fe9_3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d477292fe9_3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" name="Google Shape;1828;gd477292fe9_3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d477292fe9_3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d477292fe9_3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d477292fe9_3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d477292fe9_3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d477292fe9_3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d477292fe9_3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d477292fe9_3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d477292fe9_3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d477292fe9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d477292fe9_3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d477292fe9_3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d477292fe9_3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d477292fe9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0" name="Google Shape;1910;gd477292fe9_3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d477292fe9_3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d477292fe9_3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d477292fe9_3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d477292fe9_3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d477292fe9_3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d477292fe9_3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d477292fe9_3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d477292fe9_3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gd477292fe9_3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4" name="Google Shape;1964;gd477292fe9_3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d477292fe9_3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d477292fe9_3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d477292fe9_3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2" name="Google Shape;1992;gd477292fe9_3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d557afc1dc_1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d557afc1dc_1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d557afc1dc_1_1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d557afc1dc_1_1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d557afc1dc_1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d557afc1dc_1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d557afc1dc_1_10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d557afc1dc_1_10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d557afc1dc_1_18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d557afc1dc_1_18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8" Type="http://schemas.openxmlformats.org/officeDocument/2006/relationships/image" Target="../media/image16.png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42.jp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Layouts/_rels/slideLayout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/Relationships>
</file>

<file path=ppt/slideLayouts/_rels/slideLayout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74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/Relationships>
</file>

<file path=ppt/slideLayouts/_rels/slideLayout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99.jp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/Relationships>
</file>

<file path=ppt/slideLayouts/_rels/slideLayout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/Relationships>
</file>

<file path=ppt/slideLayouts/_rels/slideLayout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7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70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">
  <p:cSld name="TITLE_1_1_1_2_1_1_1">
    <p:bg>
      <p:bgPr>
        <a:solidFill>
          <a:srgbClr val="F4FF8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BF9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 t="28708" b="27319"/>
          <a:stretch/>
        </p:blipFill>
        <p:spPr>
          <a:xfrm>
            <a:off x="8063776" y="4787775"/>
            <a:ext cx="1039950" cy="27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bottom">
  <p:cSld name="CUSTOM_2_1_1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457200" y="2567250"/>
            <a:ext cx="8279100" cy="22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63" name="Google Shape;63;p16"/>
          <p:cNvPicPr preferRelativeResize="0"/>
          <p:nvPr/>
        </p:nvPicPr>
        <p:blipFill rotWithShape="1">
          <a:blip r:embed="rId2">
            <a:alphaModFix/>
          </a:blip>
          <a:srcRect t="28708" b="27319"/>
          <a:stretch/>
        </p:blipFill>
        <p:spPr>
          <a:xfrm>
            <a:off x="8063776" y="4787775"/>
            <a:ext cx="1039950" cy="27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7"/>
          <p:cNvPicPr preferRelativeResize="0"/>
          <p:nvPr/>
        </p:nvPicPr>
        <p:blipFill rotWithShape="1">
          <a:blip r:embed="rId2">
            <a:alphaModFix/>
          </a:blip>
          <a:srcRect t="28708" b="27319"/>
          <a:stretch/>
        </p:blipFill>
        <p:spPr>
          <a:xfrm>
            <a:off x="8063776" y="4787775"/>
            <a:ext cx="1039950" cy="27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2 1">
  <p:cSld name="TITLE_1_1_1_2_1_1_1_2_1">
    <p:bg>
      <p:bgPr>
        <a:solidFill>
          <a:srgbClr val="FF8E5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783F0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ysics title">
  <p:cSld name="TITLE_1_1_1_1">
    <p:bg>
      <p:bgPr>
        <a:solidFill>
          <a:srgbClr val="00579B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73" name="Google Shape;7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ndex">
  <p:cSld name="TITLE_AND_BODY_1">
    <p:bg>
      <p:bgPr>
        <a:solidFill>
          <a:srgbClr val="00579B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679875" y="761128"/>
            <a:ext cx="8152500" cy="38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 sz="2000">
                <a:solidFill>
                  <a:srgbClr val="FFFFFF"/>
                </a:solidFill>
              </a:defRPr>
            </a:lvl1pPr>
            <a:lvl2pPr marL="914400" lvl="1" indent="-3683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683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556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556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556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429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8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ubTitle" idx="2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FED834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>
                <a:solidFill>
                  <a:srgbClr val="FED834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FED834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FED834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FED834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>
                <a:solidFill>
                  <a:srgbClr val="FED834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>
                <a:solidFill>
                  <a:srgbClr val="FED834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>
                <a:solidFill>
                  <a:srgbClr val="FED83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01ll">
  <p:cSld name="CUSTOM_3">
    <p:bg>
      <p:bgPr>
        <a:solidFill>
          <a:srgbClr val="D1D1D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114300"/>
            <a:ext cx="6553200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">
  <p:cSld name="TITLE_1_1_1">
    <p:bg>
      <p:bgPr>
        <a:solidFill>
          <a:srgbClr val="5D408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">
  <p:cSld name="TITLE_1_1_1_2">
    <p:bg>
      <p:bgPr>
        <a:solidFill>
          <a:srgbClr val="B388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674EA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88" name="Google Shape;8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2">
  <p:cSld name="TITLE_1_1_1_2_2">
    <p:bg>
      <p:bgPr>
        <a:solidFill>
          <a:srgbClr val="EA80FC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674EA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2" name="Google Shape;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">
  <p:cSld name="TITLE_1_1_1_2_1">
    <p:bg>
      <p:bgPr>
        <a:solidFill>
          <a:srgbClr val="80D8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3C78D8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6" name="Google Shape;9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">
  <p:cSld name="TITLE_1_1_1_2_1_1">
    <p:bg>
      <p:bgPr>
        <a:solidFill>
          <a:srgbClr val="CBFF9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6AA84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00" name="Google Shape;10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3">
  <p:cSld name="TITLE_1_1_1_2_1_1_1_3">
    <p:bg>
      <p:bgPr>
        <a:solidFill>
          <a:srgbClr val="A7FFEA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3D85C6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3D85C6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>
                <a:solidFill>
                  <a:srgbClr val="3D85C6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3D85C6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3D85C6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3D85C6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>
                <a:solidFill>
                  <a:srgbClr val="3D85C6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>
                <a:solidFill>
                  <a:srgbClr val="3D85C6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>
                <a:solidFill>
                  <a:srgbClr val="3D85C6"/>
                </a:solidFill>
              </a:defRPr>
            </a:lvl9pPr>
          </a:lstStyle>
          <a:p>
            <a:endParaRPr/>
          </a:p>
        </p:txBody>
      </p:sp>
      <p:pic>
        <p:nvPicPr>
          <p:cNvPr id="104" name="Google Shape;104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2">
  <p:cSld name="TITLE_1_1_1_2_1_1_1_2">
    <p:bg>
      <p:bgPr>
        <a:solidFill>
          <a:srgbClr val="FF8A8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99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08" name="Google Shape;10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1">
  <p:cSld name="TITLE_1_1_1_2_1_1_1_1">
    <p:bg>
      <p:bgPr>
        <a:solidFill>
          <a:srgbClr val="AA00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EFEFE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2" name="Google Shape;11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1 1">
  <p:cSld name="TITLE_1_1_1_2_1_1_1_1_1">
    <p:bg>
      <p:bgPr>
        <a:solidFill>
          <a:srgbClr val="5D408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ysics title 1">
  <p:cSld name="TITLE_1_1_1_1_2">
    <p:bg>
      <p:bgPr>
        <a:solidFill>
          <a:srgbClr val="1D88E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1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1C458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1C4587"/>
                </a:solidFill>
              </a:defRPr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>
                <a:solidFill>
                  <a:srgbClr val="1C4587"/>
                </a:solidFill>
              </a:defRPr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1C4587"/>
                </a:solidFill>
              </a:defRPr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1C4587"/>
                </a:solidFill>
              </a:defRPr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>
                <a:solidFill>
                  <a:srgbClr val="1C4587"/>
                </a:solidFill>
              </a:defRPr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>
                <a:solidFill>
                  <a:srgbClr val="1C4587"/>
                </a:solidFill>
              </a:defRPr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>
                <a:solidFill>
                  <a:srgbClr val="1C4587"/>
                </a:solidFill>
              </a:defRPr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pic>
        <p:nvPicPr>
          <p:cNvPr id="120" name="Google Shape;120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iology title">
  <p:cSld name="TITLE_1_1_1_1_1">
    <p:bg>
      <p:bgPr>
        <a:solidFill>
          <a:srgbClr val="1A5E2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24" name="Google Shape;124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iology title 1">
  <p:cSld name="TITLE_1_1_1_1_1_2">
    <p:bg>
      <p:bgPr>
        <a:solidFill>
          <a:srgbClr val="4CAF5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28" name="Google Shape;12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hemistry title">
  <p:cSld name="TITLE_1_1_1_1_1_1">
    <p:bg>
      <p:bgPr>
        <a:solidFill>
          <a:srgbClr val="880D4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32" name="Google Shape;132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hemistry title 1">
  <p:cSld name="TITLE_1_1_1_1_1_1_1">
    <p:bg>
      <p:bgPr>
        <a:solidFill>
          <a:srgbClr val="880D4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Maths sub-section title">
  <p:cSld name="CUSTOM">
    <p:bg>
      <p:bgPr>
        <a:solidFill>
          <a:srgbClr val="5D408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40" name="Google Shape;14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iology sub-section title">
  <p:cSld name="SECTION_HEADER_1">
    <p:bg>
      <p:bgPr>
        <a:solidFill>
          <a:srgbClr val="1A5E20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43" name="Google Shape;143;p37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44" name="Google Shape;14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hemistry sub-section title">
  <p:cSld name="SECTION_HEADER_1_1">
    <p:bg>
      <p:bgPr>
        <a:solidFill>
          <a:srgbClr val="880D4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  <a:defRPr/>
            </a:lvl3pPr>
            <a:lvl4pPr lvl="3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7pPr>
            <a:lvl8pPr lvl="7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8pPr>
            <a:lvl9pPr lvl="8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48" name="Google Shape;148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left">
  <p:cSld name="CUSTOM_2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>
            <a:spLocks noGrp="1"/>
          </p:cNvSpPr>
          <p:nvPr>
            <p:ph type="body" idx="1"/>
          </p:nvPr>
        </p:nvSpPr>
        <p:spPr>
          <a:xfrm>
            <a:off x="457200" y="342900"/>
            <a:ext cx="4138200" cy="44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51" name="Google Shape;151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right">
  <p:cSld name="CUSTOM_2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>
            <a:spLocks noGrp="1"/>
          </p:cNvSpPr>
          <p:nvPr>
            <p:ph type="body" idx="1"/>
          </p:nvPr>
        </p:nvSpPr>
        <p:spPr>
          <a:xfrm>
            <a:off x="4572000" y="342900"/>
            <a:ext cx="4164300" cy="44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54" name="Google Shape;15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top">
  <p:cSld name="CUSTOM_2_1_1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>
            <a:spLocks noGrp="1"/>
          </p:cNvSpPr>
          <p:nvPr>
            <p:ph type="body" idx="1"/>
          </p:nvPr>
        </p:nvSpPr>
        <p:spPr>
          <a:xfrm>
            <a:off x="457200" y="342900"/>
            <a:ext cx="8279100" cy="22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57" name="Google Shape;157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42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43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4">
  <p:cSld name="TITLE_AND_BODY_4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9" name="Google Shape;169;p44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45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72" name="Google Shape;172;p45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5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4" name="Google Shape;174;p45"/>
            <p:cNvGrpSpPr/>
            <p:nvPr/>
          </p:nvGrpSpPr>
          <p:grpSpPr>
            <a:xfrm>
              <a:off x="8477595" y="4477088"/>
              <a:ext cx="666404" cy="666424"/>
              <a:chOff x="7996345" y="980275"/>
              <a:chExt cx="666404" cy="666424"/>
            </a:xfrm>
          </p:grpSpPr>
          <p:sp>
            <p:nvSpPr>
              <p:cNvPr id="175" name="Google Shape;175;p45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5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45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5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45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45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5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5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5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5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45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45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5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5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5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45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45"/>
            <p:cNvGrpSpPr/>
            <p:nvPr/>
          </p:nvGrpSpPr>
          <p:grpSpPr>
            <a:xfrm>
              <a:off x="7042550" y="1541664"/>
              <a:ext cx="730045" cy="2060086"/>
              <a:chOff x="7022220" y="1541675"/>
              <a:chExt cx="666404" cy="1880499"/>
            </a:xfrm>
          </p:grpSpPr>
          <p:sp>
            <p:nvSpPr>
              <p:cNvPr id="192" name="Google Shape;192;p45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5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45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45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5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5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5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45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45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45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5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45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45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5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5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5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5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5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5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5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5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5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5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5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5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5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5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5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5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5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5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5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45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5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45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5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5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45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45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45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" name="Google Shape;232;p45"/>
            <p:cNvGrpSpPr/>
            <p:nvPr/>
          </p:nvGrpSpPr>
          <p:grpSpPr>
            <a:xfrm>
              <a:off x="-225" y="2008293"/>
              <a:ext cx="301822" cy="1126923"/>
              <a:chOff x="-225" y="1987280"/>
              <a:chExt cx="318950" cy="1190873"/>
            </a:xfrm>
          </p:grpSpPr>
          <p:sp>
            <p:nvSpPr>
              <p:cNvPr id="233" name="Google Shape;233;p45"/>
              <p:cNvSpPr/>
              <p:nvPr/>
            </p:nvSpPr>
            <p:spPr>
              <a:xfrm>
                <a:off x="-175" y="1987280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5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45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45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45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p45"/>
            <p:cNvGrpSpPr/>
            <p:nvPr/>
          </p:nvGrpSpPr>
          <p:grpSpPr>
            <a:xfrm>
              <a:off x="8842175" y="668858"/>
              <a:ext cx="301822" cy="872806"/>
              <a:chOff x="-225" y="2255817"/>
              <a:chExt cx="318950" cy="922336"/>
            </a:xfrm>
          </p:grpSpPr>
          <p:sp>
            <p:nvSpPr>
              <p:cNvPr id="239" name="Google Shape;239;p45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45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45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5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45"/>
            <p:cNvGrpSpPr/>
            <p:nvPr/>
          </p:nvGrpSpPr>
          <p:grpSpPr>
            <a:xfrm>
              <a:off x="5798377" y="4270683"/>
              <a:ext cx="301822" cy="872806"/>
              <a:chOff x="1611209" y="2255817"/>
              <a:chExt cx="318950" cy="922336"/>
            </a:xfrm>
          </p:grpSpPr>
          <p:sp>
            <p:nvSpPr>
              <p:cNvPr id="244" name="Google Shape;244;p45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45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45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45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" name="Google Shape;248;p45"/>
            <p:cNvGrpSpPr/>
            <p:nvPr/>
          </p:nvGrpSpPr>
          <p:grpSpPr>
            <a:xfrm>
              <a:off x="685795" y="0"/>
              <a:ext cx="666404" cy="666424"/>
              <a:chOff x="7996345" y="980275"/>
              <a:chExt cx="666404" cy="666424"/>
            </a:xfrm>
          </p:grpSpPr>
          <p:sp>
            <p:nvSpPr>
              <p:cNvPr id="249" name="Google Shape;249;p45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45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45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5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5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5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45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45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45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5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5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5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5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5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5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45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5" name="Google Shape;265;p45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46"/>
          <p:cNvGrpSpPr/>
          <p:nvPr/>
        </p:nvGrpSpPr>
        <p:grpSpPr>
          <a:xfrm>
            <a:off x="-204" y="0"/>
            <a:ext cx="9158154" cy="5149835"/>
            <a:chOff x="-204" y="0"/>
            <a:chExt cx="9158154" cy="5149835"/>
          </a:xfrm>
        </p:grpSpPr>
        <p:sp>
          <p:nvSpPr>
            <p:cNvPr id="268" name="Google Shape;268;p46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6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6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" name="Google Shape;271;p46"/>
            <p:cNvGrpSpPr/>
            <p:nvPr/>
          </p:nvGrpSpPr>
          <p:grpSpPr>
            <a:xfrm>
              <a:off x="-204" y="664293"/>
              <a:ext cx="155867" cy="653721"/>
              <a:chOff x="5385375" y="498300"/>
              <a:chExt cx="802200" cy="556500"/>
            </a:xfrm>
          </p:grpSpPr>
          <p:sp>
            <p:nvSpPr>
              <p:cNvPr id="272" name="Google Shape;272;p46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46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46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5" name="Google Shape;275;p46"/>
            <p:cNvGrpSpPr/>
            <p:nvPr/>
          </p:nvGrpSpPr>
          <p:grpSpPr>
            <a:xfrm>
              <a:off x="322393" y="4483463"/>
              <a:ext cx="666347" cy="666373"/>
              <a:chOff x="7134700" y="414375"/>
              <a:chExt cx="501919" cy="501900"/>
            </a:xfrm>
          </p:grpSpPr>
          <p:sp>
            <p:nvSpPr>
              <p:cNvPr id="276" name="Google Shape;276;p46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46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46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46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46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46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46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46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6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6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46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46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6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6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46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6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p46"/>
            <p:cNvGrpSpPr/>
            <p:nvPr/>
          </p:nvGrpSpPr>
          <p:grpSpPr>
            <a:xfrm>
              <a:off x="8832385" y="670955"/>
              <a:ext cx="311815" cy="653721"/>
              <a:chOff x="5385375" y="498300"/>
              <a:chExt cx="802200" cy="556500"/>
            </a:xfrm>
          </p:grpSpPr>
          <p:sp>
            <p:nvSpPr>
              <p:cNvPr id="293" name="Google Shape;293;p46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6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46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6" name="Google Shape;296;p46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46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298" name="Google Shape;298;p46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299" name="Google Shape;299;p46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5">
  <p:cSld name="TITLE_AND_BODY_5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03" name="Google Shape;303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6">
  <p:cSld name="TITLE_AND_BODY_6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07" name="Google Shape;30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 type="obj">
  <p:cSld name="OBJECT">
    <p:bg>
      <p:bgPr>
        <a:solidFill>
          <a:srgbClr val="F3F3F3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>
            <a:spLocks noGrp="1"/>
          </p:cNvSpPr>
          <p:nvPr>
            <p:ph type="title"/>
          </p:nvPr>
        </p:nvSpPr>
        <p:spPr>
          <a:xfrm>
            <a:off x="5795700" y="3506275"/>
            <a:ext cx="1181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Font typeface="Joti One"/>
              <a:buNone/>
              <a:defRPr sz="1200" i="0">
                <a:latin typeface="Joti One"/>
                <a:ea typeface="Joti One"/>
                <a:cs typeface="Joti One"/>
                <a:sym typeface="Joti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310" name="Google Shape;310;p49"/>
          <p:cNvSpPr txBox="1">
            <a:spLocks noGrp="1"/>
          </p:cNvSpPr>
          <p:nvPr>
            <p:ph type="subTitle" idx="1"/>
          </p:nvPr>
        </p:nvSpPr>
        <p:spPr>
          <a:xfrm>
            <a:off x="5234375" y="3878825"/>
            <a:ext cx="2304300" cy="2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bottom 1">
  <p:cSld name="Body bottom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>
            <a:spLocks noGrp="1"/>
          </p:cNvSpPr>
          <p:nvPr>
            <p:ph type="body" idx="1"/>
          </p:nvPr>
        </p:nvSpPr>
        <p:spPr>
          <a:xfrm>
            <a:off x="457200" y="2567250"/>
            <a:ext cx="8279100" cy="22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6" name="Google Shape;316;p5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7" name="Google Shape;317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0" name="Google Shape;320;p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1" name="Google Shape;3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54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7648860" y="4786751"/>
            <a:ext cx="1041745" cy="34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">
  <p:cSld name="TITLE_4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7" name="Google Shape;327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">
  <p:cSld name="TITLE_5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0" name="Google Shape;330;p5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1" name="Google Shape;331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6">
  <p:cSld name="TITLE_6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4" name="Google Shape;334;p5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5" name="Google Shape;33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8" name="Google Shape;338;p5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9" name="Google Shape;339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42" name="Google Shape;342;p5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3" name="Google Shape;343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9">
  <p:cSld name="TITLE_9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46" name="Google Shape;346;p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7" name="Google Shape;34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0">
  <p:cSld name="TITLE_10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0" name="Google Shape;350;p6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1" name="Google Shape;3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1">
  <p:cSld name="TITLE_1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4" name="Google Shape;354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5" name="Google Shape;355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2">
  <p:cSld name="TITLE_12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58" name="Google Shape;358;p6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9" name="Google Shape;35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3">
  <p:cSld name="TITLE_13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2" name="Google Shape;362;p6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3" name="Google Shape;363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4">
  <p:cSld name="TITLE_14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6" name="Google Shape;366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7" name="Google Shape;367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5">
  <p:cSld name="TITLE_15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0" name="Google Shape;370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71" name="Google Shape;37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6">
  <p:cSld name="TITLE_16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4" name="Google Shape;374;p6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75" name="Google Shape;375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7">
  <p:cSld name="TITLE_17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8" name="Google Shape;378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79" name="Google Shape;379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8">
  <p:cSld name="TITLE_18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2" name="Google Shape;382;p6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3" name="Google Shape;383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9">
  <p:cSld name="TITLE_19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6" name="Google Shape;386;p7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7" name="Google Shape;387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0">
  <p:cSld name="TITLE_20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0" name="Google Shape;390;p7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1" name="Google Shape;391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1">
  <p:cSld name="TITLE_2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4" name="Google Shape;394;p7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5" name="Google Shape;395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2">
  <p:cSld name="TITLE_22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7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8" name="Google Shape;398;p7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9" name="Google Shape;399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3">
  <p:cSld name="TITLE_23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02" name="Google Shape;402;p7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3" name="Google Shape;403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4">
  <p:cSld name="TITLE_24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06" name="Google Shape;406;p7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7" name="Google Shape;407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5">
  <p:cSld name="TITLE_25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0" name="Google Shape;410;p7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11" name="Google Shape;411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6">
  <p:cSld name="TITLE_26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4" name="Google Shape;414;p7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15" name="Google Shape;415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7">
  <p:cSld name="TITLE_27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18" name="Google Shape;418;p7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19" name="Google Shape;419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8">
  <p:cSld name="TITLE_28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2" name="Google Shape;422;p7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23" name="Google Shape;423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9">
  <p:cSld name="TITLE_29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6" name="Google Shape;426;p8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27" name="Google Shape;427;p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0">
  <p:cSld name="TITLE_30"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30" name="Google Shape;430;p8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1" name="Google Shape;431;p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1">
  <p:cSld name="TITLE_31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8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34" name="Google Shape;434;p8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5" name="Google Shape;435;p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2">
  <p:cSld name="TITLE_32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38" name="Google Shape;438;p8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9" name="Google Shape;439;p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3">
  <p:cSld name="TITLE_33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2" name="Google Shape;442;p8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3" name="Google Shape;443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4">
  <p:cSld name="TITLE_34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6" name="Google Shape;446;p8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47" name="Google Shape;447;p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5">
  <p:cSld name="TITLE_35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0" name="Google Shape;450;p8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51" name="Google Shape;451;p86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7648860" y="4786751"/>
            <a:ext cx="1041745" cy="34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6">
  <p:cSld name="TITLE_36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4" name="Google Shape;454;p8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55" name="Google Shape;455;p87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7648860" y="4786751"/>
            <a:ext cx="1041745" cy="34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7">
  <p:cSld name="TITLE_37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8" name="Google Shape;458;p8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59" name="Google Shape;459;p88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7648860" y="4786751"/>
            <a:ext cx="1041745" cy="34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8">
  <p:cSld name="TITLE_38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2" name="Google Shape;462;p8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63" name="Google Shape;463;p89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7648860" y="4786751"/>
            <a:ext cx="1041745" cy="34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9">
  <p:cSld name="TITLE_39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6" name="Google Shape;466;p9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7" name="Google Shape;467;p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0">
  <p:cSld name="TITLE_40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0" name="Google Shape;470;p9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1" name="Google Shape;471;p9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1">
  <p:cSld name="TITLE_41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4" name="Google Shape;474;p9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5" name="Google Shape;475;p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2">
  <p:cSld name="TITLE_42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9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9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9" name="Google Shape;479;p9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3">
  <p:cSld name="TITLE_43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82" name="Google Shape;482;p9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3" name="Google Shape;483;p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4">
  <p:cSld name="TITLE_44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9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86" name="Google Shape;486;p9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7" name="Google Shape;487;p9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5">
  <p:cSld name="TITLE_45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0" name="Google Shape;490;p9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1" name="Google Shape;491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6">
  <p:cSld name="TITLE_46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4" name="Google Shape;494;p9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95" name="Google Shape;495;p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7">
  <p:cSld name="TITLE_47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9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8" name="Google Shape;498;p98"/>
          <p:cNvPicPr preferRelativeResize="0"/>
          <p:nvPr/>
        </p:nvPicPr>
        <p:blipFill rotWithShape="1">
          <a:blip r:embed="rId2">
            <a:alphaModFix/>
          </a:blip>
          <a:srcRect t="23107" b="20696"/>
          <a:stretch/>
        </p:blipFill>
        <p:spPr>
          <a:xfrm>
            <a:off x="8157130" y="4804954"/>
            <a:ext cx="969145" cy="32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9">
          <p15:clr>
            <a:srgbClr val="FA7B17"/>
          </p15:clr>
        </p15:guide>
        <p15:guide id="2" pos="291">
          <p15:clr>
            <a:srgbClr val="FA7B17"/>
          </p15:clr>
        </p15:guide>
        <p15:guide id="3" pos="5475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8">
  <p:cSld name="TITLE_4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1" name="Google Shape;501;p9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02" name="Google Shape;502;p9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9">
  <p:cSld name="TITLE_49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5" name="Google Shape;505;p10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06" name="Google Shape;506;p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0">
  <p:cSld name="TITLE_50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9" name="Google Shape;509;p10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10" name="Google Shape;510;p1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1">
  <p:cSld name="TITLE_51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0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3" name="Google Shape;513;p10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14" name="Google Shape;514;p10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2">
  <p:cSld name="TITLE_52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0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7" name="Google Shape;517;p10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18" name="Google Shape;518;p10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3">
  <p:cSld name="TITLE_53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0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1" name="Google Shape;521;p10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2" name="Google Shape;522;p1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4">
  <p:cSld name="TITLE_54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0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5" name="Google Shape;525;p10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6" name="Google Shape;526;p1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5">
  <p:cSld name="TITLE_55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0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29" name="Google Shape;529;p10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0" name="Google Shape;530;p10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6">
  <p:cSld name="TITLE_56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0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33" name="Google Shape;533;p10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4" name="Google Shape;534;p1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7">
  <p:cSld name="TITLE_57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0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37" name="Google Shape;537;p10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8" name="Google Shape;538;p10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8">
  <p:cSld name="TITLE_58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0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41" name="Google Shape;541;p10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2" name="Google Shape;542;p1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16">
          <p15:clr>
            <a:srgbClr val="FA7B17"/>
          </p15:clr>
        </p15:guide>
        <p15:guide id="3" pos="5472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6" name="Google Shape;546;p1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 1">
  <p:cSld name="TITLE_AND_BODY_7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1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0" name="Google Shape;550;p1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">
  <p:cSld name="TITLE_1_1_1">
    <p:bg>
      <p:bgPr>
        <a:solidFill>
          <a:srgbClr val="5D408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3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113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58" name="Google Shape;558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">
  <p:cSld name="TITLE_1_1_1_2">
    <p:bg>
      <p:bgPr>
        <a:solidFill>
          <a:srgbClr val="B388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14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114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74EA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62" name="Google Shape;562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2">
  <p:cSld name="TITLE_1_1_1_2_2">
    <p:bg>
      <p:bgPr>
        <a:solidFill>
          <a:srgbClr val="EA80FC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15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115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74EA7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66" name="Google Shape;566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">
  <p:cSld name="TITLE_1_1_1_2_1">
    <p:bg>
      <p:bgPr>
        <a:solidFill>
          <a:srgbClr val="80D8FF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16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16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3C78D8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70" name="Google Shape;570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">
  <p:cSld name="TITLE_1_1_1_2_1_1">
    <p:bg>
      <p:bgPr>
        <a:solidFill>
          <a:srgbClr val="CBFF90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17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117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AA84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74" name="Google Shape;574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">
  <p:cSld name="TITLE_1_1_1_2_1_1_1">
    <p:bg>
      <p:bgPr>
        <a:solidFill>
          <a:srgbClr val="F4FF81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8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18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BF9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78" name="Google Shape;578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3">
  <p:cSld name="TITLE_1_1_1_2_1_1_1_3">
    <p:bg>
      <p:bgPr>
        <a:solidFill>
          <a:srgbClr val="A7FFEA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19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119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3D85C6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3D85C6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3D85C6"/>
                </a:solidFill>
              </a:defRPr>
            </a:lvl9pPr>
          </a:lstStyle>
          <a:p>
            <a:endParaRPr/>
          </a:p>
        </p:txBody>
      </p:sp>
      <p:pic>
        <p:nvPicPr>
          <p:cNvPr id="582" name="Google Shape;582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40" y="4800600"/>
            <a:ext cx="836893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2">
  <p:cSld name="TITLE_1_1_1_2_1_1_1_2">
    <p:bg>
      <p:bgPr>
        <a:solidFill>
          <a:srgbClr val="FF8A80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20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85" name="Google Shape;585;p120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99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86" name="Google Shape;586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2 1">
  <p:cSld name="TITLE_1_1_1_2_1_1_1_2_1">
    <p:bg>
      <p:bgPr>
        <a:solidFill>
          <a:srgbClr val="FF8E57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21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121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783F0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90" name="Google Shape;590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1">
  <p:cSld name="TITLE_1_1_1_2_1_1_1_1">
    <p:bg>
      <p:bgPr>
        <a:solidFill>
          <a:srgbClr val="AA00FF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22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00264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122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FEFE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94" name="Google Shape;59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Maths title 1 1 1 1 1 1">
  <p:cSld name="TITLE_1_1_1_2_1_1_1_1_1">
    <p:bg>
      <p:bgPr>
        <a:solidFill>
          <a:srgbClr val="5D408F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23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123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98" name="Google Shape;598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ysics title">
  <p:cSld name="TITLE_1_1_1_1">
    <p:bg>
      <p:bgPr>
        <a:solidFill>
          <a:srgbClr val="00579B"/>
        </a:solid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24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124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hysics title 1">
  <p:cSld name="TITLE_1_1_1_1_2">
    <p:bg>
      <p:bgPr>
        <a:solidFill>
          <a:srgbClr val="1D88E5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iology title">
  <p:cSld name="TITLE_1_1_1_1_1">
    <p:bg>
      <p:bgPr>
        <a:solidFill>
          <a:srgbClr val="1A5E20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26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126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8" name="Google Shape;608;p1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iology title 1">
  <p:cSld name="TITLE_1_1_1_1_1_2">
    <p:bg>
      <p:bgPr>
        <a:solidFill>
          <a:srgbClr val="4CAF50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27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127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2" name="Google Shape;612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hemistry title">
  <p:cSld name="TITLE_1_1_1_1_1_1">
    <p:bg>
      <p:bgPr>
        <a:solidFill>
          <a:srgbClr val="880D4F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28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128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6" name="Google Shape;616;p1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hemistry title 1">
  <p:cSld name="TITLE_1_1_1_1_1_1_1">
    <p:bg>
      <p:bgPr>
        <a:solidFill>
          <a:srgbClr val="880D4F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29"/>
          <p:cNvSpPr txBox="1">
            <a:spLocks noGrp="1"/>
          </p:cNvSpPr>
          <p:nvPr>
            <p:ph type="title"/>
          </p:nvPr>
        </p:nvSpPr>
        <p:spPr>
          <a:xfrm>
            <a:off x="685800" y="654075"/>
            <a:ext cx="7772400" cy="14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rgbClr val="FED83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19" name="Google Shape;619;p129"/>
          <p:cNvSpPr txBox="1">
            <a:spLocks noGrp="1"/>
          </p:cNvSpPr>
          <p:nvPr>
            <p:ph type="subTitle" idx="1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20" name="Google Shape;620;p1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A7B17"/>
          </p15:clr>
        </p15:guide>
        <p15:guide id="2" pos="5328">
          <p15:clr>
            <a:srgbClr val="FA7B17"/>
          </p15:clr>
        </p15:guide>
        <p15:guide id="3" orient="horz" pos="3024">
          <p15:clr>
            <a:srgbClr val="FA7B17"/>
          </p15:clr>
        </p15:guide>
        <p15:guide id="4" orient="horz" pos="1620">
          <p15:clr>
            <a:srgbClr val="FA7B17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Maths sub-section title">
  <p:cSld name="CUSTOM">
    <p:bg>
      <p:bgPr>
        <a:solidFill>
          <a:srgbClr val="5D408F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30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23" name="Google Shape;623;p130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24" name="Google Shape;624;p1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hysics sub-section title">
  <p:cSld name="CUSTOM_1">
    <p:bg>
      <p:bgPr>
        <a:solidFill>
          <a:srgbClr val="00579B"/>
        </a:solidFill>
        <a:effectLst/>
      </p:bgPr>
    </p:bg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31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27" name="Google Shape;627;p131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28" name="Google Shape;628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iology sub-section title">
  <p:cSld name="SECTION_HEADER_1">
    <p:bg>
      <p:bgPr>
        <a:solidFill>
          <a:srgbClr val="1A5E20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32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31" name="Google Shape;631;p132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32" name="Google Shape;632;p1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hemistry sub-section title">
  <p:cSld name="SECTION_HEADER_1_1">
    <p:bg>
      <p:bgPr>
        <a:solidFill>
          <a:srgbClr val="880D4F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33"/>
          <p:cNvSpPr txBox="1">
            <a:spLocks noGrp="1"/>
          </p:cNvSpPr>
          <p:nvPr>
            <p:ph type="title"/>
          </p:nvPr>
        </p:nvSpPr>
        <p:spPr>
          <a:xfrm>
            <a:off x="679875" y="2378606"/>
            <a:ext cx="7772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sz="36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35" name="Google Shape;635;p133"/>
          <p:cNvSpPr txBox="1">
            <a:spLocks noGrp="1"/>
          </p:cNvSpPr>
          <p:nvPr>
            <p:ph type="subTitle" idx="1"/>
          </p:nvPr>
        </p:nvSpPr>
        <p:spPr>
          <a:xfrm>
            <a:off x="679875" y="2066081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36" name="Google Shape;636;p1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Index">
  <p:cSld name="TITLE_AND_BODY_1">
    <p:bg>
      <p:bgPr>
        <a:solidFill>
          <a:srgbClr val="00579B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34"/>
          <p:cNvSpPr txBox="1">
            <a:spLocks noGrp="1"/>
          </p:cNvSpPr>
          <p:nvPr>
            <p:ph type="body" idx="1"/>
          </p:nvPr>
        </p:nvSpPr>
        <p:spPr>
          <a:xfrm>
            <a:off x="679875" y="761128"/>
            <a:ext cx="8152500" cy="3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 sz="2000">
                <a:solidFill>
                  <a:srgbClr val="FFFFFF"/>
                </a:solidFill>
              </a:defRPr>
            </a:lvl1pPr>
            <a:lvl2pPr marL="914400" lvl="1" indent="-3683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683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55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55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556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429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42900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42900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8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1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134"/>
          <p:cNvSpPr txBox="1">
            <a:spLocks noGrp="1"/>
          </p:cNvSpPr>
          <p:nvPr>
            <p:ph type="subTitle" idx="2"/>
          </p:nvPr>
        </p:nvSpPr>
        <p:spPr>
          <a:xfrm>
            <a:off x="679875" y="341494"/>
            <a:ext cx="7772400" cy="3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ED83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ED834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ED83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left">
  <p:cSld name="CUSTOM_2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35"/>
          <p:cNvSpPr txBox="1">
            <a:spLocks noGrp="1"/>
          </p:cNvSpPr>
          <p:nvPr>
            <p:ph type="body" idx="1"/>
          </p:nvPr>
        </p:nvSpPr>
        <p:spPr>
          <a:xfrm>
            <a:off x="457200" y="342900"/>
            <a:ext cx="4138200" cy="44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643" name="Google Shape;643;p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right">
  <p:cSld name="CUSTOM_2_1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36"/>
          <p:cNvSpPr txBox="1">
            <a:spLocks noGrp="1"/>
          </p:cNvSpPr>
          <p:nvPr>
            <p:ph type="body" idx="1"/>
          </p:nvPr>
        </p:nvSpPr>
        <p:spPr>
          <a:xfrm>
            <a:off x="4572000" y="342900"/>
            <a:ext cx="4164300" cy="44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646" name="Google Shape;646;p1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top">
  <p:cSld name="CUSTOM_2_1_1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37"/>
          <p:cNvSpPr txBox="1">
            <a:spLocks noGrp="1"/>
          </p:cNvSpPr>
          <p:nvPr>
            <p:ph type="body" idx="1"/>
          </p:nvPr>
        </p:nvSpPr>
        <p:spPr>
          <a:xfrm>
            <a:off x="457200" y="342900"/>
            <a:ext cx="8279100" cy="22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649" name="Google Shape;649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bottom">
  <p:cSld name="CUSTOM_2_1_1_1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38"/>
          <p:cNvSpPr txBox="1">
            <a:spLocks noGrp="1"/>
          </p:cNvSpPr>
          <p:nvPr>
            <p:ph type="body" idx="1"/>
          </p:nvPr>
        </p:nvSpPr>
        <p:spPr>
          <a:xfrm>
            <a:off x="457200" y="2567250"/>
            <a:ext cx="8279100" cy="22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652" name="Google Shape;652;p1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1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8122" y="4800600"/>
            <a:ext cx="836911" cy="34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pos="5472">
          <p15:clr>
            <a:srgbClr val="FA7B17"/>
          </p15:clr>
        </p15:guide>
        <p15:guide id="3" orient="horz" pos="216">
          <p15:clr>
            <a:srgbClr val="FA7B17"/>
          </p15:clr>
        </p15:guide>
        <p15:guide id="4" orient="horz" pos="3024">
          <p15:clr>
            <a:srgbClr val="FA7B17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7">
  <p:cSld name="TITLE_AND_BODY_7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1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58" name="Google Shape;658;p1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4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2" name="Google Shape;662;p1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1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1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3">
  <p:cSld name="TITLE_ONLY_1_1_1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142"/>
          <p:cNvGrpSpPr/>
          <p:nvPr/>
        </p:nvGrpSpPr>
        <p:grpSpPr>
          <a:xfrm>
            <a:off x="-74625" y="-50562"/>
            <a:ext cx="9142425" cy="5233800"/>
            <a:chOff x="-119900" y="-50550"/>
            <a:chExt cx="9142425" cy="5233800"/>
          </a:xfrm>
        </p:grpSpPr>
        <p:sp>
          <p:nvSpPr>
            <p:cNvPr id="667" name="Google Shape;667;p142"/>
            <p:cNvSpPr/>
            <p:nvPr/>
          </p:nvSpPr>
          <p:spPr>
            <a:xfrm>
              <a:off x="-119900" y="-50550"/>
              <a:ext cx="8714100" cy="5233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42"/>
            <p:cNvSpPr/>
            <p:nvPr/>
          </p:nvSpPr>
          <p:spPr>
            <a:xfrm rot="5400000">
              <a:off x="8278075" y="3908300"/>
              <a:ext cx="1053300" cy="43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9" name="Google Shape;669;p142"/>
          <p:cNvGrpSpPr/>
          <p:nvPr/>
        </p:nvGrpSpPr>
        <p:grpSpPr>
          <a:xfrm>
            <a:off x="-314850" y="-50562"/>
            <a:ext cx="9142400" cy="5233800"/>
            <a:chOff x="-119900" y="-50550"/>
            <a:chExt cx="9142400" cy="5233800"/>
          </a:xfrm>
        </p:grpSpPr>
        <p:sp>
          <p:nvSpPr>
            <p:cNvPr id="670" name="Google Shape;670;p142"/>
            <p:cNvSpPr/>
            <p:nvPr/>
          </p:nvSpPr>
          <p:spPr>
            <a:xfrm>
              <a:off x="-119900" y="-50550"/>
              <a:ext cx="8714100" cy="5233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42"/>
            <p:cNvSpPr/>
            <p:nvPr/>
          </p:nvSpPr>
          <p:spPr>
            <a:xfrm rot="5400000">
              <a:off x="8278050" y="2687875"/>
              <a:ext cx="1053300" cy="43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lt2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142"/>
          <p:cNvSpPr txBox="1">
            <a:spLocks noGrp="1"/>
          </p:cNvSpPr>
          <p:nvPr>
            <p:ph type="title"/>
          </p:nvPr>
        </p:nvSpPr>
        <p:spPr>
          <a:xfrm>
            <a:off x="481425" y="290325"/>
            <a:ext cx="59751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673" name="Google Shape;673;p142"/>
          <p:cNvGrpSpPr/>
          <p:nvPr/>
        </p:nvGrpSpPr>
        <p:grpSpPr>
          <a:xfrm rot="1263493" flipH="1">
            <a:off x="7531263" y="4478635"/>
            <a:ext cx="643782" cy="672853"/>
            <a:chOff x="3586913" y="4050713"/>
            <a:chExt cx="498538" cy="521050"/>
          </a:xfrm>
        </p:grpSpPr>
        <p:sp>
          <p:nvSpPr>
            <p:cNvPr id="674" name="Google Shape;674;p142"/>
            <p:cNvSpPr/>
            <p:nvPr/>
          </p:nvSpPr>
          <p:spPr>
            <a:xfrm>
              <a:off x="3624050" y="4313338"/>
              <a:ext cx="424775" cy="120325"/>
            </a:xfrm>
            <a:custGeom>
              <a:avLst/>
              <a:gdLst/>
              <a:ahLst/>
              <a:cxnLst/>
              <a:rect l="l" t="t" r="r" b="b"/>
              <a:pathLst>
                <a:path w="16991" h="4813" extrusionOk="0">
                  <a:moveTo>
                    <a:pt x="1068" y="0"/>
                  </a:moveTo>
                  <a:cubicBezTo>
                    <a:pt x="482" y="0"/>
                    <a:pt x="1" y="482"/>
                    <a:pt x="1" y="1067"/>
                  </a:cubicBezTo>
                  <a:lnTo>
                    <a:pt x="1" y="3746"/>
                  </a:lnTo>
                  <a:cubicBezTo>
                    <a:pt x="1" y="4331"/>
                    <a:pt x="482" y="4813"/>
                    <a:pt x="1068" y="4813"/>
                  </a:cubicBezTo>
                  <a:lnTo>
                    <a:pt x="16216" y="4813"/>
                  </a:lnTo>
                  <a:cubicBezTo>
                    <a:pt x="16342" y="4813"/>
                    <a:pt x="16468" y="4792"/>
                    <a:pt x="16991" y="4750"/>
                  </a:cubicBezTo>
                  <a:lnTo>
                    <a:pt x="16991" y="63"/>
                  </a:lnTo>
                  <a:cubicBezTo>
                    <a:pt x="16468" y="21"/>
                    <a:pt x="16342" y="0"/>
                    <a:pt x="16196" y="0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42"/>
            <p:cNvSpPr/>
            <p:nvPr/>
          </p:nvSpPr>
          <p:spPr>
            <a:xfrm>
              <a:off x="3616200" y="4304963"/>
              <a:ext cx="439425" cy="133925"/>
            </a:xfrm>
            <a:custGeom>
              <a:avLst/>
              <a:gdLst/>
              <a:ahLst/>
              <a:cxnLst/>
              <a:rect l="l" t="t" r="r" b="b"/>
              <a:pathLst>
                <a:path w="17577" h="5357" extrusionOk="0">
                  <a:moveTo>
                    <a:pt x="1068" y="1"/>
                  </a:moveTo>
                  <a:cubicBezTo>
                    <a:pt x="482" y="1"/>
                    <a:pt x="1" y="482"/>
                    <a:pt x="1" y="1068"/>
                  </a:cubicBezTo>
                  <a:lnTo>
                    <a:pt x="1" y="4290"/>
                  </a:lnTo>
                  <a:cubicBezTo>
                    <a:pt x="1" y="4876"/>
                    <a:pt x="482" y="5357"/>
                    <a:pt x="1068" y="5357"/>
                  </a:cubicBezTo>
                  <a:lnTo>
                    <a:pt x="17577" y="5357"/>
                  </a:lnTo>
                  <a:lnTo>
                    <a:pt x="17577" y="4876"/>
                  </a:lnTo>
                  <a:lnTo>
                    <a:pt x="1612" y="4876"/>
                  </a:lnTo>
                  <a:cubicBezTo>
                    <a:pt x="1005" y="4876"/>
                    <a:pt x="545" y="4394"/>
                    <a:pt x="545" y="3809"/>
                  </a:cubicBezTo>
                  <a:lnTo>
                    <a:pt x="545" y="1549"/>
                  </a:lnTo>
                  <a:cubicBezTo>
                    <a:pt x="545" y="963"/>
                    <a:pt x="1005" y="482"/>
                    <a:pt x="1612" y="482"/>
                  </a:cubicBezTo>
                  <a:lnTo>
                    <a:pt x="17577" y="482"/>
                  </a:lnTo>
                  <a:lnTo>
                    <a:pt x="17577" y="1"/>
                  </a:lnTo>
                  <a:close/>
                </a:path>
              </a:pathLst>
            </a:custGeom>
            <a:solidFill>
              <a:srgbClr val="F05A24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42"/>
            <p:cNvSpPr/>
            <p:nvPr/>
          </p:nvSpPr>
          <p:spPr>
            <a:xfrm>
              <a:off x="3593725" y="4446713"/>
              <a:ext cx="483875" cy="120350"/>
            </a:xfrm>
            <a:custGeom>
              <a:avLst/>
              <a:gdLst/>
              <a:ahLst/>
              <a:cxnLst/>
              <a:rect l="l" t="t" r="r" b="b"/>
              <a:pathLst>
                <a:path w="19355" h="4814" extrusionOk="0">
                  <a:moveTo>
                    <a:pt x="795" y="1"/>
                  </a:moveTo>
                  <a:cubicBezTo>
                    <a:pt x="649" y="1"/>
                    <a:pt x="523" y="43"/>
                    <a:pt x="0" y="84"/>
                  </a:cubicBezTo>
                  <a:lnTo>
                    <a:pt x="0" y="4750"/>
                  </a:lnTo>
                  <a:cubicBezTo>
                    <a:pt x="523" y="4792"/>
                    <a:pt x="649" y="4813"/>
                    <a:pt x="774" y="4813"/>
                  </a:cubicBezTo>
                  <a:lnTo>
                    <a:pt x="18287" y="4813"/>
                  </a:lnTo>
                  <a:cubicBezTo>
                    <a:pt x="18873" y="4813"/>
                    <a:pt x="19354" y="4332"/>
                    <a:pt x="19354" y="3746"/>
                  </a:cubicBezTo>
                  <a:lnTo>
                    <a:pt x="19354" y="1068"/>
                  </a:lnTo>
                  <a:cubicBezTo>
                    <a:pt x="19354" y="482"/>
                    <a:pt x="18873" y="1"/>
                    <a:pt x="18287" y="1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42"/>
            <p:cNvSpPr/>
            <p:nvPr/>
          </p:nvSpPr>
          <p:spPr>
            <a:xfrm>
              <a:off x="3586925" y="4438863"/>
              <a:ext cx="498525" cy="132900"/>
            </a:xfrm>
            <a:custGeom>
              <a:avLst/>
              <a:gdLst/>
              <a:ahLst/>
              <a:cxnLst/>
              <a:rect l="l" t="t" r="r" b="b"/>
              <a:pathLst>
                <a:path w="19941" h="5316" extrusionOk="0">
                  <a:moveTo>
                    <a:pt x="0" y="1"/>
                  </a:moveTo>
                  <a:lnTo>
                    <a:pt x="0" y="461"/>
                  </a:lnTo>
                  <a:lnTo>
                    <a:pt x="18329" y="461"/>
                  </a:lnTo>
                  <a:cubicBezTo>
                    <a:pt x="18915" y="461"/>
                    <a:pt x="19396" y="943"/>
                    <a:pt x="19396" y="1528"/>
                  </a:cubicBezTo>
                  <a:lnTo>
                    <a:pt x="19396" y="3809"/>
                  </a:lnTo>
                  <a:cubicBezTo>
                    <a:pt x="19396" y="4395"/>
                    <a:pt x="18915" y="4855"/>
                    <a:pt x="18329" y="4855"/>
                  </a:cubicBezTo>
                  <a:lnTo>
                    <a:pt x="0" y="4855"/>
                  </a:lnTo>
                  <a:lnTo>
                    <a:pt x="0" y="5316"/>
                  </a:lnTo>
                  <a:lnTo>
                    <a:pt x="18873" y="5316"/>
                  </a:lnTo>
                  <a:cubicBezTo>
                    <a:pt x="19459" y="5316"/>
                    <a:pt x="19940" y="4855"/>
                    <a:pt x="19940" y="4269"/>
                  </a:cubicBezTo>
                  <a:lnTo>
                    <a:pt x="19940" y="1047"/>
                  </a:lnTo>
                  <a:cubicBezTo>
                    <a:pt x="19940" y="461"/>
                    <a:pt x="19459" y="1"/>
                    <a:pt x="18873" y="1"/>
                  </a:cubicBezTo>
                  <a:close/>
                </a:path>
              </a:pathLst>
            </a:custGeom>
            <a:solidFill>
              <a:srgbClr val="39B44A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42"/>
            <p:cNvSpPr/>
            <p:nvPr/>
          </p:nvSpPr>
          <p:spPr>
            <a:xfrm>
              <a:off x="3762150" y="4050713"/>
              <a:ext cx="73775" cy="51325"/>
            </a:xfrm>
            <a:custGeom>
              <a:avLst/>
              <a:gdLst/>
              <a:ahLst/>
              <a:cxnLst/>
              <a:rect l="l" t="t" r="r" b="b"/>
              <a:pathLst>
                <a:path w="2951" h="2053" extrusionOk="0">
                  <a:moveTo>
                    <a:pt x="128" y="0"/>
                  </a:moveTo>
                  <a:cubicBezTo>
                    <a:pt x="86" y="0"/>
                    <a:pt x="44" y="1"/>
                    <a:pt x="1" y="2"/>
                  </a:cubicBezTo>
                  <a:cubicBezTo>
                    <a:pt x="1" y="2"/>
                    <a:pt x="879" y="1968"/>
                    <a:pt x="2951" y="2052"/>
                  </a:cubicBezTo>
                  <a:cubicBezTo>
                    <a:pt x="2951" y="2052"/>
                    <a:pt x="2951" y="0"/>
                    <a:pt x="128" y="0"/>
                  </a:cubicBezTo>
                  <a:close/>
                </a:path>
              </a:pathLst>
            </a:custGeom>
            <a:solidFill>
              <a:srgbClr val="8BC53F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42"/>
            <p:cNvSpPr/>
            <p:nvPr/>
          </p:nvSpPr>
          <p:spPr>
            <a:xfrm>
              <a:off x="3831725" y="4053363"/>
              <a:ext cx="28275" cy="81100"/>
            </a:xfrm>
            <a:custGeom>
              <a:avLst/>
              <a:gdLst/>
              <a:ahLst/>
              <a:cxnLst/>
              <a:rect l="l" t="t" r="r" b="b"/>
              <a:pathLst>
                <a:path w="1131" h="3244" extrusionOk="0">
                  <a:moveTo>
                    <a:pt x="1109" y="0"/>
                  </a:moveTo>
                  <a:cubicBezTo>
                    <a:pt x="1067" y="21"/>
                    <a:pt x="1005" y="42"/>
                    <a:pt x="963" y="63"/>
                  </a:cubicBezTo>
                  <a:cubicBezTo>
                    <a:pt x="900" y="84"/>
                    <a:pt x="837" y="105"/>
                    <a:pt x="795" y="147"/>
                  </a:cubicBezTo>
                  <a:cubicBezTo>
                    <a:pt x="733" y="189"/>
                    <a:pt x="670" y="230"/>
                    <a:pt x="586" y="293"/>
                  </a:cubicBezTo>
                  <a:cubicBezTo>
                    <a:pt x="544" y="356"/>
                    <a:pt x="482" y="440"/>
                    <a:pt x="398" y="523"/>
                  </a:cubicBezTo>
                  <a:cubicBezTo>
                    <a:pt x="356" y="607"/>
                    <a:pt x="293" y="712"/>
                    <a:pt x="251" y="795"/>
                  </a:cubicBezTo>
                  <a:cubicBezTo>
                    <a:pt x="210" y="900"/>
                    <a:pt x="189" y="1005"/>
                    <a:pt x="147" y="1130"/>
                  </a:cubicBezTo>
                  <a:cubicBezTo>
                    <a:pt x="126" y="1235"/>
                    <a:pt x="84" y="1339"/>
                    <a:pt x="84" y="1465"/>
                  </a:cubicBezTo>
                  <a:cubicBezTo>
                    <a:pt x="0" y="2051"/>
                    <a:pt x="21" y="2658"/>
                    <a:pt x="126" y="3243"/>
                  </a:cubicBezTo>
                  <a:lnTo>
                    <a:pt x="147" y="3243"/>
                  </a:lnTo>
                  <a:cubicBezTo>
                    <a:pt x="147" y="3243"/>
                    <a:pt x="147" y="3013"/>
                    <a:pt x="168" y="2678"/>
                  </a:cubicBezTo>
                  <a:cubicBezTo>
                    <a:pt x="189" y="2532"/>
                    <a:pt x="210" y="2344"/>
                    <a:pt x="231" y="2134"/>
                  </a:cubicBezTo>
                  <a:cubicBezTo>
                    <a:pt x="272" y="1925"/>
                    <a:pt x="314" y="1716"/>
                    <a:pt x="377" y="1507"/>
                  </a:cubicBezTo>
                  <a:cubicBezTo>
                    <a:pt x="398" y="1402"/>
                    <a:pt x="440" y="1298"/>
                    <a:pt x="461" y="1214"/>
                  </a:cubicBezTo>
                  <a:cubicBezTo>
                    <a:pt x="503" y="1130"/>
                    <a:pt x="544" y="1046"/>
                    <a:pt x="586" y="963"/>
                  </a:cubicBezTo>
                  <a:cubicBezTo>
                    <a:pt x="628" y="858"/>
                    <a:pt x="670" y="774"/>
                    <a:pt x="712" y="691"/>
                  </a:cubicBezTo>
                  <a:cubicBezTo>
                    <a:pt x="754" y="628"/>
                    <a:pt x="775" y="544"/>
                    <a:pt x="816" y="481"/>
                  </a:cubicBezTo>
                  <a:lnTo>
                    <a:pt x="942" y="293"/>
                  </a:lnTo>
                  <a:cubicBezTo>
                    <a:pt x="963" y="251"/>
                    <a:pt x="1005" y="209"/>
                    <a:pt x="1026" y="168"/>
                  </a:cubicBezTo>
                  <a:cubicBezTo>
                    <a:pt x="1088" y="84"/>
                    <a:pt x="1130" y="42"/>
                    <a:pt x="1130" y="42"/>
                  </a:cubicBezTo>
                  <a:lnTo>
                    <a:pt x="1109" y="0"/>
                  </a:lnTo>
                  <a:close/>
                </a:path>
              </a:pathLst>
            </a:custGeom>
            <a:solidFill>
              <a:srgbClr val="A57C5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42"/>
            <p:cNvSpPr/>
            <p:nvPr/>
          </p:nvSpPr>
          <p:spPr>
            <a:xfrm>
              <a:off x="3706700" y="4094763"/>
              <a:ext cx="258950" cy="210475"/>
            </a:xfrm>
            <a:custGeom>
              <a:avLst/>
              <a:gdLst/>
              <a:ahLst/>
              <a:cxnLst/>
              <a:rect l="l" t="t" r="r" b="b"/>
              <a:pathLst>
                <a:path w="10358" h="8419" extrusionOk="0">
                  <a:moveTo>
                    <a:pt x="3320" y="1"/>
                  </a:moveTo>
                  <a:cubicBezTo>
                    <a:pt x="2754" y="1"/>
                    <a:pt x="2145" y="134"/>
                    <a:pt x="1612" y="583"/>
                  </a:cubicBezTo>
                  <a:cubicBezTo>
                    <a:pt x="314" y="1671"/>
                    <a:pt x="1" y="4224"/>
                    <a:pt x="775" y="5647"/>
                  </a:cubicBezTo>
                  <a:cubicBezTo>
                    <a:pt x="1393" y="6736"/>
                    <a:pt x="2225" y="8418"/>
                    <a:pt x="3714" y="8418"/>
                  </a:cubicBezTo>
                  <a:cubicBezTo>
                    <a:pt x="4141" y="8418"/>
                    <a:pt x="4623" y="8280"/>
                    <a:pt x="5169" y="7948"/>
                  </a:cubicBezTo>
                  <a:cubicBezTo>
                    <a:pt x="5717" y="8278"/>
                    <a:pt x="6199" y="8416"/>
                    <a:pt x="6626" y="8416"/>
                  </a:cubicBezTo>
                  <a:cubicBezTo>
                    <a:pt x="8123" y="8416"/>
                    <a:pt x="8944" y="6721"/>
                    <a:pt x="9563" y="5647"/>
                  </a:cubicBezTo>
                  <a:cubicBezTo>
                    <a:pt x="10358" y="4245"/>
                    <a:pt x="10044" y="1671"/>
                    <a:pt x="8726" y="583"/>
                  </a:cubicBezTo>
                  <a:cubicBezTo>
                    <a:pt x="8201" y="134"/>
                    <a:pt x="7597" y="1"/>
                    <a:pt x="7033" y="1"/>
                  </a:cubicBezTo>
                  <a:cubicBezTo>
                    <a:pt x="6202" y="1"/>
                    <a:pt x="5455" y="290"/>
                    <a:pt x="5169" y="290"/>
                  </a:cubicBezTo>
                  <a:cubicBezTo>
                    <a:pt x="4895" y="290"/>
                    <a:pt x="4153" y="1"/>
                    <a:pt x="3320" y="1"/>
                  </a:cubicBez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42"/>
            <p:cNvSpPr/>
            <p:nvPr/>
          </p:nvSpPr>
          <p:spPr>
            <a:xfrm>
              <a:off x="3624038" y="4313338"/>
              <a:ext cx="424775" cy="120325"/>
            </a:xfrm>
            <a:custGeom>
              <a:avLst/>
              <a:gdLst/>
              <a:ahLst/>
              <a:cxnLst/>
              <a:rect l="l" t="t" r="r" b="b"/>
              <a:pathLst>
                <a:path w="16991" h="4813" extrusionOk="0">
                  <a:moveTo>
                    <a:pt x="1068" y="0"/>
                  </a:moveTo>
                  <a:cubicBezTo>
                    <a:pt x="482" y="0"/>
                    <a:pt x="1" y="482"/>
                    <a:pt x="1" y="1067"/>
                  </a:cubicBezTo>
                  <a:lnTo>
                    <a:pt x="1" y="3746"/>
                  </a:lnTo>
                  <a:cubicBezTo>
                    <a:pt x="1" y="4331"/>
                    <a:pt x="482" y="4813"/>
                    <a:pt x="1068" y="4813"/>
                  </a:cubicBezTo>
                  <a:lnTo>
                    <a:pt x="16216" y="4813"/>
                  </a:lnTo>
                  <a:cubicBezTo>
                    <a:pt x="16342" y="4813"/>
                    <a:pt x="16468" y="4792"/>
                    <a:pt x="16991" y="4750"/>
                  </a:cubicBezTo>
                  <a:lnTo>
                    <a:pt x="16991" y="63"/>
                  </a:lnTo>
                  <a:cubicBezTo>
                    <a:pt x="16468" y="21"/>
                    <a:pt x="16342" y="0"/>
                    <a:pt x="161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42"/>
            <p:cNvSpPr/>
            <p:nvPr/>
          </p:nvSpPr>
          <p:spPr>
            <a:xfrm>
              <a:off x="3616188" y="4304963"/>
              <a:ext cx="439425" cy="133925"/>
            </a:xfrm>
            <a:custGeom>
              <a:avLst/>
              <a:gdLst/>
              <a:ahLst/>
              <a:cxnLst/>
              <a:rect l="l" t="t" r="r" b="b"/>
              <a:pathLst>
                <a:path w="17577" h="5357" extrusionOk="0">
                  <a:moveTo>
                    <a:pt x="1068" y="1"/>
                  </a:moveTo>
                  <a:cubicBezTo>
                    <a:pt x="482" y="1"/>
                    <a:pt x="1" y="482"/>
                    <a:pt x="1" y="1068"/>
                  </a:cubicBezTo>
                  <a:lnTo>
                    <a:pt x="1" y="4290"/>
                  </a:lnTo>
                  <a:cubicBezTo>
                    <a:pt x="1" y="4876"/>
                    <a:pt x="482" y="5357"/>
                    <a:pt x="1068" y="5357"/>
                  </a:cubicBezTo>
                  <a:lnTo>
                    <a:pt x="17577" y="5357"/>
                  </a:lnTo>
                  <a:lnTo>
                    <a:pt x="17577" y="4876"/>
                  </a:lnTo>
                  <a:lnTo>
                    <a:pt x="1612" y="4876"/>
                  </a:lnTo>
                  <a:cubicBezTo>
                    <a:pt x="1005" y="4876"/>
                    <a:pt x="545" y="4394"/>
                    <a:pt x="545" y="3809"/>
                  </a:cubicBezTo>
                  <a:lnTo>
                    <a:pt x="545" y="1549"/>
                  </a:lnTo>
                  <a:cubicBezTo>
                    <a:pt x="545" y="963"/>
                    <a:pt x="1005" y="482"/>
                    <a:pt x="1612" y="482"/>
                  </a:cubicBezTo>
                  <a:lnTo>
                    <a:pt x="17577" y="482"/>
                  </a:lnTo>
                  <a:lnTo>
                    <a:pt x="175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42"/>
            <p:cNvSpPr/>
            <p:nvPr/>
          </p:nvSpPr>
          <p:spPr>
            <a:xfrm>
              <a:off x="3593713" y="4446713"/>
              <a:ext cx="483875" cy="120350"/>
            </a:xfrm>
            <a:custGeom>
              <a:avLst/>
              <a:gdLst/>
              <a:ahLst/>
              <a:cxnLst/>
              <a:rect l="l" t="t" r="r" b="b"/>
              <a:pathLst>
                <a:path w="19355" h="4814" extrusionOk="0">
                  <a:moveTo>
                    <a:pt x="795" y="1"/>
                  </a:moveTo>
                  <a:cubicBezTo>
                    <a:pt x="649" y="1"/>
                    <a:pt x="523" y="43"/>
                    <a:pt x="0" y="84"/>
                  </a:cubicBezTo>
                  <a:lnTo>
                    <a:pt x="0" y="4750"/>
                  </a:lnTo>
                  <a:cubicBezTo>
                    <a:pt x="523" y="4792"/>
                    <a:pt x="649" y="4813"/>
                    <a:pt x="774" y="4813"/>
                  </a:cubicBezTo>
                  <a:lnTo>
                    <a:pt x="18287" y="4813"/>
                  </a:lnTo>
                  <a:cubicBezTo>
                    <a:pt x="18873" y="4813"/>
                    <a:pt x="19354" y="4332"/>
                    <a:pt x="19354" y="3746"/>
                  </a:cubicBezTo>
                  <a:lnTo>
                    <a:pt x="19354" y="1068"/>
                  </a:lnTo>
                  <a:cubicBezTo>
                    <a:pt x="19354" y="482"/>
                    <a:pt x="18873" y="1"/>
                    <a:pt x="18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42"/>
            <p:cNvSpPr/>
            <p:nvPr/>
          </p:nvSpPr>
          <p:spPr>
            <a:xfrm>
              <a:off x="3586913" y="4438863"/>
              <a:ext cx="498525" cy="132900"/>
            </a:xfrm>
            <a:custGeom>
              <a:avLst/>
              <a:gdLst/>
              <a:ahLst/>
              <a:cxnLst/>
              <a:rect l="l" t="t" r="r" b="b"/>
              <a:pathLst>
                <a:path w="19941" h="5316" extrusionOk="0">
                  <a:moveTo>
                    <a:pt x="0" y="1"/>
                  </a:moveTo>
                  <a:lnTo>
                    <a:pt x="0" y="461"/>
                  </a:lnTo>
                  <a:lnTo>
                    <a:pt x="18329" y="461"/>
                  </a:lnTo>
                  <a:cubicBezTo>
                    <a:pt x="18915" y="461"/>
                    <a:pt x="19396" y="943"/>
                    <a:pt x="19396" y="1528"/>
                  </a:cubicBezTo>
                  <a:lnTo>
                    <a:pt x="19396" y="3809"/>
                  </a:lnTo>
                  <a:cubicBezTo>
                    <a:pt x="19396" y="4395"/>
                    <a:pt x="18915" y="4855"/>
                    <a:pt x="18329" y="4855"/>
                  </a:cubicBezTo>
                  <a:lnTo>
                    <a:pt x="0" y="4855"/>
                  </a:lnTo>
                  <a:lnTo>
                    <a:pt x="0" y="5316"/>
                  </a:lnTo>
                  <a:lnTo>
                    <a:pt x="18873" y="5316"/>
                  </a:lnTo>
                  <a:cubicBezTo>
                    <a:pt x="19459" y="5316"/>
                    <a:pt x="19940" y="4855"/>
                    <a:pt x="19940" y="4269"/>
                  </a:cubicBezTo>
                  <a:lnTo>
                    <a:pt x="19940" y="1047"/>
                  </a:lnTo>
                  <a:cubicBezTo>
                    <a:pt x="19940" y="461"/>
                    <a:pt x="19459" y="1"/>
                    <a:pt x="188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42"/>
            <p:cNvSpPr/>
            <p:nvPr/>
          </p:nvSpPr>
          <p:spPr>
            <a:xfrm>
              <a:off x="3762138" y="4050713"/>
              <a:ext cx="73775" cy="51325"/>
            </a:xfrm>
            <a:custGeom>
              <a:avLst/>
              <a:gdLst/>
              <a:ahLst/>
              <a:cxnLst/>
              <a:rect l="l" t="t" r="r" b="b"/>
              <a:pathLst>
                <a:path w="2951" h="2053" extrusionOk="0">
                  <a:moveTo>
                    <a:pt x="128" y="0"/>
                  </a:moveTo>
                  <a:cubicBezTo>
                    <a:pt x="86" y="0"/>
                    <a:pt x="44" y="1"/>
                    <a:pt x="1" y="2"/>
                  </a:cubicBezTo>
                  <a:cubicBezTo>
                    <a:pt x="1" y="2"/>
                    <a:pt x="879" y="1968"/>
                    <a:pt x="2951" y="2052"/>
                  </a:cubicBezTo>
                  <a:cubicBezTo>
                    <a:pt x="2951" y="2052"/>
                    <a:pt x="2951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42"/>
            <p:cNvSpPr/>
            <p:nvPr/>
          </p:nvSpPr>
          <p:spPr>
            <a:xfrm>
              <a:off x="3831713" y="4053363"/>
              <a:ext cx="28275" cy="81100"/>
            </a:xfrm>
            <a:custGeom>
              <a:avLst/>
              <a:gdLst/>
              <a:ahLst/>
              <a:cxnLst/>
              <a:rect l="l" t="t" r="r" b="b"/>
              <a:pathLst>
                <a:path w="1131" h="3244" extrusionOk="0">
                  <a:moveTo>
                    <a:pt x="1109" y="0"/>
                  </a:moveTo>
                  <a:cubicBezTo>
                    <a:pt x="1067" y="21"/>
                    <a:pt x="1005" y="42"/>
                    <a:pt x="963" y="63"/>
                  </a:cubicBezTo>
                  <a:cubicBezTo>
                    <a:pt x="900" y="84"/>
                    <a:pt x="837" y="105"/>
                    <a:pt x="795" y="147"/>
                  </a:cubicBezTo>
                  <a:cubicBezTo>
                    <a:pt x="733" y="189"/>
                    <a:pt x="670" y="230"/>
                    <a:pt x="586" y="293"/>
                  </a:cubicBezTo>
                  <a:cubicBezTo>
                    <a:pt x="544" y="356"/>
                    <a:pt x="482" y="440"/>
                    <a:pt x="398" y="523"/>
                  </a:cubicBezTo>
                  <a:cubicBezTo>
                    <a:pt x="356" y="607"/>
                    <a:pt x="293" y="712"/>
                    <a:pt x="251" y="795"/>
                  </a:cubicBezTo>
                  <a:cubicBezTo>
                    <a:pt x="210" y="900"/>
                    <a:pt x="189" y="1005"/>
                    <a:pt x="147" y="1130"/>
                  </a:cubicBezTo>
                  <a:cubicBezTo>
                    <a:pt x="126" y="1235"/>
                    <a:pt x="84" y="1339"/>
                    <a:pt x="84" y="1465"/>
                  </a:cubicBezTo>
                  <a:cubicBezTo>
                    <a:pt x="0" y="2051"/>
                    <a:pt x="21" y="2658"/>
                    <a:pt x="126" y="3243"/>
                  </a:cubicBezTo>
                  <a:lnTo>
                    <a:pt x="147" y="3243"/>
                  </a:lnTo>
                  <a:cubicBezTo>
                    <a:pt x="147" y="3243"/>
                    <a:pt x="147" y="3013"/>
                    <a:pt x="168" y="2678"/>
                  </a:cubicBezTo>
                  <a:cubicBezTo>
                    <a:pt x="189" y="2532"/>
                    <a:pt x="210" y="2344"/>
                    <a:pt x="231" y="2134"/>
                  </a:cubicBezTo>
                  <a:cubicBezTo>
                    <a:pt x="272" y="1925"/>
                    <a:pt x="314" y="1716"/>
                    <a:pt x="377" y="1507"/>
                  </a:cubicBezTo>
                  <a:cubicBezTo>
                    <a:pt x="398" y="1402"/>
                    <a:pt x="440" y="1298"/>
                    <a:pt x="461" y="1214"/>
                  </a:cubicBezTo>
                  <a:cubicBezTo>
                    <a:pt x="503" y="1130"/>
                    <a:pt x="544" y="1046"/>
                    <a:pt x="586" y="963"/>
                  </a:cubicBezTo>
                  <a:cubicBezTo>
                    <a:pt x="628" y="858"/>
                    <a:pt x="670" y="774"/>
                    <a:pt x="712" y="691"/>
                  </a:cubicBezTo>
                  <a:cubicBezTo>
                    <a:pt x="754" y="628"/>
                    <a:pt x="775" y="544"/>
                    <a:pt x="816" y="481"/>
                  </a:cubicBezTo>
                  <a:lnTo>
                    <a:pt x="942" y="293"/>
                  </a:lnTo>
                  <a:cubicBezTo>
                    <a:pt x="963" y="251"/>
                    <a:pt x="1005" y="209"/>
                    <a:pt x="1026" y="168"/>
                  </a:cubicBezTo>
                  <a:cubicBezTo>
                    <a:pt x="1088" y="84"/>
                    <a:pt x="1130" y="42"/>
                    <a:pt x="1130" y="42"/>
                  </a:cubicBezTo>
                  <a:lnTo>
                    <a:pt x="1109" y="0"/>
                  </a:lnTo>
                  <a:close/>
                </a:path>
              </a:pathLst>
            </a:custGeom>
            <a:solidFill>
              <a:srgbClr val="A57C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42"/>
            <p:cNvSpPr/>
            <p:nvPr/>
          </p:nvSpPr>
          <p:spPr>
            <a:xfrm>
              <a:off x="3706688" y="4094763"/>
              <a:ext cx="258950" cy="210475"/>
            </a:xfrm>
            <a:custGeom>
              <a:avLst/>
              <a:gdLst/>
              <a:ahLst/>
              <a:cxnLst/>
              <a:rect l="l" t="t" r="r" b="b"/>
              <a:pathLst>
                <a:path w="10358" h="8419" extrusionOk="0">
                  <a:moveTo>
                    <a:pt x="3320" y="1"/>
                  </a:moveTo>
                  <a:cubicBezTo>
                    <a:pt x="2754" y="1"/>
                    <a:pt x="2145" y="134"/>
                    <a:pt x="1612" y="583"/>
                  </a:cubicBezTo>
                  <a:cubicBezTo>
                    <a:pt x="314" y="1671"/>
                    <a:pt x="1" y="4224"/>
                    <a:pt x="775" y="5647"/>
                  </a:cubicBezTo>
                  <a:cubicBezTo>
                    <a:pt x="1393" y="6736"/>
                    <a:pt x="2225" y="8418"/>
                    <a:pt x="3714" y="8418"/>
                  </a:cubicBezTo>
                  <a:cubicBezTo>
                    <a:pt x="4141" y="8418"/>
                    <a:pt x="4623" y="8280"/>
                    <a:pt x="5169" y="7948"/>
                  </a:cubicBezTo>
                  <a:cubicBezTo>
                    <a:pt x="5717" y="8278"/>
                    <a:pt x="6199" y="8416"/>
                    <a:pt x="6626" y="8416"/>
                  </a:cubicBezTo>
                  <a:cubicBezTo>
                    <a:pt x="8123" y="8416"/>
                    <a:pt x="8944" y="6721"/>
                    <a:pt x="9563" y="5647"/>
                  </a:cubicBezTo>
                  <a:cubicBezTo>
                    <a:pt x="10358" y="4245"/>
                    <a:pt x="10044" y="1671"/>
                    <a:pt x="8726" y="583"/>
                  </a:cubicBezTo>
                  <a:cubicBezTo>
                    <a:pt x="8201" y="134"/>
                    <a:pt x="7597" y="1"/>
                    <a:pt x="7033" y="1"/>
                  </a:cubicBezTo>
                  <a:cubicBezTo>
                    <a:pt x="6202" y="1"/>
                    <a:pt x="5455" y="290"/>
                    <a:pt x="5169" y="290"/>
                  </a:cubicBezTo>
                  <a:cubicBezTo>
                    <a:pt x="4895" y="290"/>
                    <a:pt x="4153" y="1"/>
                    <a:pt x="3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8" name="Google Shape;688;p142"/>
          <p:cNvGrpSpPr/>
          <p:nvPr/>
        </p:nvGrpSpPr>
        <p:grpSpPr>
          <a:xfrm rot="-3285256" flipH="1">
            <a:off x="3560813" y="4446309"/>
            <a:ext cx="572845" cy="840293"/>
            <a:chOff x="1713713" y="4972438"/>
            <a:chExt cx="443613" cy="650725"/>
          </a:xfrm>
        </p:grpSpPr>
        <p:sp>
          <p:nvSpPr>
            <p:cNvPr id="689" name="Google Shape;689;p142"/>
            <p:cNvSpPr/>
            <p:nvPr/>
          </p:nvSpPr>
          <p:spPr>
            <a:xfrm>
              <a:off x="1922975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42"/>
            <p:cNvSpPr/>
            <p:nvPr/>
          </p:nvSpPr>
          <p:spPr>
            <a:xfrm>
              <a:off x="1924000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42"/>
            <p:cNvSpPr/>
            <p:nvPr/>
          </p:nvSpPr>
          <p:spPr>
            <a:xfrm>
              <a:off x="1713725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42"/>
            <p:cNvSpPr/>
            <p:nvPr/>
          </p:nvSpPr>
          <p:spPr>
            <a:xfrm>
              <a:off x="1772850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42"/>
            <p:cNvSpPr/>
            <p:nvPr/>
          </p:nvSpPr>
          <p:spPr>
            <a:xfrm>
              <a:off x="1813650" y="5021588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42"/>
            <p:cNvSpPr/>
            <p:nvPr/>
          </p:nvSpPr>
          <p:spPr>
            <a:xfrm>
              <a:off x="1857050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42"/>
            <p:cNvSpPr/>
            <p:nvPr/>
          </p:nvSpPr>
          <p:spPr>
            <a:xfrm>
              <a:off x="1922963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42"/>
            <p:cNvSpPr/>
            <p:nvPr/>
          </p:nvSpPr>
          <p:spPr>
            <a:xfrm>
              <a:off x="1923988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42"/>
            <p:cNvSpPr/>
            <p:nvPr/>
          </p:nvSpPr>
          <p:spPr>
            <a:xfrm>
              <a:off x="1713713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42"/>
            <p:cNvSpPr/>
            <p:nvPr/>
          </p:nvSpPr>
          <p:spPr>
            <a:xfrm>
              <a:off x="1772838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42"/>
            <p:cNvSpPr/>
            <p:nvPr/>
          </p:nvSpPr>
          <p:spPr>
            <a:xfrm>
              <a:off x="1749724" y="5016760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42"/>
            <p:cNvSpPr/>
            <p:nvPr/>
          </p:nvSpPr>
          <p:spPr>
            <a:xfrm>
              <a:off x="1857038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142"/>
          <p:cNvGrpSpPr/>
          <p:nvPr/>
        </p:nvGrpSpPr>
        <p:grpSpPr>
          <a:xfrm rot="2700000">
            <a:off x="-144321" y="4381582"/>
            <a:ext cx="1052441" cy="866959"/>
            <a:chOff x="4399263" y="2810788"/>
            <a:chExt cx="815013" cy="671375"/>
          </a:xfrm>
        </p:grpSpPr>
        <p:sp>
          <p:nvSpPr>
            <p:cNvPr id="702" name="Google Shape;702;p142"/>
            <p:cNvSpPr/>
            <p:nvPr/>
          </p:nvSpPr>
          <p:spPr>
            <a:xfrm>
              <a:off x="4399275" y="2810788"/>
              <a:ext cx="815000" cy="332350"/>
            </a:xfrm>
            <a:custGeom>
              <a:avLst/>
              <a:gdLst/>
              <a:ahLst/>
              <a:cxnLst/>
              <a:rect l="l" t="t" r="r" b="b"/>
              <a:pathLst>
                <a:path w="32600" h="13294" extrusionOk="0">
                  <a:moveTo>
                    <a:pt x="1877" y="0"/>
                  </a:moveTo>
                  <a:cubicBezTo>
                    <a:pt x="1477" y="0"/>
                    <a:pt x="1106" y="256"/>
                    <a:pt x="984" y="658"/>
                  </a:cubicBezTo>
                  <a:lnTo>
                    <a:pt x="147" y="3609"/>
                  </a:lnTo>
                  <a:cubicBezTo>
                    <a:pt x="0" y="4090"/>
                    <a:pt x="272" y="4592"/>
                    <a:pt x="754" y="4738"/>
                  </a:cubicBezTo>
                  <a:lnTo>
                    <a:pt x="30507" y="13254"/>
                  </a:lnTo>
                  <a:cubicBezTo>
                    <a:pt x="30595" y="13281"/>
                    <a:pt x="30684" y="13294"/>
                    <a:pt x="30772" y="13294"/>
                  </a:cubicBezTo>
                  <a:cubicBezTo>
                    <a:pt x="31160" y="13294"/>
                    <a:pt x="31514" y="13040"/>
                    <a:pt x="31616" y="12648"/>
                  </a:cubicBezTo>
                  <a:lnTo>
                    <a:pt x="32474" y="9697"/>
                  </a:lnTo>
                  <a:cubicBezTo>
                    <a:pt x="32599" y="9216"/>
                    <a:pt x="32327" y="8714"/>
                    <a:pt x="31846" y="8567"/>
                  </a:cubicBezTo>
                  <a:lnTo>
                    <a:pt x="2114" y="31"/>
                  </a:lnTo>
                  <a:cubicBezTo>
                    <a:pt x="2035" y="10"/>
                    <a:pt x="1955" y="0"/>
                    <a:pt x="1877" y="0"/>
                  </a:cubicBez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42"/>
            <p:cNvSpPr/>
            <p:nvPr/>
          </p:nvSpPr>
          <p:spPr>
            <a:xfrm>
              <a:off x="4399275" y="2851288"/>
              <a:ext cx="805050" cy="291850"/>
            </a:xfrm>
            <a:custGeom>
              <a:avLst/>
              <a:gdLst/>
              <a:ahLst/>
              <a:cxnLst/>
              <a:rect l="l" t="t" r="r" b="b"/>
              <a:pathLst>
                <a:path w="32202" h="11674" extrusionOk="0">
                  <a:moveTo>
                    <a:pt x="712" y="1"/>
                  </a:moveTo>
                  <a:lnTo>
                    <a:pt x="147" y="1989"/>
                  </a:lnTo>
                  <a:cubicBezTo>
                    <a:pt x="0" y="2470"/>
                    <a:pt x="272" y="2972"/>
                    <a:pt x="775" y="3118"/>
                  </a:cubicBezTo>
                  <a:lnTo>
                    <a:pt x="30507" y="11634"/>
                  </a:lnTo>
                  <a:cubicBezTo>
                    <a:pt x="30595" y="11661"/>
                    <a:pt x="30684" y="11674"/>
                    <a:pt x="30772" y="11674"/>
                  </a:cubicBezTo>
                  <a:cubicBezTo>
                    <a:pt x="31160" y="11674"/>
                    <a:pt x="31514" y="11420"/>
                    <a:pt x="31616" y="11028"/>
                  </a:cubicBezTo>
                  <a:lnTo>
                    <a:pt x="32202" y="9040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42"/>
            <p:cNvSpPr/>
            <p:nvPr/>
          </p:nvSpPr>
          <p:spPr>
            <a:xfrm>
              <a:off x="4399800" y="2891563"/>
              <a:ext cx="793025" cy="251575"/>
            </a:xfrm>
            <a:custGeom>
              <a:avLst/>
              <a:gdLst/>
              <a:ahLst/>
              <a:cxnLst/>
              <a:rect l="l" t="t" r="r" b="b"/>
              <a:pathLst>
                <a:path w="31721" h="10063" extrusionOk="0">
                  <a:moveTo>
                    <a:pt x="251" y="1"/>
                  </a:moveTo>
                  <a:lnTo>
                    <a:pt x="126" y="378"/>
                  </a:lnTo>
                  <a:cubicBezTo>
                    <a:pt x="0" y="859"/>
                    <a:pt x="272" y="1361"/>
                    <a:pt x="754" y="1507"/>
                  </a:cubicBezTo>
                  <a:lnTo>
                    <a:pt x="30486" y="10023"/>
                  </a:lnTo>
                  <a:cubicBezTo>
                    <a:pt x="30574" y="10050"/>
                    <a:pt x="30663" y="10063"/>
                    <a:pt x="30751" y="10063"/>
                  </a:cubicBezTo>
                  <a:cubicBezTo>
                    <a:pt x="31139" y="10063"/>
                    <a:pt x="31493" y="9809"/>
                    <a:pt x="31595" y="9417"/>
                  </a:cubicBezTo>
                  <a:lnTo>
                    <a:pt x="31721" y="9040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42"/>
            <p:cNvSpPr/>
            <p:nvPr/>
          </p:nvSpPr>
          <p:spPr>
            <a:xfrm>
              <a:off x="4444250" y="2812588"/>
              <a:ext cx="12600" cy="33500"/>
            </a:xfrm>
            <a:custGeom>
              <a:avLst/>
              <a:gdLst/>
              <a:ahLst/>
              <a:cxnLst/>
              <a:rect l="l" t="t" r="r" b="b"/>
              <a:pathLst>
                <a:path w="504" h="1340" extrusionOk="0">
                  <a:moveTo>
                    <a:pt x="378" y="0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42"/>
            <p:cNvSpPr/>
            <p:nvPr/>
          </p:nvSpPr>
          <p:spPr>
            <a:xfrm>
              <a:off x="4459425" y="28152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42"/>
            <p:cNvSpPr/>
            <p:nvPr/>
          </p:nvSpPr>
          <p:spPr>
            <a:xfrm>
              <a:off x="4470950" y="28188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42"/>
            <p:cNvSpPr/>
            <p:nvPr/>
          </p:nvSpPr>
          <p:spPr>
            <a:xfrm>
              <a:off x="4489775" y="2828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42"/>
            <p:cNvSpPr/>
            <p:nvPr/>
          </p:nvSpPr>
          <p:spPr>
            <a:xfrm>
              <a:off x="4506500" y="28376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42"/>
            <p:cNvSpPr/>
            <p:nvPr/>
          </p:nvSpPr>
          <p:spPr>
            <a:xfrm>
              <a:off x="4499700" y="28282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7" y="0"/>
                  </a:moveTo>
                  <a:lnTo>
                    <a:pt x="1" y="1297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42"/>
            <p:cNvSpPr/>
            <p:nvPr/>
          </p:nvSpPr>
          <p:spPr>
            <a:xfrm>
              <a:off x="4514875" y="28314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42"/>
            <p:cNvSpPr/>
            <p:nvPr/>
          </p:nvSpPr>
          <p:spPr>
            <a:xfrm>
              <a:off x="4503900" y="283036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42"/>
            <p:cNvSpPr/>
            <p:nvPr/>
          </p:nvSpPr>
          <p:spPr>
            <a:xfrm>
              <a:off x="4536850" y="2837688"/>
              <a:ext cx="8400" cy="16775"/>
            </a:xfrm>
            <a:custGeom>
              <a:avLst/>
              <a:gdLst/>
              <a:ahLst/>
              <a:cxnLst/>
              <a:rect l="l" t="t" r="r" b="b"/>
              <a:pathLst>
                <a:path w="336" h="671" extrusionOk="0">
                  <a:moveTo>
                    <a:pt x="189" y="1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3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42"/>
            <p:cNvSpPr/>
            <p:nvPr/>
          </p:nvSpPr>
          <p:spPr>
            <a:xfrm>
              <a:off x="4548350" y="28408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42"/>
            <p:cNvSpPr/>
            <p:nvPr/>
          </p:nvSpPr>
          <p:spPr>
            <a:xfrm>
              <a:off x="4554625" y="2843963"/>
              <a:ext cx="13100" cy="33500"/>
            </a:xfrm>
            <a:custGeom>
              <a:avLst/>
              <a:gdLst/>
              <a:ahLst/>
              <a:cxnLst/>
              <a:rect l="l" t="t" r="r" b="b"/>
              <a:pathLst>
                <a:path w="524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47" y="1340"/>
                  </a:lnTo>
                  <a:lnTo>
                    <a:pt x="524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42"/>
            <p:cNvSpPr/>
            <p:nvPr/>
          </p:nvSpPr>
          <p:spPr>
            <a:xfrm>
              <a:off x="4570850" y="28476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42"/>
            <p:cNvSpPr/>
            <p:nvPr/>
          </p:nvSpPr>
          <p:spPr>
            <a:xfrm>
              <a:off x="4581300" y="2850238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42"/>
            <p:cNvSpPr/>
            <p:nvPr/>
          </p:nvSpPr>
          <p:spPr>
            <a:xfrm>
              <a:off x="4600675" y="2860713"/>
              <a:ext cx="7850" cy="17275"/>
            </a:xfrm>
            <a:custGeom>
              <a:avLst/>
              <a:gdLst/>
              <a:ahLst/>
              <a:cxnLst/>
              <a:rect l="l" t="t" r="r" b="b"/>
              <a:pathLst>
                <a:path w="314" h="691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42"/>
            <p:cNvSpPr/>
            <p:nvPr/>
          </p:nvSpPr>
          <p:spPr>
            <a:xfrm>
              <a:off x="4603800" y="28565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0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42"/>
            <p:cNvSpPr/>
            <p:nvPr/>
          </p:nvSpPr>
          <p:spPr>
            <a:xfrm>
              <a:off x="4610075" y="28596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42"/>
            <p:cNvSpPr/>
            <p:nvPr/>
          </p:nvSpPr>
          <p:spPr>
            <a:xfrm>
              <a:off x="4625775" y="28633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42"/>
            <p:cNvSpPr/>
            <p:nvPr/>
          </p:nvSpPr>
          <p:spPr>
            <a:xfrm>
              <a:off x="4649300" y="287796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42"/>
            <p:cNvSpPr/>
            <p:nvPr/>
          </p:nvSpPr>
          <p:spPr>
            <a:xfrm>
              <a:off x="4647750" y="286908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42"/>
            <p:cNvSpPr/>
            <p:nvPr/>
          </p:nvSpPr>
          <p:spPr>
            <a:xfrm>
              <a:off x="4659250" y="28727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42"/>
            <p:cNvSpPr/>
            <p:nvPr/>
          </p:nvSpPr>
          <p:spPr>
            <a:xfrm>
              <a:off x="4679650" y="28889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298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42"/>
            <p:cNvSpPr/>
            <p:nvPr/>
          </p:nvSpPr>
          <p:spPr>
            <a:xfrm>
              <a:off x="4681225" y="2879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42"/>
            <p:cNvSpPr/>
            <p:nvPr/>
          </p:nvSpPr>
          <p:spPr>
            <a:xfrm>
              <a:off x="4692200" y="288216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42"/>
            <p:cNvSpPr/>
            <p:nvPr/>
          </p:nvSpPr>
          <p:spPr>
            <a:xfrm>
              <a:off x="4703200" y="28852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42"/>
            <p:cNvSpPr/>
            <p:nvPr/>
          </p:nvSpPr>
          <p:spPr>
            <a:xfrm>
              <a:off x="4729875" y="29025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42"/>
            <p:cNvSpPr/>
            <p:nvPr/>
          </p:nvSpPr>
          <p:spPr>
            <a:xfrm>
              <a:off x="4720975" y="28915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42"/>
            <p:cNvSpPr/>
            <p:nvPr/>
          </p:nvSpPr>
          <p:spPr>
            <a:xfrm>
              <a:off x="4736675" y="2894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42"/>
            <p:cNvSpPr/>
            <p:nvPr/>
          </p:nvSpPr>
          <p:spPr>
            <a:xfrm>
              <a:off x="4747650" y="28978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42"/>
            <p:cNvSpPr/>
            <p:nvPr/>
          </p:nvSpPr>
          <p:spPr>
            <a:xfrm>
              <a:off x="4758650" y="2900988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8" y="1"/>
                  </a:moveTo>
                  <a:lnTo>
                    <a:pt x="0" y="649"/>
                  </a:lnTo>
                  <a:lnTo>
                    <a:pt x="146" y="691"/>
                  </a:lnTo>
                  <a:lnTo>
                    <a:pt x="335" y="4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42"/>
            <p:cNvSpPr/>
            <p:nvPr/>
          </p:nvSpPr>
          <p:spPr>
            <a:xfrm>
              <a:off x="4769625" y="29041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42"/>
            <p:cNvSpPr/>
            <p:nvPr/>
          </p:nvSpPr>
          <p:spPr>
            <a:xfrm>
              <a:off x="4776425" y="2907788"/>
              <a:ext cx="12575" cy="32975"/>
            </a:xfrm>
            <a:custGeom>
              <a:avLst/>
              <a:gdLst/>
              <a:ahLst/>
              <a:cxnLst/>
              <a:rect l="l" t="t" r="r" b="b"/>
              <a:pathLst>
                <a:path w="503" h="1319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19"/>
                  </a:lnTo>
                  <a:lnTo>
                    <a:pt x="503" y="21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42"/>
            <p:cNvSpPr/>
            <p:nvPr/>
          </p:nvSpPr>
          <p:spPr>
            <a:xfrm>
              <a:off x="4791600" y="2910413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42"/>
            <p:cNvSpPr/>
            <p:nvPr/>
          </p:nvSpPr>
          <p:spPr>
            <a:xfrm>
              <a:off x="4803100" y="29135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42"/>
            <p:cNvSpPr/>
            <p:nvPr/>
          </p:nvSpPr>
          <p:spPr>
            <a:xfrm>
              <a:off x="4814075" y="29172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42"/>
            <p:cNvSpPr/>
            <p:nvPr/>
          </p:nvSpPr>
          <p:spPr>
            <a:xfrm>
              <a:off x="4825075" y="29198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42"/>
            <p:cNvSpPr/>
            <p:nvPr/>
          </p:nvSpPr>
          <p:spPr>
            <a:xfrm>
              <a:off x="4831875" y="29234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0"/>
                  </a:moveTo>
                  <a:lnTo>
                    <a:pt x="0" y="1297"/>
                  </a:lnTo>
                  <a:lnTo>
                    <a:pt x="126" y="1339"/>
                  </a:lnTo>
                  <a:lnTo>
                    <a:pt x="502" y="42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42"/>
            <p:cNvSpPr/>
            <p:nvPr/>
          </p:nvSpPr>
          <p:spPr>
            <a:xfrm>
              <a:off x="4847050" y="2926613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42"/>
            <p:cNvSpPr/>
            <p:nvPr/>
          </p:nvSpPr>
          <p:spPr>
            <a:xfrm>
              <a:off x="4858550" y="29297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42"/>
            <p:cNvSpPr/>
            <p:nvPr/>
          </p:nvSpPr>
          <p:spPr>
            <a:xfrm>
              <a:off x="4844950" y="2928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42"/>
            <p:cNvSpPr/>
            <p:nvPr/>
          </p:nvSpPr>
          <p:spPr>
            <a:xfrm>
              <a:off x="4880525" y="29360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42"/>
            <p:cNvSpPr/>
            <p:nvPr/>
          </p:nvSpPr>
          <p:spPr>
            <a:xfrm>
              <a:off x="4886800" y="2939163"/>
              <a:ext cx="12575" cy="33525"/>
            </a:xfrm>
            <a:custGeom>
              <a:avLst/>
              <a:gdLst/>
              <a:ahLst/>
              <a:cxnLst/>
              <a:rect l="l" t="t" r="r" b="b"/>
              <a:pathLst>
                <a:path w="503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42"/>
            <p:cNvSpPr/>
            <p:nvPr/>
          </p:nvSpPr>
          <p:spPr>
            <a:xfrm>
              <a:off x="4902500" y="2942838"/>
              <a:ext cx="8375" cy="16750"/>
            </a:xfrm>
            <a:custGeom>
              <a:avLst/>
              <a:gdLst/>
              <a:ahLst/>
              <a:cxnLst/>
              <a:rect l="l" t="t" r="r" b="b"/>
              <a:pathLst>
                <a:path w="335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46" y="670"/>
                  </a:lnTo>
                  <a:lnTo>
                    <a:pt x="335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42"/>
            <p:cNvSpPr/>
            <p:nvPr/>
          </p:nvSpPr>
          <p:spPr>
            <a:xfrm>
              <a:off x="4929700" y="29600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50"/>
                  </a:lnTo>
                  <a:lnTo>
                    <a:pt x="146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42"/>
            <p:cNvSpPr/>
            <p:nvPr/>
          </p:nvSpPr>
          <p:spPr>
            <a:xfrm>
              <a:off x="4924975" y="29491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42"/>
            <p:cNvSpPr/>
            <p:nvPr/>
          </p:nvSpPr>
          <p:spPr>
            <a:xfrm>
              <a:off x="4935975" y="2952263"/>
              <a:ext cx="7850" cy="16750"/>
            </a:xfrm>
            <a:custGeom>
              <a:avLst/>
              <a:gdLst/>
              <a:ahLst/>
              <a:cxnLst/>
              <a:rect l="l" t="t" r="r" b="b"/>
              <a:pathLst>
                <a:path w="314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42"/>
            <p:cNvSpPr/>
            <p:nvPr/>
          </p:nvSpPr>
          <p:spPr>
            <a:xfrm>
              <a:off x="4942775" y="29553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2"/>
                  </a:lnTo>
                  <a:lnTo>
                    <a:pt x="356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42"/>
            <p:cNvSpPr/>
            <p:nvPr/>
          </p:nvSpPr>
          <p:spPr>
            <a:xfrm>
              <a:off x="4957925" y="29585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6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42"/>
            <p:cNvSpPr/>
            <p:nvPr/>
          </p:nvSpPr>
          <p:spPr>
            <a:xfrm>
              <a:off x="4968925" y="29611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42"/>
            <p:cNvSpPr/>
            <p:nvPr/>
          </p:nvSpPr>
          <p:spPr>
            <a:xfrm>
              <a:off x="4980425" y="2964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42"/>
            <p:cNvSpPr/>
            <p:nvPr/>
          </p:nvSpPr>
          <p:spPr>
            <a:xfrm>
              <a:off x="4991425" y="2967938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42"/>
            <p:cNvSpPr/>
            <p:nvPr/>
          </p:nvSpPr>
          <p:spPr>
            <a:xfrm>
              <a:off x="4997700" y="29710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0" y="1298"/>
                  </a:lnTo>
                  <a:lnTo>
                    <a:pt x="147" y="1339"/>
                  </a:lnTo>
                  <a:lnTo>
                    <a:pt x="502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42"/>
            <p:cNvSpPr/>
            <p:nvPr/>
          </p:nvSpPr>
          <p:spPr>
            <a:xfrm>
              <a:off x="5013375" y="29742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42"/>
            <p:cNvSpPr/>
            <p:nvPr/>
          </p:nvSpPr>
          <p:spPr>
            <a:xfrm>
              <a:off x="5024375" y="29773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42"/>
            <p:cNvSpPr/>
            <p:nvPr/>
          </p:nvSpPr>
          <p:spPr>
            <a:xfrm>
              <a:off x="5035875" y="2981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42"/>
            <p:cNvSpPr/>
            <p:nvPr/>
          </p:nvSpPr>
          <p:spPr>
            <a:xfrm>
              <a:off x="5046850" y="29836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42"/>
            <p:cNvSpPr/>
            <p:nvPr/>
          </p:nvSpPr>
          <p:spPr>
            <a:xfrm>
              <a:off x="5052625" y="2986763"/>
              <a:ext cx="13100" cy="33525"/>
            </a:xfrm>
            <a:custGeom>
              <a:avLst/>
              <a:gdLst/>
              <a:ahLst/>
              <a:cxnLst/>
              <a:rect l="l" t="t" r="r" b="b"/>
              <a:pathLst>
                <a:path w="524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47" y="1340"/>
                  </a:lnTo>
                  <a:lnTo>
                    <a:pt x="52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42"/>
            <p:cNvSpPr/>
            <p:nvPr/>
          </p:nvSpPr>
          <p:spPr>
            <a:xfrm>
              <a:off x="5068825" y="29904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42"/>
            <p:cNvSpPr/>
            <p:nvPr/>
          </p:nvSpPr>
          <p:spPr>
            <a:xfrm>
              <a:off x="5079825" y="29935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50"/>
                  </a:lnTo>
                  <a:lnTo>
                    <a:pt x="126" y="671"/>
                  </a:lnTo>
                  <a:lnTo>
                    <a:pt x="314" y="2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42"/>
            <p:cNvSpPr/>
            <p:nvPr/>
          </p:nvSpPr>
          <p:spPr>
            <a:xfrm>
              <a:off x="5090800" y="29961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42"/>
            <p:cNvSpPr/>
            <p:nvPr/>
          </p:nvSpPr>
          <p:spPr>
            <a:xfrm>
              <a:off x="5102300" y="29998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68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42"/>
            <p:cNvSpPr/>
            <p:nvPr/>
          </p:nvSpPr>
          <p:spPr>
            <a:xfrm>
              <a:off x="5108575" y="3002988"/>
              <a:ext cx="12600" cy="32975"/>
            </a:xfrm>
            <a:custGeom>
              <a:avLst/>
              <a:gdLst/>
              <a:ahLst/>
              <a:cxnLst/>
              <a:rect l="l" t="t" r="r" b="b"/>
              <a:pathLst>
                <a:path w="504" h="1319" extrusionOk="0">
                  <a:moveTo>
                    <a:pt x="378" y="1"/>
                  </a:moveTo>
                  <a:lnTo>
                    <a:pt x="1" y="1298"/>
                  </a:lnTo>
                  <a:lnTo>
                    <a:pt x="126" y="1319"/>
                  </a:lnTo>
                  <a:lnTo>
                    <a:pt x="503" y="22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42"/>
            <p:cNvSpPr/>
            <p:nvPr/>
          </p:nvSpPr>
          <p:spPr>
            <a:xfrm>
              <a:off x="5123750" y="30056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42"/>
            <p:cNvSpPr/>
            <p:nvPr/>
          </p:nvSpPr>
          <p:spPr>
            <a:xfrm>
              <a:off x="5135275" y="3009263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42"/>
            <p:cNvSpPr/>
            <p:nvPr/>
          </p:nvSpPr>
          <p:spPr>
            <a:xfrm>
              <a:off x="5146250" y="30124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42"/>
            <p:cNvSpPr/>
            <p:nvPr/>
          </p:nvSpPr>
          <p:spPr>
            <a:xfrm>
              <a:off x="5157225" y="3015538"/>
              <a:ext cx="7875" cy="16775"/>
            </a:xfrm>
            <a:custGeom>
              <a:avLst/>
              <a:gdLst/>
              <a:ahLst/>
              <a:cxnLst/>
              <a:rect l="l" t="t" r="r" b="b"/>
              <a:pathLst>
                <a:path w="315" h="671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70"/>
                  </a:lnTo>
                  <a:lnTo>
                    <a:pt x="31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42"/>
            <p:cNvSpPr/>
            <p:nvPr/>
          </p:nvSpPr>
          <p:spPr>
            <a:xfrm>
              <a:off x="5164025" y="30186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319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42"/>
            <p:cNvSpPr/>
            <p:nvPr/>
          </p:nvSpPr>
          <p:spPr>
            <a:xfrm>
              <a:off x="5179200" y="30218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42"/>
            <p:cNvSpPr/>
            <p:nvPr/>
          </p:nvSpPr>
          <p:spPr>
            <a:xfrm>
              <a:off x="5190700" y="30249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42"/>
            <p:cNvSpPr/>
            <p:nvPr/>
          </p:nvSpPr>
          <p:spPr>
            <a:xfrm>
              <a:off x="4514875" y="2959563"/>
              <a:ext cx="613600" cy="522600"/>
            </a:xfrm>
            <a:custGeom>
              <a:avLst/>
              <a:gdLst/>
              <a:ahLst/>
              <a:cxnLst/>
              <a:rect l="l" t="t" r="r" b="b"/>
              <a:pathLst>
                <a:path w="24544" h="20904" extrusionOk="0">
                  <a:moveTo>
                    <a:pt x="16237" y="4709"/>
                  </a:moveTo>
                  <a:lnTo>
                    <a:pt x="5629" y="15338"/>
                  </a:lnTo>
                  <a:lnTo>
                    <a:pt x="3746" y="7826"/>
                  </a:lnTo>
                  <a:lnTo>
                    <a:pt x="16237" y="4709"/>
                  </a:lnTo>
                  <a:close/>
                  <a:moveTo>
                    <a:pt x="24544" y="1"/>
                  </a:moveTo>
                  <a:lnTo>
                    <a:pt x="1" y="6153"/>
                  </a:lnTo>
                  <a:lnTo>
                    <a:pt x="3683" y="20904"/>
                  </a:lnTo>
                  <a:lnTo>
                    <a:pt x="24544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42"/>
            <p:cNvSpPr/>
            <p:nvPr/>
          </p:nvSpPr>
          <p:spPr>
            <a:xfrm>
              <a:off x="4592300" y="2960088"/>
              <a:ext cx="536175" cy="522075"/>
            </a:xfrm>
            <a:custGeom>
              <a:avLst/>
              <a:gdLst/>
              <a:ahLst/>
              <a:cxnLst/>
              <a:rect l="l" t="t" r="r" b="b"/>
              <a:pathLst>
                <a:path w="21447" h="20883" extrusionOk="0">
                  <a:moveTo>
                    <a:pt x="21447" y="1"/>
                  </a:moveTo>
                  <a:lnTo>
                    <a:pt x="17534" y="963"/>
                  </a:lnTo>
                  <a:lnTo>
                    <a:pt x="0" y="18518"/>
                  </a:lnTo>
                  <a:lnTo>
                    <a:pt x="586" y="20883"/>
                  </a:lnTo>
                  <a:lnTo>
                    <a:pt x="21447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42"/>
            <p:cNvSpPr/>
            <p:nvPr/>
          </p:nvSpPr>
          <p:spPr>
            <a:xfrm>
              <a:off x="4600150" y="2960088"/>
              <a:ext cx="528325" cy="522075"/>
            </a:xfrm>
            <a:custGeom>
              <a:avLst/>
              <a:gdLst/>
              <a:ahLst/>
              <a:cxnLst/>
              <a:rect l="l" t="t" r="r" b="b"/>
              <a:pathLst>
                <a:path w="21133" h="20883" extrusionOk="0">
                  <a:moveTo>
                    <a:pt x="21133" y="1"/>
                  </a:moveTo>
                  <a:lnTo>
                    <a:pt x="19375" y="440"/>
                  </a:lnTo>
                  <a:lnTo>
                    <a:pt x="0" y="19795"/>
                  </a:lnTo>
                  <a:lnTo>
                    <a:pt x="272" y="20883"/>
                  </a:lnTo>
                  <a:lnTo>
                    <a:pt x="21133" y="1"/>
                  </a:lnTo>
                  <a:close/>
                </a:path>
              </a:pathLst>
            </a:custGeom>
            <a:solidFill>
              <a:srgbClr val="BFEFE5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42"/>
            <p:cNvSpPr/>
            <p:nvPr/>
          </p:nvSpPr>
          <p:spPr>
            <a:xfrm>
              <a:off x="4531100" y="3108663"/>
              <a:ext cx="8375" cy="24075"/>
            </a:xfrm>
            <a:custGeom>
              <a:avLst/>
              <a:gdLst/>
              <a:ahLst/>
              <a:cxnLst/>
              <a:rect l="l" t="t" r="r" b="b"/>
              <a:pathLst>
                <a:path w="335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42"/>
            <p:cNvSpPr/>
            <p:nvPr/>
          </p:nvSpPr>
          <p:spPr>
            <a:xfrm>
              <a:off x="4541550" y="31060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42"/>
            <p:cNvSpPr/>
            <p:nvPr/>
          </p:nvSpPr>
          <p:spPr>
            <a:xfrm>
              <a:off x="4551500" y="31034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42"/>
            <p:cNvSpPr/>
            <p:nvPr/>
          </p:nvSpPr>
          <p:spPr>
            <a:xfrm>
              <a:off x="4561425" y="3100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42"/>
            <p:cNvSpPr/>
            <p:nvPr/>
          </p:nvSpPr>
          <p:spPr>
            <a:xfrm>
              <a:off x="4571375" y="3098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42"/>
            <p:cNvSpPr/>
            <p:nvPr/>
          </p:nvSpPr>
          <p:spPr>
            <a:xfrm>
              <a:off x="4581825" y="3095588"/>
              <a:ext cx="8925" cy="24075"/>
            </a:xfrm>
            <a:custGeom>
              <a:avLst/>
              <a:gdLst/>
              <a:ahLst/>
              <a:cxnLst/>
              <a:rect l="l" t="t" r="r" b="b"/>
              <a:pathLst>
                <a:path w="357" h="963" extrusionOk="0">
                  <a:moveTo>
                    <a:pt x="126" y="0"/>
                  </a:moveTo>
                  <a:lnTo>
                    <a:pt x="1" y="21"/>
                  </a:lnTo>
                  <a:lnTo>
                    <a:pt x="252" y="963"/>
                  </a:lnTo>
                  <a:lnTo>
                    <a:pt x="357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42"/>
            <p:cNvSpPr/>
            <p:nvPr/>
          </p:nvSpPr>
          <p:spPr>
            <a:xfrm>
              <a:off x="4592825" y="3092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42"/>
            <p:cNvSpPr/>
            <p:nvPr/>
          </p:nvSpPr>
          <p:spPr>
            <a:xfrm>
              <a:off x="4602750" y="309086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05" y="1"/>
                  </a:moveTo>
                  <a:lnTo>
                    <a:pt x="1" y="22"/>
                  </a:lnTo>
                  <a:lnTo>
                    <a:pt x="105" y="482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42"/>
            <p:cNvSpPr/>
            <p:nvPr/>
          </p:nvSpPr>
          <p:spPr>
            <a:xfrm>
              <a:off x="4612700" y="3087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42"/>
            <p:cNvSpPr/>
            <p:nvPr/>
          </p:nvSpPr>
          <p:spPr>
            <a:xfrm>
              <a:off x="4622100" y="3085638"/>
              <a:ext cx="6325" cy="12575"/>
            </a:xfrm>
            <a:custGeom>
              <a:avLst/>
              <a:gdLst/>
              <a:ahLst/>
              <a:cxnLst/>
              <a:rect l="l" t="t" r="r" b="b"/>
              <a:pathLst>
                <a:path w="253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42"/>
            <p:cNvSpPr/>
            <p:nvPr/>
          </p:nvSpPr>
          <p:spPr>
            <a:xfrm>
              <a:off x="4633100" y="3083013"/>
              <a:ext cx="8925" cy="24625"/>
            </a:xfrm>
            <a:custGeom>
              <a:avLst/>
              <a:gdLst/>
              <a:ahLst/>
              <a:cxnLst/>
              <a:rect l="l" t="t" r="r" b="b"/>
              <a:pathLst>
                <a:path w="357" h="985" extrusionOk="0">
                  <a:moveTo>
                    <a:pt x="105" y="1"/>
                  </a:moveTo>
                  <a:lnTo>
                    <a:pt x="0" y="43"/>
                  </a:lnTo>
                  <a:lnTo>
                    <a:pt x="231" y="984"/>
                  </a:lnTo>
                  <a:lnTo>
                    <a:pt x="35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42"/>
            <p:cNvSpPr/>
            <p:nvPr/>
          </p:nvSpPr>
          <p:spPr>
            <a:xfrm>
              <a:off x="4643550" y="3079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42"/>
            <p:cNvSpPr/>
            <p:nvPr/>
          </p:nvSpPr>
          <p:spPr>
            <a:xfrm>
              <a:off x="4653500" y="3078313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42"/>
            <p:cNvSpPr/>
            <p:nvPr/>
          </p:nvSpPr>
          <p:spPr>
            <a:xfrm>
              <a:off x="4663425" y="3075713"/>
              <a:ext cx="5800" cy="12050"/>
            </a:xfrm>
            <a:custGeom>
              <a:avLst/>
              <a:gdLst/>
              <a:ahLst/>
              <a:cxnLst/>
              <a:rect l="l" t="t" r="r" b="b"/>
              <a:pathLst>
                <a:path w="232" h="482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481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42"/>
            <p:cNvSpPr/>
            <p:nvPr/>
          </p:nvSpPr>
          <p:spPr>
            <a:xfrm>
              <a:off x="4673375" y="307308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42"/>
            <p:cNvSpPr/>
            <p:nvPr/>
          </p:nvSpPr>
          <p:spPr>
            <a:xfrm>
              <a:off x="4684350" y="3069938"/>
              <a:ext cx="8400" cy="24100"/>
            </a:xfrm>
            <a:custGeom>
              <a:avLst/>
              <a:gdLst/>
              <a:ahLst/>
              <a:cxnLst/>
              <a:rect l="l" t="t" r="r" b="b"/>
              <a:pathLst>
                <a:path w="336" h="964" extrusionOk="0">
                  <a:moveTo>
                    <a:pt x="105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3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42"/>
            <p:cNvSpPr/>
            <p:nvPr/>
          </p:nvSpPr>
          <p:spPr>
            <a:xfrm>
              <a:off x="4694825" y="30673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42"/>
            <p:cNvSpPr/>
            <p:nvPr/>
          </p:nvSpPr>
          <p:spPr>
            <a:xfrm>
              <a:off x="4704750" y="30652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42"/>
            <p:cNvSpPr/>
            <p:nvPr/>
          </p:nvSpPr>
          <p:spPr>
            <a:xfrm>
              <a:off x="4714700" y="30626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42"/>
            <p:cNvSpPr/>
            <p:nvPr/>
          </p:nvSpPr>
          <p:spPr>
            <a:xfrm>
              <a:off x="4724625" y="30600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06" y="0"/>
                  </a:moveTo>
                  <a:lnTo>
                    <a:pt x="1" y="21"/>
                  </a:lnTo>
                  <a:lnTo>
                    <a:pt x="106" y="502"/>
                  </a:lnTo>
                  <a:lnTo>
                    <a:pt x="231" y="46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42"/>
            <p:cNvSpPr/>
            <p:nvPr/>
          </p:nvSpPr>
          <p:spPr>
            <a:xfrm>
              <a:off x="4735100" y="3057388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0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42"/>
            <p:cNvSpPr/>
            <p:nvPr/>
          </p:nvSpPr>
          <p:spPr>
            <a:xfrm>
              <a:off x="4746075" y="30547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1" y="21"/>
                  </a:lnTo>
                  <a:lnTo>
                    <a:pt x="105" y="502"/>
                  </a:lnTo>
                  <a:lnTo>
                    <a:pt x="231" y="46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42"/>
            <p:cNvSpPr/>
            <p:nvPr/>
          </p:nvSpPr>
          <p:spPr>
            <a:xfrm>
              <a:off x="4755500" y="3052688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42"/>
            <p:cNvSpPr/>
            <p:nvPr/>
          </p:nvSpPr>
          <p:spPr>
            <a:xfrm>
              <a:off x="4765450" y="305006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43"/>
                  </a:lnTo>
                  <a:lnTo>
                    <a:pt x="126" y="503"/>
                  </a:lnTo>
                  <a:lnTo>
                    <a:pt x="25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42"/>
            <p:cNvSpPr/>
            <p:nvPr/>
          </p:nvSpPr>
          <p:spPr>
            <a:xfrm>
              <a:off x="4775900" y="30469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1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42"/>
            <p:cNvSpPr/>
            <p:nvPr/>
          </p:nvSpPr>
          <p:spPr>
            <a:xfrm>
              <a:off x="4786350" y="30443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7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7" y="942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42"/>
            <p:cNvSpPr/>
            <p:nvPr/>
          </p:nvSpPr>
          <p:spPr>
            <a:xfrm>
              <a:off x="4796825" y="3041688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2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42"/>
            <p:cNvSpPr/>
            <p:nvPr/>
          </p:nvSpPr>
          <p:spPr>
            <a:xfrm>
              <a:off x="4806750" y="30396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7" y="0"/>
                  </a:moveTo>
                  <a:lnTo>
                    <a:pt x="1" y="21"/>
                  </a:lnTo>
                  <a:lnTo>
                    <a:pt x="127" y="502"/>
                  </a:lnTo>
                  <a:lnTo>
                    <a:pt x="231" y="461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42"/>
            <p:cNvSpPr/>
            <p:nvPr/>
          </p:nvSpPr>
          <p:spPr>
            <a:xfrm>
              <a:off x="4816700" y="3036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42"/>
            <p:cNvSpPr/>
            <p:nvPr/>
          </p:nvSpPr>
          <p:spPr>
            <a:xfrm>
              <a:off x="4826650" y="30343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42"/>
                  </a:lnTo>
                  <a:lnTo>
                    <a:pt x="126" y="502"/>
                  </a:lnTo>
                  <a:lnTo>
                    <a:pt x="230" y="48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42"/>
            <p:cNvSpPr/>
            <p:nvPr/>
          </p:nvSpPr>
          <p:spPr>
            <a:xfrm>
              <a:off x="4837625" y="30317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42"/>
            <p:cNvSpPr/>
            <p:nvPr/>
          </p:nvSpPr>
          <p:spPr>
            <a:xfrm>
              <a:off x="4848075" y="30291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42"/>
            <p:cNvSpPr/>
            <p:nvPr/>
          </p:nvSpPr>
          <p:spPr>
            <a:xfrm>
              <a:off x="4858025" y="30265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42"/>
            <p:cNvSpPr/>
            <p:nvPr/>
          </p:nvSpPr>
          <p:spPr>
            <a:xfrm>
              <a:off x="4867975" y="30239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42"/>
            <p:cNvSpPr/>
            <p:nvPr/>
          </p:nvSpPr>
          <p:spPr>
            <a:xfrm>
              <a:off x="4877900" y="30218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1" y="43"/>
                  </a:lnTo>
                  <a:lnTo>
                    <a:pt x="105" y="503"/>
                  </a:lnTo>
                  <a:lnTo>
                    <a:pt x="231" y="48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42"/>
            <p:cNvSpPr/>
            <p:nvPr/>
          </p:nvSpPr>
          <p:spPr>
            <a:xfrm>
              <a:off x="4888375" y="3019213"/>
              <a:ext cx="8900" cy="24075"/>
            </a:xfrm>
            <a:custGeom>
              <a:avLst/>
              <a:gdLst/>
              <a:ahLst/>
              <a:cxnLst/>
              <a:rect l="l" t="t" r="r" b="b"/>
              <a:pathLst>
                <a:path w="356" h="963" extrusionOk="0">
                  <a:moveTo>
                    <a:pt x="126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56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42"/>
            <p:cNvSpPr/>
            <p:nvPr/>
          </p:nvSpPr>
          <p:spPr>
            <a:xfrm>
              <a:off x="4899350" y="30165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42"/>
            <p:cNvSpPr/>
            <p:nvPr/>
          </p:nvSpPr>
          <p:spPr>
            <a:xfrm>
              <a:off x="4909300" y="3013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42"/>
            <p:cNvSpPr/>
            <p:nvPr/>
          </p:nvSpPr>
          <p:spPr>
            <a:xfrm>
              <a:off x="4918700" y="3011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42"/>
            <p:cNvSpPr/>
            <p:nvPr/>
          </p:nvSpPr>
          <p:spPr>
            <a:xfrm>
              <a:off x="4928650" y="3009263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42"/>
            <p:cNvSpPr/>
            <p:nvPr/>
          </p:nvSpPr>
          <p:spPr>
            <a:xfrm>
              <a:off x="4939625" y="30066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1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42"/>
            <p:cNvSpPr/>
            <p:nvPr/>
          </p:nvSpPr>
          <p:spPr>
            <a:xfrm>
              <a:off x="4950100" y="300351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42"/>
            <p:cNvSpPr/>
            <p:nvPr/>
          </p:nvSpPr>
          <p:spPr>
            <a:xfrm>
              <a:off x="4960025" y="300141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26" y="1"/>
                  </a:moveTo>
                  <a:lnTo>
                    <a:pt x="1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42"/>
            <p:cNvSpPr/>
            <p:nvPr/>
          </p:nvSpPr>
          <p:spPr>
            <a:xfrm>
              <a:off x="4969975" y="2998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42"/>
            <p:cNvSpPr/>
            <p:nvPr/>
          </p:nvSpPr>
          <p:spPr>
            <a:xfrm>
              <a:off x="4979900" y="2996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42"/>
            <p:cNvSpPr/>
            <p:nvPr/>
          </p:nvSpPr>
          <p:spPr>
            <a:xfrm>
              <a:off x="4990900" y="2993063"/>
              <a:ext cx="8375" cy="24600"/>
            </a:xfrm>
            <a:custGeom>
              <a:avLst/>
              <a:gdLst/>
              <a:ahLst/>
              <a:cxnLst/>
              <a:rect l="l" t="t" r="r" b="b"/>
              <a:pathLst>
                <a:path w="335" h="984" extrusionOk="0">
                  <a:moveTo>
                    <a:pt x="105" y="0"/>
                  </a:moveTo>
                  <a:lnTo>
                    <a:pt x="0" y="42"/>
                  </a:lnTo>
                  <a:lnTo>
                    <a:pt x="230" y="98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42"/>
            <p:cNvSpPr/>
            <p:nvPr/>
          </p:nvSpPr>
          <p:spPr>
            <a:xfrm>
              <a:off x="5001350" y="2990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42"/>
            <p:cNvSpPr/>
            <p:nvPr/>
          </p:nvSpPr>
          <p:spPr>
            <a:xfrm>
              <a:off x="5011300" y="29883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42"/>
            <p:cNvSpPr/>
            <p:nvPr/>
          </p:nvSpPr>
          <p:spPr>
            <a:xfrm>
              <a:off x="5021225" y="2985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42"/>
            <p:cNvSpPr/>
            <p:nvPr/>
          </p:nvSpPr>
          <p:spPr>
            <a:xfrm>
              <a:off x="5031175" y="29836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42"/>
            <p:cNvSpPr/>
            <p:nvPr/>
          </p:nvSpPr>
          <p:spPr>
            <a:xfrm>
              <a:off x="5041625" y="29810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42"/>
            <p:cNvSpPr/>
            <p:nvPr/>
          </p:nvSpPr>
          <p:spPr>
            <a:xfrm>
              <a:off x="5052625" y="29778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42"/>
            <p:cNvSpPr/>
            <p:nvPr/>
          </p:nvSpPr>
          <p:spPr>
            <a:xfrm>
              <a:off x="5062025" y="29757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42"/>
            <p:cNvSpPr/>
            <p:nvPr/>
          </p:nvSpPr>
          <p:spPr>
            <a:xfrm>
              <a:off x="5071975" y="2973163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42"/>
            <p:cNvSpPr/>
            <p:nvPr/>
          </p:nvSpPr>
          <p:spPr>
            <a:xfrm>
              <a:off x="5081900" y="29710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42"/>
            <p:cNvSpPr/>
            <p:nvPr/>
          </p:nvSpPr>
          <p:spPr>
            <a:xfrm>
              <a:off x="4399263" y="2810788"/>
              <a:ext cx="815000" cy="332350"/>
            </a:xfrm>
            <a:custGeom>
              <a:avLst/>
              <a:gdLst/>
              <a:ahLst/>
              <a:cxnLst/>
              <a:rect l="l" t="t" r="r" b="b"/>
              <a:pathLst>
                <a:path w="32600" h="13294" extrusionOk="0">
                  <a:moveTo>
                    <a:pt x="1877" y="0"/>
                  </a:moveTo>
                  <a:cubicBezTo>
                    <a:pt x="1477" y="0"/>
                    <a:pt x="1106" y="256"/>
                    <a:pt x="984" y="658"/>
                  </a:cubicBezTo>
                  <a:lnTo>
                    <a:pt x="147" y="3609"/>
                  </a:lnTo>
                  <a:cubicBezTo>
                    <a:pt x="0" y="4090"/>
                    <a:pt x="272" y="4592"/>
                    <a:pt x="754" y="4738"/>
                  </a:cubicBezTo>
                  <a:lnTo>
                    <a:pt x="30507" y="13254"/>
                  </a:lnTo>
                  <a:cubicBezTo>
                    <a:pt x="30595" y="13281"/>
                    <a:pt x="30684" y="13294"/>
                    <a:pt x="30772" y="13294"/>
                  </a:cubicBezTo>
                  <a:cubicBezTo>
                    <a:pt x="31160" y="13294"/>
                    <a:pt x="31514" y="13040"/>
                    <a:pt x="31616" y="12648"/>
                  </a:cubicBezTo>
                  <a:lnTo>
                    <a:pt x="32474" y="9697"/>
                  </a:lnTo>
                  <a:cubicBezTo>
                    <a:pt x="32599" y="9216"/>
                    <a:pt x="32327" y="8714"/>
                    <a:pt x="31846" y="8567"/>
                  </a:cubicBezTo>
                  <a:lnTo>
                    <a:pt x="2114" y="31"/>
                  </a:lnTo>
                  <a:cubicBezTo>
                    <a:pt x="2035" y="10"/>
                    <a:pt x="1955" y="0"/>
                    <a:pt x="18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42"/>
            <p:cNvSpPr/>
            <p:nvPr/>
          </p:nvSpPr>
          <p:spPr>
            <a:xfrm>
              <a:off x="4399263" y="2851288"/>
              <a:ext cx="805050" cy="291850"/>
            </a:xfrm>
            <a:custGeom>
              <a:avLst/>
              <a:gdLst/>
              <a:ahLst/>
              <a:cxnLst/>
              <a:rect l="l" t="t" r="r" b="b"/>
              <a:pathLst>
                <a:path w="32202" h="11674" extrusionOk="0">
                  <a:moveTo>
                    <a:pt x="712" y="1"/>
                  </a:moveTo>
                  <a:lnTo>
                    <a:pt x="147" y="1989"/>
                  </a:lnTo>
                  <a:cubicBezTo>
                    <a:pt x="0" y="2470"/>
                    <a:pt x="272" y="2972"/>
                    <a:pt x="775" y="3118"/>
                  </a:cubicBezTo>
                  <a:lnTo>
                    <a:pt x="30507" y="11634"/>
                  </a:lnTo>
                  <a:cubicBezTo>
                    <a:pt x="30595" y="11661"/>
                    <a:pt x="30684" y="11674"/>
                    <a:pt x="30772" y="11674"/>
                  </a:cubicBezTo>
                  <a:cubicBezTo>
                    <a:pt x="31160" y="11674"/>
                    <a:pt x="31514" y="11420"/>
                    <a:pt x="31616" y="11028"/>
                  </a:cubicBezTo>
                  <a:lnTo>
                    <a:pt x="32202" y="9040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42"/>
            <p:cNvSpPr/>
            <p:nvPr/>
          </p:nvSpPr>
          <p:spPr>
            <a:xfrm>
              <a:off x="4399788" y="2891563"/>
              <a:ext cx="793025" cy="251575"/>
            </a:xfrm>
            <a:custGeom>
              <a:avLst/>
              <a:gdLst/>
              <a:ahLst/>
              <a:cxnLst/>
              <a:rect l="l" t="t" r="r" b="b"/>
              <a:pathLst>
                <a:path w="31721" h="10063" extrusionOk="0">
                  <a:moveTo>
                    <a:pt x="251" y="1"/>
                  </a:moveTo>
                  <a:lnTo>
                    <a:pt x="126" y="378"/>
                  </a:lnTo>
                  <a:cubicBezTo>
                    <a:pt x="0" y="859"/>
                    <a:pt x="272" y="1361"/>
                    <a:pt x="754" y="1507"/>
                  </a:cubicBezTo>
                  <a:lnTo>
                    <a:pt x="30486" y="10023"/>
                  </a:lnTo>
                  <a:cubicBezTo>
                    <a:pt x="30574" y="10050"/>
                    <a:pt x="30663" y="10063"/>
                    <a:pt x="30751" y="10063"/>
                  </a:cubicBezTo>
                  <a:cubicBezTo>
                    <a:pt x="31139" y="10063"/>
                    <a:pt x="31493" y="9809"/>
                    <a:pt x="31595" y="9417"/>
                  </a:cubicBezTo>
                  <a:lnTo>
                    <a:pt x="31721" y="9040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42"/>
            <p:cNvSpPr/>
            <p:nvPr/>
          </p:nvSpPr>
          <p:spPr>
            <a:xfrm>
              <a:off x="4444238" y="2812588"/>
              <a:ext cx="12600" cy="33500"/>
            </a:xfrm>
            <a:custGeom>
              <a:avLst/>
              <a:gdLst/>
              <a:ahLst/>
              <a:cxnLst/>
              <a:rect l="l" t="t" r="r" b="b"/>
              <a:pathLst>
                <a:path w="504" h="1340" extrusionOk="0">
                  <a:moveTo>
                    <a:pt x="378" y="0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42"/>
            <p:cNvSpPr/>
            <p:nvPr/>
          </p:nvSpPr>
          <p:spPr>
            <a:xfrm>
              <a:off x="4459413" y="28152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42"/>
            <p:cNvSpPr/>
            <p:nvPr/>
          </p:nvSpPr>
          <p:spPr>
            <a:xfrm>
              <a:off x="4470938" y="28188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42"/>
            <p:cNvSpPr/>
            <p:nvPr/>
          </p:nvSpPr>
          <p:spPr>
            <a:xfrm>
              <a:off x="4489763" y="2828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42"/>
            <p:cNvSpPr/>
            <p:nvPr/>
          </p:nvSpPr>
          <p:spPr>
            <a:xfrm>
              <a:off x="4506488" y="28376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42"/>
            <p:cNvSpPr/>
            <p:nvPr/>
          </p:nvSpPr>
          <p:spPr>
            <a:xfrm>
              <a:off x="4499688" y="28282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7" y="0"/>
                  </a:moveTo>
                  <a:lnTo>
                    <a:pt x="1" y="1297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42"/>
            <p:cNvSpPr/>
            <p:nvPr/>
          </p:nvSpPr>
          <p:spPr>
            <a:xfrm>
              <a:off x="4514863" y="28314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42"/>
            <p:cNvSpPr/>
            <p:nvPr/>
          </p:nvSpPr>
          <p:spPr>
            <a:xfrm>
              <a:off x="4503888" y="283036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42"/>
            <p:cNvSpPr/>
            <p:nvPr/>
          </p:nvSpPr>
          <p:spPr>
            <a:xfrm>
              <a:off x="4536838" y="2837688"/>
              <a:ext cx="8400" cy="16775"/>
            </a:xfrm>
            <a:custGeom>
              <a:avLst/>
              <a:gdLst/>
              <a:ahLst/>
              <a:cxnLst/>
              <a:rect l="l" t="t" r="r" b="b"/>
              <a:pathLst>
                <a:path w="336" h="671" extrusionOk="0">
                  <a:moveTo>
                    <a:pt x="189" y="1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3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42"/>
            <p:cNvSpPr/>
            <p:nvPr/>
          </p:nvSpPr>
          <p:spPr>
            <a:xfrm>
              <a:off x="4548338" y="28408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42"/>
            <p:cNvSpPr/>
            <p:nvPr/>
          </p:nvSpPr>
          <p:spPr>
            <a:xfrm>
              <a:off x="4554613" y="2843963"/>
              <a:ext cx="13100" cy="33500"/>
            </a:xfrm>
            <a:custGeom>
              <a:avLst/>
              <a:gdLst/>
              <a:ahLst/>
              <a:cxnLst/>
              <a:rect l="l" t="t" r="r" b="b"/>
              <a:pathLst>
                <a:path w="524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47" y="1340"/>
                  </a:lnTo>
                  <a:lnTo>
                    <a:pt x="524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42"/>
            <p:cNvSpPr/>
            <p:nvPr/>
          </p:nvSpPr>
          <p:spPr>
            <a:xfrm>
              <a:off x="4570838" y="28476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42"/>
            <p:cNvSpPr/>
            <p:nvPr/>
          </p:nvSpPr>
          <p:spPr>
            <a:xfrm>
              <a:off x="4581288" y="2850238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42"/>
            <p:cNvSpPr/>
            <p:nvPr/>
          </p:nvSpPr>
          <p:spPr>
            <a:xfrm>
              <a:off x="4600663" y="2860713"/>
              <a:ext cx="7850" cy="17275"/>
            </a:xfrm>
            <a:custGeom>
              <a:avLst/>
              <a:gdLst/>
              <a:ahLst/>
              <a:cxnLst/>
              <a:rect l="l" t="t" r="r" b="b"/>
              <a:pathLst>
                <a:path w="314" h="691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42"/>
            <p:cNvSpPr/>
            <p:nvPr/>
          </p:nvSpPr>
          <p:spPr>
            <a:xfrm>
              <a:off x="4603788" y="28565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0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42"/>
            <p:cNvSpPr/>
            <p:nvPr/>
          </p:nvSpPr>
          <p:spPr>
            <a:xfrm>
              <a:off x="4610063" y="28596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2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42"/>
            <p:cNvSpPr/>
            <p:nvPr/>
          </p:nvSpPr>
          <p:spPr>
            <a:xfrm>
              <a:off x="4625763" y="2863338"/>
              <a:ext cx="7875" cy="16750"/>
            </a:xfrm>
            <a:custGeom>
              <a:avLst/>
              <a:gdLst/>
              <a:ahLst/>
              <a:cxnLst/>
              <a:rect l="l" t="t" r="r" b="b"/>
              <a:pathLst>
                <a:path w="315" h="670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70"/>
                  </a:lnTo>
                  <a:lnTo>
                    <a:pt x="314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42"/>
            <p:cNvSpPr/>
            <p:nvPr/>
          </p:nvSpPr>
          <p:spPr>
            <a:xfrm>
              <a:off x="4649288" y="287796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6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42"/>
            <p:cNvSpPr/>
            <p:nvPr/>
          </p:nvSpPr>
          <p:spPr>
            <a:xfrm>
              <a:off x="4647738" y="286908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42"/>
            <p:cNvSpPr/>
            <p:nvPr/>
          </p:nvSpPr>
          <p:spPr>
            <a:xfrm>
              <a:off x="4659238" y="28727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42"/>
            <p:cNvSpPr/>
            <p:nvPr/>
          </p:nvSpPr>
          <p:spPr>
            <a:xfrm>
              <a:off x="4679638" y="28889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298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42"/>
            <p:cNvSpPr/>
            <p:nvPr/>
          </p:nvSpPr>
          <p:spPr>
            <a:xfrm>
              <a:off x="4681213" y="2879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42"/>
            <p:cNvSpPr/>
            <p:nvPr/>
          </p:nvSpPr>
          <p:spPr>
            <a:xfrm>
              <a:off x="4692188" y="288216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42"/>
            <p:cNvSpPr/>
            <p:nvPr/>
          </p:nvSpPr>
          <p:spPr>
            <a:xfrm>
              <a:off x="4703188" y="28852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42"/>
            <p:cNvSpPr/>
            <p:nvPr/>
          </p:nvSpPr>
          <p:spPr>
            <a:xfrm>
              <a:off x="4729863" y="29025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42"/>
            <p:cNvSpPr/>
            <p:nvPr/>
          </p:nvSpPr>
          <p:spPr>
            <a:xfrm>
              <a:off x="4720963" y="2891563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1"/>
                  </a:moveTo>
                  <a:lnTo>
                    <a:pt x="1" y="1298"/>
                  </a:lnTo>
                  <a:lnTo>
                    <a:pt x="126" y="1340"/>
                  </a:lnTo>
                  <a:lnTo>
                    <a:pt x="50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42"/>
            <p:cNvSpPr/>
            <p:nvPr/>
          </p:nvSpPr>
          <p:spPr>
            <a:xfrm>
              <a:off x="4736663" y="2894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42"/>
            <p:cNvSpPr/>
            <p:nvPr/>
          </p:nvSpPr>
          <p:spPr>
            <a:xfrm>
              <a:off x="4747638" y="28978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42"/>
            <p:cNvSpPr/>
            <p:nvPr/>
          </p:nvSpPr>
          <p:spPr>
            <a:xfrm>
              <a:off x="4758638" y="2900988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8" y="1"/>
                  </a:moveTo>
                  <a:lnTo>
                    <a:pt x="0" y="649"/>
                  </a:lnTo>
                  <a:lnTo>
                    <a:pt x="146" y="691"/>
                  </a:lnTo>
                  <a:lnTo>
                    <a:pt x="335" y="4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42"/>
            <p:cNvSpPr/>
            <p:nvPr/>
          </p:nvSpPr>
          <p:spPr>
            <a:xfrm>
              <a:off x="4769613" y="29041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42"/>
            <p:cNvSpPr/>
            <p:nvPr/>
          </p:nvSpPr>
          <p:spPr>
            <a:xfrm>
              <a:off x="4776413" y="2907788"/>
              <a:ext cx="12575" cy="32975"/>
            </a:xfrm>
            <a:custGeom>
              <a:avLst/>
              <a:gdLst/>
              <a:ahLst/>
              <a:cxnLst/>
              <a:rect l="l" t="t" r="r" b="b"/>
              <a:pathLst>
                <a:path w="503" h="1319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19"/>
                  </a:lnTo>
                  <a:lnTo>
                    <a:pt x="503" y="21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42"/>
            <p:cNvSpPr/>
            <p:nvPr/>
          </p:nvSpPr>
          <p:spPr>
            <a:xfrm>
              <a:off x="4791588" y="2910413"/>
              <a:ext cx="8375" cy="17275"/>
            </a:xfrm>
            <a:custGeom>
              <a:avLst/>
              <a:gdLst/>
              <a:ahLst/>
              <a:cxnLst/>
              <a:rect l="l" t="t" r="r" b="b"/>
              <a:pathLst>
                <a:path w="33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42"/>
            <p:cNvSpPr/>
            <p:nvPr/>
          </p:nvSpPr>
          <p:spPr>
            <a:xfrm>
              <a:off x="4803088" y="29135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68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42"/>
            <p:cNvSpPr/>
            <p:nvPr/>
          </p:nvSpPr>
          <p:spPr>
            <a:xfrm>
              <a:off x="4814063" y="29172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42"/>
            <p:cNvSpPr/>
            <p:nvPr/>
          </p:nvSpPr>
          <p:spPr>
            <a:xfrm>
              <a:off x="4825063" y="29198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42"/>
            <p:cNvSpPr/>
            <p:nvPr/>
          </p:nvSpPr>
          <p:spPr>
            <a:xfrm>
              <a:off x="4831863" y="29234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0"/>
                  </a:moveTo>
                  <a:lnTo>
                    <a:pt x="0" y="1297"/>
                  </a:lnTo>
                  <a:lnTo>
                    <a:pt x="126" y="1339"/>
                  </a:lnTo>
                  <a:lnTo>
                    <a:pt x="502" y="42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42"/>
            <p:cNvSpPr/>
            <p:nvPr/>
          </p:nvSpPr>
          <p:spPr>
            <a:xfrm>
              <a:off x="4847038" y="2926613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42"/>
            <p:cNvSpPr/>
            <p:nvPr/>
          </p:nvSpPr>
          <p:spPr>
            <a:xfrm>
              <a:off x="4858538" y="29297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42"/>
            <p:cNvSpPr/>
            <p:nvPr/>
          </p:nvSpPr>
          <p:spPr>
            <a:xfrm>
              <a:off x="4844938" y="29287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47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42"/>
            <p:cNvSpPr/>
            <p:nvPr/>
          </p:nvSpPr>
          <p:spPr>
            <a:xfrm>
              <a:off x="4880513" y="29360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42"/>
            <p:cNvSpPr/>
            <p:nvPr/>
          </p:nvSpPr>
          <p:spPr>
            <a:xfrm>
              <a:off x="4886788" y="2939163"/>
              <a:ext cx="12575" cy="33525"/>
            </a:xfrm>
            <a:custGeom>
              <a:avLst/>
              <a:gdLst/>
              <a:ahLst/>
              <a:cxnLst/>
              <a:rect l="l" t="t" r="r" b="b"/>
              <a:pathLst>
                <a:path w="503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42"/>
            <p:cNvSpPr/>
            <p:nvPr/>
          </p:nvSpPr>
          <p:spPr>
            <a:xfrm>
              <a:off x="4902488" y="2942838"/>
              <a:ext cx="8375" cy="16750"/>
            </a:xfrm>
            <a:custGeom>
              <a:avLst/>
              <a:gdLst/>
              <a:ahLst/>
              <a:cxnLst/>
              <a:rect l="l" t="t" r="r" b="b"/>
              <a:pathLst>
                <a:path w="335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46" y="670"/>
                  </a:lnTo>
                  <a:lnTo>
                    <a:pt x="335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42"/>
            <p:cNvSpPr/>
            <p:nvPr/>
          </p:nvSpPr>
          <p:spPr>
            <a:xfrm>
              <a:off x="4929688" y="2960088"/>
              <a:ext cx="8375" cy="17300"/>
            </a:xfrm>
            <a:custGeom>
              <a:avLst/>
              <a:gdLst/>
              <a:ahLst/>
              <a:cxnLst/>
              <a:rect l="l" t="t" r="r" b="b"/>
              <a:pathLst>
                <a:path w="335" h="692" extrusionOk="0">
                  <a:moveTo>
                    <a:pt x="188" y="1"/>
                  </a:moveTo>
                  <a:lnTo>
                    <a:pt x="0" y="650"/>
                  </a:lnTo>
                  <a:lnTo>
                    <a:pt x="146" y="691"/>
                  </a:lnTo>
                  <a:lnTo>
                    <a:pt x="335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42"/>
            <p:cNvSpPr/>
            <p:nvPr/>
          </p:nvSpPr>
          <p:spPr>
            <a:xfrm>
              <a:off x="4924963" y="29491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21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42"/>
            <p:cNvSpPr/>
            <p:nvPr/>
          </p:nvSpPr>
          <p:spPr>
            <a:xfrm>
              <a:off x="4935963" y="2952263"/>
              <a:ext cx="7850" cy="16750"/>
            </a:xfrm>
            <a:custGeom>
              <a:avLst/>
              <a:gdLst/>
              <a:ahLst/>
              <a:cxnLst/>
              <a:rect l="l" t="t" r="r" b="b"/>
              <a:pathLst>
                <a:path w="314" h="670" extrusionOk="0">
                  <a:moveTo>
                    <a:pt x="188" y="0"/>
                  </a:moveTo>
                  <a:lnTo>
                    <a:pt x="0" y="649"/>
                  </a:lnTo>
                  <a:lnTo>
                    <a:pt x="126" y="670"/>
                  </a:lnTo>
                  <a:lnTo>
                    <a:pt x="314" y="21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42"/>
            <p:cNvSpPr/>
            <p:nvPr/>
          </p:nvSpPr>
          <p:spPr>
            <a:xfrm>
              <a:off x="4942763" y="29553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56" y="1"/>
                  </a:moveTo>
                  <a:lnTo>
                    <a:pt x="0" y="1298"/>
                  </a:lnTo>
                  <a:lnTo>
                    <a:pt x="126" y="1340"/>
                  </a:lnTo>
                  <a:lnTo>
                    <a:pt x="502" y="42"/>
                  </a:lnTo>
                  <a:lnTo>
                    <a:pt x="35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42"/>
            <p:cNvSpPr/>
            <p:nvPr/>
          </p:nvSpPr>
          <p:spPr>
            <a:xfrm>
              <a:off x="4957913" y="29585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6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42"/>
            <p:cNvSpPr/>
            <p:nvPr/>
          </p:nvSpPr>
          <p:spPr>
            <a:xfrm>
              <a:off x="4968913" y="296113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42"/>
            <p:cNvSpPr/>
            <p:nvPr/>
          </p:nvSpPr>
          <p:spPr>
            <a:xfrm>
              <a:off x="4980413" y="29648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42"/>
            <p:cNvSpPr/>
            <p:nvPr/>
          </p:nvSpPr>
          <p:spPr>
            <a:xfrm>
              <a:off x="4991413" y="2967938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42"/>
            <p:cNvSpPr/>
            <p:nvPr/>
          </p:nvSpPr>
          <p:spPr>
            <a:xfrm>
              <a:off x="4997688" y="29710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0" y="1298"/>
                  </a:lnTo>
                  <a:lnTo>
                    <a:pt x="147" y="1339"/>
                  </a:lnTo>
                  <a:lnTo>
                    <a:pt x="502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42"/>
            <p:cNvSpPr/>
            <p:nvPr/>
          </p:nvSpPr>
          <p:spPr>
            <a:xfrm>
              <a:off x="5013363" y="29742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42"/>
            <p:cNvSpPr/>
            <p:nvPr/>
          </p:nvSpPr>
          <p:spPr>
            <a:xfrm>
              <a:off x="5024363" y="29773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42"/>
            <p:cNvSpPr/>
            <p:nvPr/>
          </p:nvSpPr>
          <p:spPr>
            <a:xfrm>
              <a:off x="5035863" y="2981013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42"/>
            <p:cNvSpPr/>
            <p:nvPr/>
          </p:nvSpPr>
          <p:spPr>
            <a:xfrm>
              <a:off x="5046838" y="2983638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42"/>
            <p:cNvSpPr/>
            <p:nvPr/>
          </p:nvSpPr>
          <p:spPr>
            <a:xfrm>
              <a:off x="5052613" y="2986763"/>
              <a:ext cx="13100" cy="33525"/>
            </a:xfrm>
            <a:custGeom>
              <a:avLst/>
              <a:gdLst/>
              <a:ahLst/>
              <a:cxnLst/>
              <a:rect l="l" t="t" r="r" b="b"/>
              <a:pathLst>
                <a:path w="524" h="1341" extrusionOk="0">
                  <a:moveTo>
                    <a:pt x="377" y="1"/>
                  </a:moveTo>
                  <a:lnTo>
                    <a:pt x="0" y="1298"/>
                  </a:lnTo>
                  <a:lnTo>
                    <a:pt x="147" y="1340"/>
                  </a:lnTo>
                  <a:lnTo>
                    <a:pt x="523" y="43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42"/>
            <p:cNvSpPr/>
            <p:nvPr/>
          </p:nvSpPr>
          <p:spPr>
            <a:xfrm>
              <a:off x="5068813" y="2990438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42"/>
            <p:cNvSpPr/>
            <p:nvPr/>
          </p:nvSpPr>
          <p:spPr>
            <a:xfrm>
              <a:off x="5079813" y="2993563"/>
              <a:ext cx="7850" cy="16775"/>
            </a:xfrm>
            <a:custGeom>
              <a:avLst/>
              <a:gdLst/>
              <a:ahLst/>
              <a:cxnLst/>
              <a:rect l="l" t="t" r="r" b="b"/>
              <a:pathLst>
                <a:path w="314" h="671" extrusionOk="0">
                  <a:moveTo>
                    <a:pt x="188" y="1"/>
                  </a:moveTo>
                  <a:lnTo>
                    <a:pt x="0" y="650"/>
                  </a:lnTo>
                  <a:lnTo>
                    <a:pt x="126" y="671"/>
                  </a:lnTo>
                  <a:lnTo>
                    <a:pt x="314" y="22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42"/>
            <p:cNvSpPr/>
            <p:nvPr/>
          </p:nvSpPr>
          <p:spPr>
            <a:xfrm>
              <a:off x="5090788" y="2996188"/>
              <a:ext cx="7875" cy="17300"/>
            </a:xfrm>
            <a:custGeom>
              <a:avLst/>
              <a:gdLst/>
              <a:ahLst/>
              <a:cxnLst/>
              <a:rect l="l" t="t" r="r" b="b"/>
              <a:pathLst>
                <a:path w="315" h="692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42"/>
            <p:cNvSpPr/>
            <p:nvPr/>
          </p:nvSpPr>
          <p:spPr>
            <a:xfrm>
              <a:off x="5102288" y="29998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68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42"/>
            <p:cNvSpPr/>
            <p:nvPr/>
          </p:nvSpPr>
          <p:spPr>
            <a:xfrm>
              <a:off x="5108563" y="3002988"/>
              <a:ext cx="12600" cy="32975"/>
            </a:xfrm>
            <a:custGeom>
              <a:avLst/>
              <a:gdLst/>
              <a:ahLst/>
              <a:cxnLst/>
              <a:rect l="l" t="t" r="r" b="b"/>
              <a:pathLst>
                <a:path w="504" h="1319" extrusionOk="0">
                  <a:moveTo>
                    <a:pt x="378" y="1"/>
                  </a:moveTo>
                  <a:lnTo>
                    <a:pt x="1" y="1298"/>
                  </a:lnTo>
                  <a:lnTo>
                    <a:pt x="126" y="1319"/>
                  </a:lnTo>
                  <a:lnTo>
                    <a:pt x="503" y="22"/>
                  </a:lnTo>
                  <a:lnTo>
                    <a:pt x="37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42"/>
            <p:cNvSpPr/>
            <p:nvPr/>
          </p:nvSpPr>
          <p:spPr>
            <a:xfrm>
              <a:off x="5123738" y="3005613"/>
              <a:ext cx="8400" cy="17275"/>
            </a:xfrm>
            <a:custGeom>
              <a:avLst/>
              <a:gdLst/>
              <a:ahLst/>
              <a:cxnLst/>
              <a:rect l="l" t="t" r="r" b="b"/>
              <a:pathLst>
                <a:path w="336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47" y="691"/>
                  </a:lnTo>
                  <a:lnTo>
                    <a:pt x="33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42"/>
            <p:cNvSpPr/>
            <p:nvPr/>
          </p:nvSpPr>
          <p:spPr>
            <a:xfrm>
              <a:off x="5135263" y="3009263"/>
              <a:ext cx="7850" cy="17300"/>
            </a:xfrm>
            <a:custGeom>
              <a:avLst/>
              <a:gdLst/>
              <a:ahLst/>
              <a:cxnLst/>
              <a:rect l="l" t="t" r="r" b="b"/>
              <a:pathLst>
                <a:path w="314" h="692" extrusionOk="0">
                  <a:moveTo>
                    <a:pt x="188" y="1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42"/>
            <p:cNvSpPr/>
            <p:nvPr/>
          </p:nvSpPr>
          <p:spPr>
            <a:xfrm>
              <a:off x="5146238" y="301241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0" y="649"/>
                  </a:lnTo>
                  <a:lnTo>
                    <a:pt x="126" y="691"/>
                  </a:lnTo>
                  <a:lnTo>
                    <a:pt x="314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42"/>
            <p:cNvSpPr/>
            <p:nvPr/>
          </p:nvSpPr>
          <p:spPr>
            <a:xfrm>
              <a:off x="5157213" y="3015538"/>
              <a:ext cx="7875" cy="16775"/>
            </a:xfrm>
            <a:custGeom>
              <a:avLst/>
              <a:gdLst/>
              <a:ahLst/>
              <a:cxnLst/>
              <a:rect l="l" t="t" r="r" b="b"/>
              <a:pathLst>
                <a:path w="315" h="671" extrusionOk="0">
                  <a:moveTo>
                    <a:pt x="189" y="1"/>
                  </a:moveTo>
                  <a:lnTo>
                    <a:pt x="1" y="649"/>
                  </a:lnTo>
                  <a:lnTo>
                    <a:pt x="126" y="670"/>
                  </a:lnTo>
                  <a:lnTo>
                    <a:pt x="315" y="22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42"/>
            <p:cNvSpPr/>
            <p:nvPr/>
          </p:nvSpPr>
          <p:spPr>
            <a:xfrm>
              <a:off x="5164013" y="3018688"/>
              <a:ext cx="12575" cy="33500"/>
            </a:xfrm>
            <a:custGeom>
              <a:avLst/>
              <a:gdLst/>
              <a:ahLst/>
              <a:cxnLst/>
              <a:rect l="l" t="t" r="r" b="b"/>
              <a:pathLst>
                <a:path w="503" h="1340" extrusionOk="0">
                  <a:moveTo>
                    <a:pt x="377" y="0"/>
                  </a:moveTo>
                  <a:lnTo>
                    <a:pt x="1" y="1319"/>
                  </a:lnTo>
                  <a:lnTo>
                    <a:pt x="126" y="1339"/>
                  </a:lnTo>
                  <a:lnTo>
                    <a:pt x="503" y="4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42"/>
            <p:cNvSpPr/>
            <p:nvPr/>
          </p:nvSpPr>
          <p:spPr>
            <a:xfrm>
              <a:off x="5179188" y="3021813"/>
              <a:ext cx="8400" cy="17300"/>
            </a:xfrm>
            <a:custGeom>
              <a:avLst/>
              <a:gdLst/>
              <a:ahLst/>
              <a:cxnLst/>
              <a:rect l="l" t="t" r="r" b="b"/>
              <a:pathLst>
                <a:path w="336" h="692" extrusionOk="0">
                  <a:moveTo>
                    <a:pt x="189" y="1"/>
                  </a:moveTo>
                  <a:lnTo>
                    <a:pt x="1" y="650"/>
                  </a:lnTo>
                  <a:lnTo>
                    <a:pt x="147" y="691"/>
                  </a:lnTo>
                  <a:lnTo>
                    <a:pt x="335" y="43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42"/>
            <p:cNvSpPr/>
            <p:nvPr/>
          </p:nvSpPr>
          <p:spPr>
            <a:xfrm>
              <a:off x="5190688" y="3024963"/>
              <a:ext cx="7875" cy="17275"/>
            </a:xfrm>
            <a:custGeom>
              <a:avLst/>
              <a:gdLst/>
              <a:ahLst/>
              <a:cxnLst/>
              <a:rect l="l" t="t" r="r" b="b"/>
              <a:pathLst>
                <a:path w="315" h="691" extrusionOk="0">
                  <a:moveTo>
                    <a:pt x="189" y="0"/>
                  </a:moveTo>
                  <a:lnTo>
                    <a:pt x="1" y="649"/>
                  </a:lnTo>
                  <a:lnTo>
                    <a:pt x="126" y="691"/>
                  </a:lnTo>
                  <a:lnTo>
                    <a:pt x="315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42"/>
            <p:cNvSpPr/>
            <p:nvPr/>
          </p:nvSpPr>
          <p:spPr>
            <a:xfrm>
              <a:off x="4514863" y="2959563"/>
              <a:ext cx="613600" cy="522600"/>
            </a:xfrm>
            <a:custGeom>
              <a:avLst/>
              <a:gdLst/>
              <a:ahLst/>
              <a:cxnLst/>
              <a:rect l="l" t="t" r="r" b="b"/>
              <a:pathLst>
                <a:path w="24544" h="20904" extrusionOk="0">
                  <a:moveTo>
                    <a:pt x="16237" y="4709"/>
                  </a:moveTo>
                  <a:lnTo>
                    <a:pt x="5629" y="15338"/>
                  </a:lnTo>
                  <a:lnTo>
                    <a:pt x="3746" y="7826"/>
                  </a:lnTo>
                  <a:lnTo>
                    <a:pt x="16237" y="4709"/>
                  </a:lnTo>
                  <a:close/>
                  <a:moveTo>
                    <a:pt x="24544" y="1"/>
                  </a:moveTo>
                  <a:lnTo>
                    <a:pt x="1" y="6153"/>
                  </a:lnTo>
                  <a:lnTo>
                    <a:pt x="3683" y="20904"/>
                  </a:lnTo>
                  <a:lnTo>
                    <a:pt x="245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42"/>
            <p:cNvSpPr/>
            <p:nvPr/>
          </p:nvSpPr>
          <p:spPr>
            <a:xfrm>
              <a:off x="4592288" y="2960088"/>
              <a:ext cx="536175" cy="522075"/>
            </a:xfrm>
            <a:custGeom>
              <a:avLst/>
              <a:gdLst/>
              <a:ahLst/>
              <a:cxnLst/>
              <a:rect l="l" t="t" r="r" b="b"/>
              <a:pathLst>
                <a:path w="21447" h="20883" extrusionOk="0">
                  <a:moveTo>
                    <a:pt x="21447" y="1"/>
                  </a:moveTo>
                  <a:lnTo>
                    <a:pt x="17534" y="963"/>
                  </a:lnTo>
                  <a:lnTo>
                    <a:pt x="0" y="18518"/>
                  </a:lnTo>
                  <a:lnTo>
                    <a:pt x="586" y="20883"/>
                  </a:lnTo>
                  <a:lnTo>
                    <a:pt x="214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42"/>
            <p:cNvSpPr/>
            <p:nvPr/>
          </p:nvSpPr>
          <p:spPr>
            <a:xfrm>
              <a:off x="4600138" y="2960088"/>
              <a:ext cx="528325" cy="522075"/>
            </a:xfrm>
            <a:custGeom>
              <a:avLst/>
              <a:gdLst/>
              <a:ahLst/>
              <a:cxnLst/>
              <a:rect l="l" t="t" r="r" b="b"/>
              <a:pathLst>
                <a:path w="21133" h="20883" extrusionOk="0">
                  <a:moveTo>
                    <a:pt x="21133" y="1"/>
                  </a:moveTo>
                  <a:lnTo>
                    <a:pt x="19375" y="440"/>
                  </a:lnTo>
                  <a:lnTo>
                    <a:pt x="0" y="19795"/>
                  </a:lnTo>
                  <a:lnTo>
                    <a:pt x="272" y="20883"/>
                  </a:lnTo>
                  <a:lnTo>
                    <a:pt x="2113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42"/>
            <p:cNvSpPr/>
            <p:nvPr/>
          </p:nvSpPr>
          <p:spPr>
            <a:xfrm>
              <a:off x="4531088" y="3108663"/>
              <a:ext cx="8375" cy="24075"/>
            </a:xfrm>
            <a:custGeom>
              <a:avLst/>
              <a:gdLst/>
              <a:ahLst/>
              <a:cxnLst/>
              <a:rect l="l" t="t" r="r" b="b"/>
              <a:pathLst>
                <a:path w="335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42"/>
            <p:cNvSpPr/>
            <p:nvPr/>
          </p:nvSpPr>
          <p:spPr>
            <a:xfrm>
              <a:off x="4541538" y="31060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42"/>
            <p:cNvSpPr/>
            <p:nvPr/>
          </p:nvSpPr>
          <p:spPr>
            <a:xfrm>
              <a:off x="4551488" y="31034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42"/>
            <p:cNvSpPr/>
            <p:nvPr/>
          </p:nvSpPr>
          <p:spPr>
            <a:xfrm>
              <a:off x="4561413" y="3100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42"/>
            <p:cNvSpPr/>
            <p:nvPr/>
          </p:nvSpPr>
          <p:spPr>
            <a:xfrm>
              <a:off x="4571363" y="3098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42"/>
            <p:cNvSpPr/>
            <p:nvPr/>
          </p:nvSpPr>
          <p:spPr>
            <a:xfrm>
              <a:off x="4581813" y="3095588"/>
              <a:ext cx="8925" cy="24075"/>
            </a:xfrm>
            <a:custGeom>
              <a:avLst/>
              <a:gdLst/>
              <a:ahLst/>
              <a:cxnLst/>
              <a:rect l="l" t="t" r="r" b="b"/>
              <a:pathLst>
                <a:path w="357" h="963" extrusionOk="0">
                  <a:moveTo>
                    <a:pt x="126" y="0"/>
                  </a:moveTo>
                  <a:lnTo>
                    <a:pt x="1" y="21"/>
                  </a:lnTo>
                  <a:lnTo>
                    <a:pt x="252" y="963"/>
                  </a:lnTo>
                  <a:lnTo>
                    <a:pt x="357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42"/>
            <p:cNvSpPr/>
            <p:nvPr/>
          </p:nvSpPr>
          <p:spPr>
            <a:xfrm>
              <a:off x="4592813" y="3092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42"/>
            <p:cNvSpPr/>
            <p:nvPr/>
          </p:nvSpPr>
          <p:spPr>
            <a:xfrm>
              <a:off x="4602738" y="309086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05" y="1"/>
                  </a:moveTo>
                  <a:lnTo>
                    <a:pt x="1" y="22"/>
                  </a:lnTo>
                  <a:lnTo>
                    <a:pt x="105" y="482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42"/>
            <p:cNvSpPr/>
            <p:nvPr/>
          </p:nvSpPr>
          <p:spPr>
            <a:xfrm>
              <a:off x="4612688" y="3087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42"/>
            <p:cNvSpPr/>
            <p:nvPr/>
          </p:nvSpPr>
          <p:spPr>
            <a:xfrm>
              <a:off x="4622088" y="3085638"/>
              <a:ext cx="6325" cy="12575"/>
            </a:xfrm>
            <a:custGeom>
              <a:avLst/>
              <a:gdLst/>
              <a:ahLst/>
              <a:cxnLst/>
              <a:rect l="l" t="t" r="r" b="b"/>
              <a:pathLst>
                <a:path w="253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42"/>
            <p:cNvSpPr/>
            <p:nvPr/>
          </p:nvSpPr>
          <p:spPr>
            <a:xfrm>
              <a:off x="4633088" y="3083013"/>
              <a:ext cx="8925" cy="24625"/>
            </a:xfrm>
            <a:custGeom>
              <a:avLst/>
              <a:gdLst/>
              <a:ahLst/>
              <a:cxnLst/>
              <a:rect l="l" t="t" r="r" b="b"/>
              <a:pathLst>
                <a:path w="357" h="985" extrusionOk="0">
                  <a:moveTo>
                    <a:pt x="105" y="1"/>
                  </a:moveTo>
                  <a:lnTo>
                    <a:pt x="0" y="43"/>
                  </a:lnTo>
                  <a:lnTo>
                    <a:pt x="231" y="984"/>
                  </a:lnTo>
                  <a:lnTo>
                    <a:pt x="35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42"/>
            <p:cNvSpPr/>
            <p:nvPr/>
          </p:nvSpPr>
          <p:spPr>
            <a:xfrm>
              <a:off x="4643538" y="3079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42"/>
            <p:cNvSpPr/>
            <p:nvPr/>
          </p:nvSpPr>
          <p:spPr>
            <a:xfrm>
              <a:off x="4653488" y="3078313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42"/>
            <p:cNvSpPr/>
            <p:nvPr/>
          </p:nvSpPr>
          <p:spPr>
            <a:xfrm>
              <a:off x="4663413" y="3075713"/>
              <a:ext cx="5800" cy="12050"/>
            </a:xfrm>
            <a:custGeom>
              <a:avLst/>
              <a:gdLst/>
              <a:ahLst/>
              <a:cxnLst/>
              <a:rect l="l" t="t" r="r" b="b"/>
              <a:pathLst>
                <a:path w="232" h="482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481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42"/>
            <p:cNvSpPr/>
            <p:nvPr/>
          </p:nvSpPr>
          <p:spPr>
            <a:xfrm>
              <a:off x="4673363" y="307308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42"/>
            <p:cNvSpPr/>
            <p:nvPr/>
          </p:nvSpPr>
          <p:spPr>
            <a:xfrm>
              <a:off x="4684338" y="3069938"/>
              <a:ext cx="8400" cy="24100"/>
            </a:xfrm>
            <a:custGeom>
              <a:avLst/>
              <a:gdLst/>
              <a:ahLst/>
              <a:cxnLst/>
              <a:rect l="l" t="t" r="r" b="b"/>
              <a:pathLst>
                <a:path w="336" h="964" extrusionOk="0">
                  <a:moveTo>
                    <a:pt x="105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36" y="94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42"/>
            <p:cNvSpPr/>
            <p:nvPr/>
          </p:nvSpPr>
          <p:spPr>
            <a:xfrm>
              <a:off x="4694813" y="30673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42"/>
            <p:cNvSpPr/>
            <p:nvPr/>
          </p:nvSpPr>
          <p:spPr>
            <a:xfrm>
              <a:off x="4704738" y="30652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21"/>
                  </a:lnTo>
                  <a:lnTo>
                    <a:pt x="126" y="503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42"/>
            <p:cNvSpPr/>
            <p:nvPr/>
          </p:nvSpPr>
          <p:spPr>
            <a:xfrm>
              <a:off x="4714688" y="30626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42"/>
            <p:cNvSpPr/>
            <p:nvPr/>
          </p:nvSpPr>
          <p:spPr>
            <a:xfrm>
              <a:off x="4724613" y="30600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06" y="0"/>
                  </a:moveTo>
                  <a:lnTo>
                    <a:pt x="1" y="21"/>
                  </a:lnTo>
                  <a:lnTo>
                    <a:pt x="106" y="502"/>
                  </a:lnTo>
                  <a:lnTo>
                    <a:pt x="231" y="46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42"/>
            <p:cNvSpPr/>
            <p:nvPr/>
          </p:nvSpPr>
          <p:spPr>
            <a:xfrm>
              <a:off x="4735088" y="3057388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0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42"/>
            <p:cNvSpPr/>
            <p:nvPr/>
          </p:nvSpPr>
          <p:spPr>
            <a:xfrm>
              <a:off x="4746063" y="30547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1" y="21"/>
                  </a:lnTo>
                  <a:lnTo>
                    <a:pt x="105" y="502"/>
                  </a:lnTo>
                  <a:lnTo>
                    <a:pt x="231" y="460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42"/>
            <p:cNvSpPr/>
            <p:nvPr/>
          </p:nvSpPr>
          <p:spPr>
            <a:xfrm>
              <a:off x="4755488" y="3052688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48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42"/>
            <p:cNvSpPr/>
            <p:nvPr/>
          </p:nvSpPr>
          <p:spPr>
            <a:xfrm>
              <a:off x="4765438" y="305006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43"/>
                  </a:lnTo>
                  <a:lnTo>
                    <a:pt x="126" y="503"/>
                  </a:lnTo>
                  <a:lnTo>
                    <a:pt x="25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42"/>
            <p:cNvSpPr/>
            <p:nvPr/>
          </p:nvSpPr>
          <p:spPr>
            <a:xfrm>
              <a:off x="4775888" y="30469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1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42"/>
            <p:cNvSpPr/>
            <p:nvPr/>
          </p:nvSpPr>
          <p:spPr>
            <a:xfrm>
              <a:off x="4786338" y="30443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7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7" y="942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42"/>
            <p:cNvSpPr/>
            <p:nvPr/>
          </p:nvSpPr>
          <p:spPr>
            <a:xfrm>
              <a:off x="4796813" y="3041688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2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42"/>
            <p:cNvSpPr/>
            <p:nvPr/>
          </p:nvSpPr>
          <p:spPr>
            <a:xfrm>
              <a:off x="4806738" y="3039613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7" y="0"/>
                  </a:moveTo>
                  <a:lnTo>
                    <a:pt x="1" y="21"/>
                  </a:lnTo>
                  <a:lnTo>
                    <a:pt x="127" y="502"/>
                  </a:lnTo>
                  <a:lnTo>
                    <a:pt x="231" y="461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42"/>
            <p:cNvSpPr/>
            <p:nvPr/>
          </p:nvSpPr>
          <p:spPr>
            <a:xfrm>
              <a:off x="4816688" y="3036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42"/>
            <p:cNvSpPr/>
            <p:nvPr/>
          </p:nvSpPr>
          <p:spPr>
            <a:xfrm>
              <a:off x="4826638" y="30343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42"/>
                  </a:lnTo>
                  <a:lnTo>
                    <a:pt x="126" y="502"/>
                  </a:lnTo>
                  <a:lnTo>
                    <a:pt x="230" y="48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42"/>
            <p:cNvSpPr/>
            <p:nvPr/>
          </p:nvSpPr>
          <p:spPr>
            <a:xfrm>
              <a:off x="4837613" y="30317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0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42"/>
            <p:cNvSpPr/>
            <p:nvPr/>
          </p:nvSpPr>
          <p:spPr>
            <a:xfrm>
              <a:off x="4848063" y="3029138"/>
              <a:ext cx="5800" cy="12575"/>
            </a:xfrm>
            <a:custGeom>
              <a:avLst/>
              <a:gdLst/>
              <a:ahLst/>
              <a:cxnLst/>
              <a:rect l="l" t="t" r="r" b="b"/>
              <a:pathLst>
                <a:path w="232" h="503" extrusionOk="0">
                  <a:moveTo>
                    <a:pt x="126" y="1"/>
                  </a:moveTo>
                  <a:lnTo>
                    <a:pt x="1" y="43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42"/>
            <p:cNvSpPr/>
            <p:nvPr/>
          </p:nvSpPr>
          <p:spPr>
            <a:xfrm>
              <a:off x="4858013" y="30265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42"/>
            <p:cNvSpPr/>
            <p:nvPr/>
          </p:nvSpPr>
          <p:spPr>
            <a:xfrm>
              <a:off x="4867963" y="30239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42"/>
            <p:cNvSpPr/>
            <p:nvPr/>
          </p:nvSpPr>
          <p:spPr>
            <a:xfrm>
              <a:off x="4877888" y="3021813"/>
              <a:ext cx="5775" cy="12600"/>
            </a:xfrm>
            <a:custGeom>
              <a:avLst/>
              <a:gdLst/>
              <a:ahLst/>
              <a:cxnLst/>
              <a:rect l="l" t="t" r="r" b="b"/>
              <a:pathLst>
                <a:path w="231" h="504" extrusionOk="0">
                  <a:moveTo>
                    <a:pt x="105" y="1"/>
                  </a:moveTo>
                  <a:lnTo>
                    <a:pt x="1" y="43"/>
                  </a:lnTo>
                  <a:lnTo>
                    <a:pt x="105" y="503"/>
                  </a:lnTo>
                  <a:lnTo>
                    <a:pt x="231" y="482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42"/>
            <p:cNvSpPr/>
            <p:nvPr/>
          </p:nvSpPr>
          <p:spPr>
            <a:xfrm>
              <a:off x="4888363" y="3019213"/>
              <a:ext cx="8900" cy="24075"/>
            </a:xfrm>
            <a:custGeom>
              <a:avLst/>
              <a:gdLst/>
              <a:ahLst/>
              <a:cxnLst/>
              <a:rect l="l" t="t" r="r" b="b"/>
              <a:pathLst>
                <a:path w="356" h="963" extrusionOk="0">
                  <a:moveTo>
                    <a:pt x="126" y="0"/>
                  </a:moveTo>
                  <a:lnTo>
                    <a:pt x="0" y="21"/>
                  </a:lnTo>
                  <a:lnTo>
                    <a:pt x="230" y="963"/>
                  </a:lnTo>
                  <a:lnTo>
                    <a:pt x="356" y="94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42"/>
            <p:cNvSpPr/>
            <p:nvPr/>
          </p:nvSpPr>
          <p:spPr>
            <a:xfrm>
              <a:off x="4899338" y="30165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1"/>
                  </a:moveTo>
                  <a:lnTo>
                    <a:pt x="0" y="22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42"/>
            <p:cNvSpPr/>
            <p:nvPr/>
          </p:nvSpPr>
          <p:spPr>
            <a:xfrm>
              <a:off x="4909288" y="30139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2"/>
                  </a:lnTo>
                  <a:lnTo>
                    <a:pt x="230" y="48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42"/>
            <p:cNvSpPr/>
            <p:nvPr/>
          </p:nvSpPr>
          <p:spPr>
            <a:xfrm>
              <a:off x="4918688" y="30118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52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42"/>
            <p:cNvSpPr/>
            <p:nvPr/>
          </p:nvSpPr>
          <p:spPr>
            <a:xfrm>
              <a:off x="4928638" y="3009263"/>
              <a:ext cx="6300" cy="12050"/>
            </a:xfrm>
            <a:custGeom>
              <a:avLst/>
              <a:gdLst/>
              <a:ahLst/>
              <a:cxnLst/>
              <a:rect l="l" t="t" r="r" b="b"/>
              <a:pathLst>
                <a:path w="252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42"/>
            <p:cNvSpPr/>
            <p:nvPr/>
          </p:nvSpPr>
          <p:spPr>
            <a:xfrm>
              <a:off x="4939613" y="3006663"/>
              <a:ext cx="8400" cy="24075"/>
            </a:xfrm>
            <a:custGeom>
              <a:avLst/>
              <a:gdLst/>
              <a:ahLst/>
              <a:cxnLst/>
              <a:rect l="l" t="t" r="r" b="b"/>
              <a:pathLst>
                <a:path w="336" h="963" extrusionOk="0">
                  <a:moveTo>
                    <a:pt x="105" y="0"/>
                  </a:moveTo>
                  <a:lnTo>
                    <a:pt x="1" y="21"/>
                  </a:lnTo>
                  <a:lnTo>
                    <a:pt x="231" y="96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42"/>
            <p:cNvSpPr/>
            <p:nvPr/>
          </p:nvSpPr>
          <p:spPr>
            <a:xfrm>
              <a:off x="4950088" y="3003513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0" y="21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42"/>
            <p:cNvSpPr/>
            <p:nvPr/>
          </p:nvSpPr>
          <p:spPr>
            <a:xfrm>
              <a:off x="4960013" y="3001413"/>
              <a:ext cx="5775" cy="12075"/>
            </a:xfrm>
            <a:custGeom>
              <a:avLst/>
              <a:gdLst/>
              <a:ahLst/>
              <a:cxnLst/>
              <a:rect l="l" t="t" r="r" b="b"/>
              <a:pathLst>
                <a:path w="231" h="483" extrusionOk="0">
                  <a:moveTo>
                    <a:pt x="126" y="1"/>
                  </a:moveTo>
                  <a:lnTo>
                    <a:pt x="1" y="22"/>
                  </a:lnTo>
                  <a:lnTo>
                    <a:pt x="126" y="482"/>
                  </a:lnTo>
                  <a:lnTo>
                    <a:pt x="23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42"/>
            <p:cNvSpPr/>
            <p:nvPr/>
          </p:nvSpPr>
          <p:spPr>
            <a:xfrm>
              <a:off x="4969963" y="299881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0" y="21"/>
                  </a:lnTo>
                  <a:lnTo>
                    <a:pt x="126" y="502"/>
                  </a:lnTo>
                  <a:lnTo>
                    <a:pt x="230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42"/>
            <p:cNvSpPr/>
            <p:nvPr/>
          </p:nvSpPr>
          <p:spPr>
            <a:xfrm>
              <a:off x="4979888" y="29961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31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42"/>
            <p:cNvSpPr/>
            <p:nvPr/>
          </p:nvSpPr>
          <p:spPr>
            <a:xfrm>
              <a:off x="4990888" y="2993063"/>
              <a:ext cx="8375" cy="24600"/>
            </a:xfrm>
            <a:custGeom>
              <a:avLst/>
              <a:gdLst/>
              <a:ahLst/>
              <a:cxnLst/>
              <a:rect l="l" t="t" r="r" b="b"/>
              <a:pathLst>
                <a:path w="335" h="984" extrusionOk="0">
                  <a:moveTo>
                    <a:pt x="105" y="0"/>
                  </a:moveTo>
                  <a:lnTo>
                    <a:pt x="0" y="42"/>
                  </a:lnTo>
                  <a:lnTo>
                    <a:pt x="230" y="983"/>
                  </a:lnTo>
                  <a:lnTo>
                    <a:pt x="335" y="9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42"/>
            <p:cNvSpPr/>
            <p:nvPr/>
          </p:nvSpPr>
          <p:spPr>
            <a:xfrm>
              <a:off x="5001338" y="2990963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05" y="503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42"/>
            <p:cNvSpPr/>
            <p:nvPr/>
          </p:nvSpPr>
          <p:spPr>
            <a:xfrm>
              <a:off x="5011288" y="2988338"/>
              <a:ext cx="5775" cy="12050"/>
            </a:xfrm>
            <a:custGeom>
              <a:avLst/>
              <a:gdLst/>
              <a:ahLst/>
              <a:cxnLst/>
              <a:rect l="l" t="t" r="r" b="b"/>
              <a:pathLst>
                <a:path w="231" h="482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482"/>
                  </a:lnTo>
                  <a:lnTo>
                    <a:pt x="230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42"/>
            <p:cNvSpPr/>
            <p:nvPr/>
          </p:nvSpPr>
          <p:spPr>
            <a:xfrm>
              <a:off x="5021213" y="29857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0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42"/>
            <p:cNvSpPr/>
            <p:nvPr/>
          </p:nvSpPr>
          <p:spPr>
            <a:xfrm>
              <a:off x="5031163" y="298363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21"/>
                  </a:lnTo>
                  <a:lnTo>
                    <a:pt x="105" y="503"/>
                  </a:lnTo>
                  <a:lnTo>
                    <a:pt x="230" y="461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42"/>
            <p:cNvSpPr/>
            <p:nvPr/>
          </p:nvSpPr>
          <p:spPr>
            <a:xfrm>
              <a:off x="5041613" y="2981013"/>
              <a:ext cx="8925" cy="24100"/>
            </a:xfrm>
            <a:custGeom>
              <a:avLst/>
              <a:gdLst/>
              <a:ahLst/>
              <a:cxnLst/>
              <a:rect l="l" t="t" r="r" b="b"/>
              <a:pathLst>
                <a:path w="357" h="964" extrusionOk="0">
                  <a:moveTo>
                    <a:pt x="126" y="1"/>
                  </a:moveTo>
                  <a:lnTo>
                    <a:pt x="1" y="22"/>
                  </a:lnTo>
                  <a:lnTo>
                    <a:pt x="231" y="963"/>
                  </a:lnTo>
                  <a:lnTo>
                    <a:pt x="356" y="94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42"/>
            <p:cNvSpPr/>
            <p:nvPr/>
          </p:nvSpPr>
          <p:spPr>
            <a:xfrm>
              <a:off x="5052613" y="29778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05" y="0"/>
                  </a:moveTo>
                  <a:lnTo>
                    <a:pt x="0" y="42"/>
                  </a:lnTo>
                  <a:lnTo>
                    <a:pt x="105" y="502"/>
                  </a:lnTo>
                  <a:lnTo>
                    <a:pt x="230" y="48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42"/>
            <p:cNvSpPr/>
            <p:nvPr/>
          </p:nvSpPr>
          <p:spPr>
            <a:xfrm>
              <a:off x="5062013" y="2975788"/>
              <a:ext cx="6300" cy="12575"/>
            </a:xfrm>
            <a:custGeom>
              <a:avLst/>
              <a:gdLst/>
              <a:ahLst/>
              <a:cxnLst/>
              <a:rect l="l" t="t" r="r" b="b"/>
              <a:pathLst>
                <a:path w="252" h="503" extrusionOk="0">
                  <a:moveTo>
                    <a:pt x="126" y="1"/>
                  </a:moveTo>
                  <a:lnTo>
                    <a:pt x="1" y="42"/>
                  </a:lnTo>
                  <a:lnTo>
                    <a:pt x="126" y="503"/>
                  </a:lnTo>
                  <a:lnTo>
                    <a:pt x="252" y="482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42"/>
            <p:cNvSpPr/>
            <p:nvPr/>
          </p:nvSpPr>
          <p:spPr>
            <a:xfrm>
              <a:off x="5071963" y="2973163"/>
              <a:ext cx="6300" cy="12600"/>
            </a:xfrm>
            <a:custGeom>
              <a:avLst/>
              <a:gdLst/>
              <a:ahLst/>
              <a:cxnLst/>
              <a:rect l="l" t="t" r="r" b="b"/>
              <a:pathLst>
                <a:path w="252" h="504" extrusionOk="0">
                  <a:moveTo>
                    <a:pt x="126" y="1"/>
                  </a:moveTo>
                  <a:lnTo>
                    <a:pt x="0" y="22"/>
                  </a:lnTo>
                  <a:lnTo>
                    <a:pt x="126" y="503"/>
                  </a:lnTo>
                  <a:lnTo>
                    <a:pt x="251" y="461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42"/>
            <p:cNvSpPr/>
            <p:nvPr/>
          </p:nvSpPr>
          <p:spPr>
            <a:xfrm>
              <a:off x="5081888" y="2971088"/>
              <a:ext cx="5775" cy="12575"/>
            </a:xfrm>
            <a:custGeom>
              <a:avLst/>
              <a:gdLst/>
              <a:ahLst/>
              <a:cxnLst/>
              <a:rect l="l" t="t" r="r" b="b"/>
              <a:pathLst>
                <a:path w="231" h="503" extrusionOk="0">
                  <a:moveTo>
                    <a:pt x="126" y="0"/>
                  </a:moveTo>
                  <a:lnTo>
                    <a:pt x="1" y="21"/>
                  </a:lnTo>
                  <a:lnTo>
                    <a:pt x="126" y="502"/>
                  </a:lnTo>
                  <a:lnTo>
                    <a:pt x="231" y="461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142"/>
          <p:cNvGrpSpPr/>
          <p:nvPr/>
        </p:nvGrpSpPr>
        <p:grpSpPr>
          <a:xfrm rot="-662724">
            <a:off x="7655574" y="-3731"/>
            <a:ext cx="556640" cy="703189"/>
            <a:chOff x="2884913" y="4249000"/>
            <a:chExt cx="431063" cy="544550"/>
          </a:xfrm>
        </p:grpSpPr>
        <p:sp>
          <p:nvSpPr>
            <p:cNvPr id="961" name="Google Shape;961;p142"/>
            <p:cNvSpPr/>
            <p:nvPr/>
          </p:nvSpPr>
          <p:spPr>
            <a:xfrm>
              <a:off x="2884925" y="4249000"/>
              <a:ext cx="371425" cy="498000"/>
            </a:xfrm>
            <a:custGeom>
              <a:avLst/>
              <a:gdLst/>
              <a:ahLst/>
              <a:cxnLst/>
              <a:rect l="l" t="t" r="r" b="b"/>
              <a:pathLst>
                <a:path w="14857" h="19920" extrusionOk="0">
                  <a:moveTo>
                    <a:pt x="0" y="0"/>
                  </a:moveTo>
                  <a:lnTo>
                    <a:pt x="0" y="19920"/>
                  </a:lnTo>
                  <a:lnTo>
                    <a:pt x="14856" y="19920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42"/>
            <p:cNvSpPr/>
            <p:nvPr/>
          </p:nvSpPr>
          <p:spPr>
            <a:xfrm>
              <a:off x="2922575" y="4299725"/>
              <a:ext cx="145975" cy="9450"/>
            </a:xfrm>
            <a:custGeom>
              <a:avLst/>
              <a:gdLst/>
              <a:ahLst/>
              <a:cxnLst/>
              <a:rect l="l" t="t" r="r" b="b"/>
              <a:pathLst>
                <a:path w="5839" h="378" extrusionOk="0">
                  <a:moveTo>
                    <a:pt x="1" y="1"/>
                  </a:moveTo>
                  <a:lnTo>
                    <a:pt x="1" y="378"/>
                  </a:lnTo>
                  <a:lnTo>
                    <a:pt x="5838" y="378"/>
                  </a:lnTo>
                  <a:lnTo>
                    <a:pt x="5838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42"/>
            <p:cNvSpPr/>
            <p:nvPr/>
          </p:nvSpPr>
          <p:spPr>
            <a:xfrm>
              <a:off x="2922575" y="43227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42"/>
            <p:cNvSpPr/>
            <p:nvPr/>
          </p:nvSpPr>
          <p:spPr>
            <a:xfrm>
              <a:off x="2922575" y="4343150"/>
              <a:ext cx="295575" cy="9975"/>
            </a:xfrm>
            <a:custGeom>
              <a:avLst/>
              <a:gdLst/>
              <a:ahLst/>
              <a:cxnLst/>
              <a:rect l="l" t="t" r="r" b="b"/>
              <a:pathLst>
                <a:path w="11823" h="399" extrusionOk="0">
                  <a:moveTo>
                    <a:pt x="1" y="1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42"/>
            <p:cNvSpPr/>
            <p:nvPr/>
          </p:nvSpPr>
          <p:spPr>
            <a:xfrm>
              <a:off x="2922575" y="43640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42"/>
            <p:cNvSpPr/>
            <p:nvPr/>
          </p:nvSpPr>
          <p:spPr>
            <a:xfrm>
              <a:off x="2922575" y="438500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42"/>
            <p:cNvSpPr/>
            <p:nvPr/>
          </p:nvSpPr>
          <p:spPr>
            <a:xfrm>
              <a:off x="2922575" y="440592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42"/>
            <p:cNvSpPr/>
            <p:nvPr/>
          </p:nvSpPr>
          <p:spPr>
            <a:xfrm>
              <a:off x="2922575" y="44268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42"/>
            <p:cNvSpPr/>
            <p:nvPr/>
          </p:nvSpPr>
          <p:spPr>
            <a:xfrm>
              <a:off x="2922575" y="44477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42"/>
            <p:cNvSpPr/>
            <p:nvPr/>
          </p:nvSpPr>
          <p:spPr>
            <a:xfrm>
              <a:off x="2922575" y="44687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42"/>
            <p:cNvSpPr/>
            <p:nvPr/>
          </p:nvSpPr>
          <p:spPr>
            <a:xfrm>
              <a:off x="2922575" y="44896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42"/>
            <p:cNvSpPr/>
            <p:nvPr/>
          </p:nvSpPr>
          <p:spPr>
            <a:xfrm>
              <a:off x="2922575" y="4510025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42"/>
            <p:cNvSpPr/>
            <p:nvPr/>
          </p:nvSpPr>
          <p:spPr>
            <a:xfrm>
              <a:off x="2922575" y="4530950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42"/>
            <p:cNvSpPr/>
            <p:nvPr/>
          </p:nvSpPr>
          <p:spPr>
            <a:xfrm>
              <a:off x="2922575" y="45518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42"/>
            <p:cNvSpPr/>
            <p:nvPr/>
          </p:nvSpPr>
          <p:spPr>
            <a:xfrm>
              <a:off x="2922575" y="45728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42"/>
            <p:cNvSpPr/>
            <p:nvPr/>
          </p:nvSpPr>
          <p:spPr>
            <a:xfrm>
              <a:off x="2922575" y="45937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42"/>
            <p:cNvSpPr/>
            <p:nvPr/>
          </p:nvSpPr>
          <p:spPr>
            <a:xfrm>
              <a:off x="2922575" y="461465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42"/>
            <p:cNvSpPr/>
            <p:nvPr/>
          </p:nvSpPr>
          <p:spPr>
            <a:xfrm>
              <a:off x="2922575" y="46355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42"/>
            <p:cNvSpPr/>
            <p:nvPr/>
          </p:nvSpPr>
          <p:spPr>
            <a:xfrm>
              <a:off x="2922575" y="46564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42"/>
            <p:cNvSpPr/>
            <p:nvPr/>
          </p:nvSpPr>
          <p:spPr>
            <a:xfrm>
              <a:off x="3258400" y="4337850"/>
              <a:ext cx="57575" cy="66600"/>
            </a:xfrm>
            <a:custGeom>
              <a:avLst/>
              <a:gdLst/>
              <a:ahLst/>
              <a:cxnLst/>
              <a:rect l="l" t="t" r="r" b="b"/>
              <a:pathLst>
                <a:path w="2303" h="2664" extrusionOk="0">
                  <a:moveTo>
                    <a:pt x="1087" y="0"/>
                  </a:moveTo>
                  <a:cubicBezTo>
                    <a:pt x="967" y="0"/>
                    <a:pt x="858" y="67"/>
                    <a:pt x="796" y="192"/>
                  </a:cubicBezTo>
                  <a:lnTo>
                    <a:pt x="63" y="1845"/>
                  </a:lnTo>
                  <a:cubicBezTo>
                    <a:pt x="1" y="1991"/>
                    <a:pt x="63" y="2179"/>
                    <a:pt x="210" y="2242"/>
                  </a:cubicBezTo>
                  <a:lnTo>
                    <a:pt x="1089" y="2640"/>
                  </a:lnTo>
                  <a:cubicBezTo>
                    <a:pt x="1126" y="2656"/>
                    <a:pt x="1166" y="2664"/>
                    <a:pt x="1206" y="2664"/>
                  </a:cubicBezTo>
                  <a:cubicBezTo>
                    <a:pt x="1323" y="2664"/>
                    <a:pt x="1440" y="2597"/>
                    <a:pt x="1486" y="2472"/>
                  </a:cubicBezTo>
                  <a:lnTo>
                    <a:pt x="2219" y="819"/>
                  </a:lnTo>
                  <a:cubicBezTo>
                    <a:pt x="2302" y="673"/>
                    <a:pt x="2219" y="485"/>
                    <a:pt x="2072" y="422"/>
                  </a:cubicBezTo>
                  <a:lnTo>
                    <a:pt x="1214" y="24"/>
                  </a:lnTo>
                  <a:cubicBezTo>
                    <a:pt x="1172" y="8"/>
                    <a:pt x="1129" y="0"/>
                    <a:pt x="1087" y="0"/>
                  </a:cubicBezTo>
                  <a:close/>
                </a:path>
              </a:pathLst>
            </a:custGeom>
            <a:solidFill>
              <a:srgbClr val="FF7B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42"/>
            <p:cNvSpPr/>
            <p:nvPr/>
          </p:nvSpPr>
          <p:spPr>
            <a:xfrm>
              <a:off x="3260500" y="4357800"/>
              <a:ext cx="46575" cy="40300"/>
            </a:xfrm>
            <a:custGeom>
              <a:avLst/>
              <a:gdLst/>
              <a:ahLst/>
              <a:cxnLst/>
              <a:rect l="l" t="t" r="r" b="b"/>
              <a:pathLst>
                <a:path w="1863" h="1612" extrusionOk="0">
                  <a:moveTo>
                    <a:pt x="440" y="1"/>
                  </a:moveTo>
                  <a:lnTo>
                    <a:pt x="0" y="984"/>
                  </a:lnTo>
                  <a:lnTo>
                    <a:pt x="1444" y="1612"/>
                  </a:lnTo>
                  <a:lnTo>
                    <a:pt x="1863" y="64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rgbClr val="B2B2B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42"/>
            <p:cNvSpPr/>
            <p:nvPr/>
          </p:nvSpPr>
          <p:spPr>
            <a:xfrm>
              <a:off x="3099375" y="4382900"/>
              <a:ext cx="172650" cy="366200"/>
            </a:xfrm>
            <a:custGeom>
              <a:avLst/>
              <a:gdLst/>
              <a:ahLst/>
              <a:cxnLst/>
              <a:rect l="l" t="t" r="r" b="b"/>
              <a:pathLst>
                <a:path w="6906" h="14648" extrusionOk="0">
                  <a:moveTo>
                    <a:pt x="6424" y="1"/>
                  </a:moveTo>
                  <a:lnTo>
                    <a:pt x="1" y="14438"/>
                  </a:lnTo>
                  <a:lnTo>
                    <a:pt x="461" y="14647"/>
                  </a:lnTo>
                  <a:lnTo>
                    <a:pt x="6906" y="210"/>
                  </a:lnTo>
                  <a:lnTo>
                    <a:pt x="6424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42"/>
            <p:cNvSpPr/>
            <p:nvPr/>
          </p:nvSpPr>
          <p:spPr>
            <a:xfrm>
              <a:off x="3110900" y="4387625"/>
              <a:ext cx="173150" cy="366175"/>
            </a:xfrm>
            <a:custGeom>
              <a:avLst/>
              <a:gdLst/>
              <a:ahLst/>
              <a:cxnLst/>
              <a:rect l="l" t="t" r="r" b="b"/>
              <a:pathLst>
                <a:path w="6926" h="14647" extrusionOk="0">
                  <a:moveTo>
                    <a:pt x="6445" y="0"/>
                  </a:moveTo>
                  <a:lnTo>
                    <a:pt x="0" y="14437"/>
                  </a:lnTo>
                  <a:lnTo>
                    <a:pt x="482" y="14647"/>
                  </a:lnTo>
                  <a:lnTo>
                    <a:pt x="6926" y="209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FBED2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42"/>
            <p:cNvSpPr/>
            <p:nvPr/>
          </p:nvSpPr>
          <p:spPr>
            <a:xfrm>
              <a:off x="3122925" y="4393375"/>
              <a:ext cx="173175" cy="366175"/>
            </a:xfrm>
            <a:custGeom>
              <a:avLst/>
              <a:gdLst/>
              <a:ahLst/>
              <a:cxnLst/>
              <a:rect l="l" t="t" r="r" b="b"/>
              <a:pathLst>
                <a:path w="6927" h="14647" extrusionOk="0">
                  <a:moveTo>
                    <a:pt x="6445" y="0"/>
                  </a:moveTo>
                  <a:lnTo>
                    <a:pt x="1" y="14417"/>
                  </a:lnTo>
                  <a:lnTo>
                    <a:pt x="482" y="14647"/>
                  </a:lnTo>
                  <a:lnTo>
                    <a:pt x="6926" y="210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42"/>
            <p:cNvSpPr/>
            <p:nvPr/>
          </p:nvSpPr>
          <p:spPr>
            <a:xfrm>
              <a:off x="3256325" y="4379575"/>
              <a:ext cx="43425" cy="22375"/>
            </a:xfrm>
            <a:custGeom>
              <a:avLst/>
              <a:gdLst/>
              <a:ahLst/>
              <a:cxnLst/>
              <a:rect l="l" t="t" r="r" b="b"/>
              <a:pathLst>
                <a:path w="1737" h="895" extrusionOk="0">
                  <a:moveTo>
                    <a:pt x="142" y="0"/>
                  </a:moveTo>
                  <a:cubicBezTo>
                    <a:pt x="97" y="0"/>
                    <a:pt x="58" y="24"/>
                    <a:pt x="42" y="71"/>
                  </a:cubicBezTo>
                  <a:cubicBezTo>
                    <a:pt x="0" y="134"/>
                    <a:pt x="42" y="218"/>
                    <a:pt x="105" y="238"/>
                  </a:cubicBezTo>
                  <a:lnTo>
                    <a:pt x="1548" y="887"/>
                  </a:lnTo>
                  <a:cubicBezTo>
                    <a:pt x="1564" y="892"/>
                    <a:pt x="1580" y="895"/>
                    <a:pt x="1595" y="895"/>
                  </a:cubicBezTo>
                  <a:cubicBezTo>
                    <a:pt x="1641" y="895"/>
                    <a:pt x="1684" y="871"/>
                    <a:pt x="1716" y="824"/>
                  </a:cubicBezTo>
                  <a:cubicBezTo>
                    <a:pt x="1737" y="762"/>
                    <a:pt x="1716" y="699"/>
                    <a:pt x="1653" y="657"/>
                  </a:cubicBezTo>
                  <a:lnTo>
                    <a:pt x="188" y="8"/>
                  </a:lnTo>
                  <a:cubicBezTo>
                    <a:pt x="173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42"/>
            <p:cNvSpPr/>
            <p:nvPr/>
          </p:nvSpPr>
          <p:spPr>
            <a:xfrm>
              <a:off x="3267825" y="4354475"/>
              <a:ext cx="42925" cy="22600"/>
            </a:xfrm>
            <a:custGeom>
              <a:avLst/>
              <a:gdLst/>
              <a:ahLst/>
              <a:cxnLst/>
              <a:rect l="l" t="t" r="r" b="b"/>
              <a:pathLst>
                <a:path w="1717" h="904" extrusionOk="0">
                  <a:moveTo>
                    <a:pt x="142" y="0"/>
                  </a:moveTo>
                  <a:cubicBezTo>
                    <a:pt x="90" y="0"/>
                    <a:pt x="37" y="28"/>
                    <a:pt x="21" y="92"/>
                  </a:cubicBezTo>
                  <a:cubicBezTo>
                    <a:pt x="0" y="154"/>
                    <a:pt x="21" y="217"/>
                    <a:pt x="84" y="238"/>
                  </a:cubicBezTo>
                  <a:lnTo>
                    <a:pt x="1528" y="887"/>
                  </a:lnTo>
                  <a:cubicBezTo>
                    <a:pt x="1545" y="898"/>
                    <a:pt x="1564" y="904"/>
                    <a:pt x="1583" y="904"/>
                  </a:cubicBezTo>
                  <a:cubicBezTo>
                    <a:pt x="1632" y="904"/>
                    <a:pt x="1680" y="869"/>
                    <a:pt x="1695" y="824"/>
                  </a:cubicBezTo>
                  <a:cubicBezTo>
                    <a:pt x="1716" y="761"/>
                    <a:pt x="1695" y="698"/>
                    <a:pt x="1632" y="657"/>
                  </a:cubicBezTo>
                  <a:lnTo>
                    <a:pt x="189" y="8"/>
                  </a:lnTo>
                  <a:cubicBezTo>
                    <a:pt x="174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42"/>
            <p:cNvSpPr/>
            <p:nvPr/>
          </p:nvSpPr>
          <p:spPr>
            <a:xfrm>
              <a:off x="3098350" y="4743325"/>
              <a:ext cx="36625" cy="50225"/>
            </a:xfrm>
            <a:custGeom>
              <a:avLst/>
              <a:gdLst/>
              <a:ahLst/>
              <a:cxnLst/>
              <a:rect l="l" t="t" r="r" b="b"/>
              <a:pathLst>
                <a:path w="1465" h="2009" extrusionOk="0">
                  <a:moveTo>
                    <a:pt x="21" y="0"/>
                  </a:moveTo>
                  <a:lnTo>
                    <a:pt x="0" y="2009"/>
                  </a:lnTo>
                  <a:lnTo>
                    <a:pt x="1465" y="649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BD3B9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42"/>
            <p:cNvSpPr/>
            <p:nvPr/>
          </p:nvSpPr>
          <p:spPr>
            <a:xfrm>
              <a:off x="3098350" y="4781500"/>
              <a:ext cx="8375" cy="12050"/>
            </a:xfrm>
            <a:custGeom>
              <a:avLst/>
              <a:gdLst/>
              <a:ahLst/>
              <a:cxnLst/>
              <a:rect l="l" t="t" r="r" b="b"/>
              <a:pathLst>
                <a:path w="335" h="482" extrusionOk="0">
                  <a:moveTo>
                    <a:pt x="0" y="1"/>
                  </a:moveTo>
                  <a:lnTo>
                    <a:pt x="0" y="482"/>
                  </a:lnTo>
                  <a:lnTo>
                    <a:pt x="335" y="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42"/>
            <p:cNvSpPr/>
            <p:nvPr/>
          </p:nvSpPr>
          <p:spPr>
            <a:xfrm>
              <a:off x="3289275" y="4343150"/>
              <a:ext cx="26700" cy="27750"/>
            </a:xfrm>
            <a:custGeom>
              <a:avLst/>
              <a:gdLst/>
              <a:ahLst/>
              <a:cxnLst/>
              <a:rect l="l" t="t" r="r" b="b"/>
              <a:pathLst>
                <a:path w="1068" h="1110" extrusionOk="0">
                  <a:moveTo>
                    <a:pt x="356" y="1"/>
                  </a:moveTo>
                  <a:lnTo>
                    <a:pt x="0" y="775"/>
                  </a:lnTo>
                  <a:lnTo>
                    <a:pt x="774" y="1110"/>
                  </a:lnTo>
                  <a:lnTo>
                    <a:pt x="984" y="607"/>
                  </a:lnTo>
                  <a:cubicBezTo>
                    <a:pt x="1067" y="461"/>
                    <a:pt x="984" y="273"/>
                    <a:pt x="837" y="210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FF7B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42"/>
            <p:cNvSpPr/>
            <p:nvPr/>
          </p:nvSpPr>
          <p:spPr>
            <a:xfrm>
              <a:off x="3278275" y="4368250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336" y="1"/>
                  </a:moveTo>
                  <a:lnTo>
                    <a:pt x="1" y="775"/>
                  </a:lnTo>
                  <a:lnTo>
                    <a:pt x="775" y="1110"/>
                  </a:lnTo>
                  <a:lnTo>
                    <a:pt x="1110" y="33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B2B2B2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42"/>
            <p:cNvSpPr/>
            <p:nvPr/>
          </p:nvSpPr>
          <p:spPr>
            <a:xfrm>
              <a:off x="3116125" y="4393375"/>
              <a:ext cx="166900" cy="360950"/>
            </a:xfrm>
            <a:custGeom>
              <a:avLst/>
              <a:gdLst/>
              <a:ahLst/>
              <a:cxnLst/>
              <a:rect l="l" t="t" r="r" b="b"/>
              <a:pathLst>
                <a:path w="6676" h="14438" extrusionOk="0">
                  <a:moveTo>
                    <a:pt x="6382" y="0"/>
                  </a:moveTo>
                  <a:lnTo>
                    <a:pt x="6299" y="189"/>
                  </a:lnTo>
                  <a:lnTo>
                    <a:pt x="0" y="14312"/>
                  </a:lnTo>
                  <a:lnTo>
                    <a:pt x="273" y="14438"/>
                  </a:lnTo>
                  <a:lnTo>
                    <a:pt x="6675" y="126"/>
                  </a:lnTo>
                  <a:lnTo>
                    <a:pt x="6382" y="0"/>
                  </a:lnTo>
                  <a:close/>
                </a:path>
              </a:pathLst>
            </a:custGeom>
            <a:solidFill>
              <a:srgbClr val="FBED2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42"/>
            <p:cNvSpPr/>
            <p:nvPr/>
          </p:nvSpPr>
          <p:spPr>
            <a:xfrm>
              <a:off x="3122925" y="4396500"/>
              <a:ext cx="171600" cy="363050"/>
            </a:xfrm>
            <a:custGeom>
              <a:avLst/>
              <a:gdLst/>
              <a:ahLst/>
              <a:cxnLst/>
              <a:rect l="l" t="t" r="r" b="b"/>
              <a:pathLst>
                <a:path w="6864" h="14522" extrusionOk="0">
                  <a:moveTo>
                    <a:pt x="6403" y="1"/>
                  </a:moveTo>
                  <a:lnTo>
                    <a:pt x="1" y="14313"/>
                  </a:lnTo>
                  <a:lnTo>
                    <a:pt x="482" y="14522"/>
                  </a:lnTo>
                  <a:lnTo>
                    <a:pt x="6863" y="210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rgbClr val="333333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42"/>
            <p:cNvSpPr/>
            <p:nvPr/>
          </p:nvSpPr>
          <p:spPr>
            <a:xfrm>
              <a:off x="3275675" y="4387625"/>
              <a:ext cx="24700" cy="14400"/>
            </a:xfrm>
            <a:custGeom>
              <a:avLst/>
              <a:gdLst/>
              <a:ahLst/>
              <a:cxnLst/>
              <a:rect l="l" t="t" r="r" b="b"/>
              <a:pathLst>
                <a:path w="988" h="576" extrusionOk="0">
                  <a:moveTo>
                    <a:pt x="105" y="0"/>
                  </a:moveTo>
                  <a:lnTo>
                    <a:pt x="63" y="84"/>
                  </a:lnTo>
                  <a:lnTo>
                    <a:pt x="63" y="105"/>
                  </a:lnTo>
                  <a:lnTo>
                    <a:pt x="0" y="230"/>
                  </a:lnTo>
                  <a:lnTo>
                    <a:pt x="293" y="356"/>
                  </a:lnTo>
                  <a:lnTo>
                    <a:pt x="753" y="565"/>
                  </a:lnTo>
                  <a:cubicBezTo>
                    <a:pt x="773" y="573"/>
                    <a:pt x="792" y="576"/>
                    <a:pt x="809" y="576"/>
                  </a:cubicBezTo>
                  <a:cubicBezTo>
                    <a:pt x="937" y="576"/>
                    <a:pt x="987" y="390"/>
                    <a:pt x="858" y="335"/>
                  </a:cubicBezTo>
                  <a:lnTo>
                    <a:pt x="879" y="33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42"/>
            <p:cNvSpPr/>
            <p:nvPr/>
          </p:nvSpPr>
          <p:spPr>
            <a:xfrm>
              <a:off x="3287175" y="4362500"/>
              <a:ext cx="23575" cy="14575"/>
            </a:xfrm>
            <a:custGeom>
              <a:avLst/>
              <a:gdLst/>
              <a:ahLst/>
              <a:cxnLst/>
              <a:rect l="l" t="t" r="r" b="b"/>
              <a:pathLst>
                <a:path w="943" h="583" extrusionOk="0">
                  <a:moveTo>
                    <a:pt x="105" y="1"/>
                  </a:moveTo>
                  <a:lnTo>
                    <a:pt x="42" y="126"/>
                  </a:lnTo>
                  <a:lnTo>
                    <a:pt x="1" y="231"/>
                  </a:lnTo>
                  <a:lnTo>
                    <a:pt x="754" y="566"/>
                  </a:lnTo>
                  <a:cubicBezTo>
                    <a:pt x="771" y="577"/>
                    <a:pt x="790" y="583"/>
                    <a:pt x="809" y="583"/>
                  </a:cubicBezTo>
                  <a:cubicBezTo>
                    <a:pt x="858" y="583"/>
                    <a:pt x="906" y="548"/>
                    <a:pt x="921" y="503"/>
                  </a:cubicBezTo>
                  <a:cubicBezTo>
                    <a:pt x="942" y="440"/>
                    <a:pt x="921" y="377"/>
                    <a:pt x="858" y="336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rgbClr val="CBCBC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42"/>
            <p:cNvSpPr/>
            <p:nvPr/>
          </p:nvSpPr>
          <p:spPr>
            <a:xfrm>
              <a:off x="3098350" y="4751175"/>
              <a:ext cx="36625" cy="42375"/>
            </a:xfrm>
            <a:custGeom>
              <a:avLst/>
              <a:gdLst/>
              <a:ahLst/>
              <a:cxnLst/>
              <a:rect l="l" t="t" r="r" b="b"/>
              <a:pathLst>
                <a:path w="1465" h="1695" extrusionOk="0">
                  <a:moveTo>
                    <a:pt x="711" y="0"/>
                  </a:moveTo>
                  <a:lnTo>
                    <a:pt x="0" y="1590"/>
                  </a:lnTo>
                  <a:lnTo>
                    <a:pt x="0" y="1695"/>
                  </a:lnTo>
                  <a:lnTo>
                    <a:pt x="1465" y="335"/>
                  </a:lnTo>
                  <a:lnTo>
                    <a:pt x="984" y="126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EBD3B9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42"/>
            <p:cNvSpPr/>
            <p:nvPr/>
          </p:nvSpPr>
          <p:spPr>
            <a:xfrm>
              <a:off x="2884913" y="4249000"/>
              <a:ext cx="371425" cy="498000"/>
            </a:xfrm>
            <a:custGeom>
              <a:avLst/>
              <a:gdLst/>
              <a:ahLst/>
              <a:cxnLst/>
              <a:rect l="l" t="t" r="r" b="b"/>
              <a:pathLst>
                <a:path w="14857" h="19920" extrusionOk="0">
                  <a:moveTo>
                    <a:pt x="0" y="0"/>
                  </a:moveTo>
                  <a:lnTo>
                    <a:pt x="0" y="19920"/>
                  </a:lnTo>
                  <a:lnTo>
                    <a:pt x="14856" y="19920"/>
                  </a:lnTo>
                  <a:lnTo>
                    <a:pt x="14856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42"/>
            <p:cNvSpPr/>
            <p:nvPr/>
          </p:nvSpPr>
          <p:spPr>
            <a:xfrm>
              <a:off x="2922563" y="4299725"/>
              <a:ext cx="145975" cy="9450"/>
            </a:xfrm>
            <a:custGeom>
              <a:avLst/>
              <a:gdLst/>
              <a:ahLst/>
              <a:cxnLst/>
              <a:rect l="l" t="t" r="r" b="b"/>
              <a:pathLst>
                <a:path w="5839" h="378" extrusionOk="0">
                  <a:moveTo>
                    <a:pt x="1" y="1"/>
                  </a:moveTo>
                  <a:lnTo>
                    <a:pt x="1" y="378"/>
                  </a:lnTo>
                  <a:lnTo>
                    <a:pt x="5838" y="378"/>
                  </a:lnTo>
                  <a:lnTo>
                    <a:pt x="5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42"/>
            <p:cNvSpPr/>
            <p:nvPr/>
          </p:nvSpPr>
          <p:spPr>
            <a:xfrm>
              <a:off x="2922563" y="43227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42"/>
            <p:cNvSpPr/>
            <p:nvPr/>
          </p:nvSpPr>
          <p:spPr>
            <a:xfrm>
              <a:off x="2922563" y="4343150"/>
              <a:ext cx="295575" cy="9975"/>
            </a:xfrm>
            <a:custGeom>
              <a:avLst/>
              <a:gdLst/>
              <a:ahLst/>
              <a:cxnLst/>
              <a:rect l="l" t="t" r="r" b="b"/>
              <a:pathLst>
                <a:path w="11823" h="399" extrusionOk="0">
                  <a:moveTo>
                    <a:pt x="1" y="1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42"/>
            <p:cNvSpPr/>
            <p:nvPr/>
          </p:nvSpPr>
          <p:spPr>
            <a:xfrm>
              <a:off x="2922563" y="43640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42"/>
            <p:cNvSpPr/>
            <p:nvPr/>
          </p:nvSpPr>
          <p:spPr>
            <a:xfrm>
              <a:off x="2922563" y="438500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42"/>
            <p:cNvSpPr/>
            <p:nvPr/>
          </p:nvSpPr>
          <p:spPr>
            <a:xfrm>
              <a:off x="2922563" y="440592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42"/>
            <p:cNvSpPr/>
            <p:nvPr/>
          </p:nvSpPr>
          <p:spPr>
            <a:xfrm>
              <a:off x="2922563" y="44268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42"/>
            <p:cNvSpPr/>
            <p:nvPr/>
          </p:nvSpPr>
          <p:spPr>
            <a:xfrm>
              <a:off x="2922563" y="44477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42"/>
            <p:cNvSpPr/>
            <p:nvPr/>
          </p:nvSpPr>
          <p:spPr>
            <a:xfrm>
              <a:off x="2922563" y="44687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42"/>
            <p:cNvSpPr/>
            <p:nvPr/>
          </p:nvSpPr>
          <p:spPr>
            <a:xfrm>
              <a:off x="2922563" y="44896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42"/>
            <p:cNvSpPr/>
            <p:nvPr/>
          </p:nvSpPr>
          <p:spPr>
            <a:xfrm>
              <a:off x="2922563" y="4510025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42"/>
            <p:cNvSpPr/>
            <p:nvPr/>
          </p:nvSpPr>
          <p:spPr>
            <a:xfrm>
              <a:off x="2922563" y="4530950"/>
              <a:ext cx="295575" cy="9950"/>
            </a:xfrm>
            <a:custGeom>
              <a:avLst/>
              <a:gdLst/>
              <a:ahLst/>
              <a:cxnLst/>
              <a:rect l="l" t="t" r="r" b="b"/>
              <a:pathLst>
                <a:path w="11823" h="398" extrusionOk="0">
                  <a:moveTo>
                    <a:pt x="1" y="0"/>
                  </a:moveTo>
                  <a:lnTo>
                    <a:pt x="1" y="398"/>
                  </a:lnTo>
                  <a:lnTo>
                    <a:pt x="11823" y="398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42"/>
            <p:cNvSpPr/>
            <p:nvPr/>
          </p:nvSpPr>
          <p:spPr>
            <a:xfrm>
              <a:off x="2922563" y="455187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42"/>
            <p:cNvSpPr/>
            <p:nvPr/>
          </p:nvSpPr>
          <p:spPr>
            <a:xfrm>
              <a:off x="2922563" y="457280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42"/>
            <p:cNvSpPr/>
            <p:nvPr/>
          </p:nvSpPr>
          <p:spPr>
            <a:xfrm>
              <a:off x="2922563" y="4593725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42"/>
            <p:cNvSpPr/>
            <p:nvPr/>
          </p:nvSpPr>
          <p:spPr>
            <a:xfrm>
              <a:off x="2922563" y="4614650"/>
              <a:ext cx="295575" cy="9425"/>
            </a:xfrm>
            <a:custGeom>
              <a:avLst/>
              <a:gdLst/>
              <a:ahLst/>
              <a:cxnLst/>
              <a:rect l="l" t="t" r="r" b="b"/>
              <a:pathLst>
                <a:path w="11823" h="377" extrusionOk="0">
                  <a:moveTo>
                    <a:pt x="1" y="0"/>
                  </a:moveTo>
                  <a:lnTo>
                    <a:pt x="1" y="377"/>
                  </a:lnTo>
                  <a:lnTo>
                    <a:pt x="11823" y="377"/>
                  </a:lnTo>
                  <a:lnTo>
                    <a:pt x="118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42"/>
            <p:cNvSpPr/>
            <p:nvPr/>
          </p:nvSpPr>
          <p:spPr>
            <a:xfrm>
              <a:off x="2922563" y="4635550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42"/>
            <p:cNvSpPr/>
            <p:nvPr/>
          </p:nvSpPr>
          <p:spPr>
            <a:xfrm>
              <a:off x="2922563" y="4656475"/>
              <a:ext cx="295575" cy="9450"/>
            </a:xfrm>
            <a:custGeom>
              <a:avLst/>
              <a:gdLst/>
              <a:ahLst/>
              <a:cxnLst/>
              <a:rect l="l" t="t" r="r" b="b"/>
              <a:pathLst>
                <a:path w="11823" h="378" extrusionOk="0">
                  <a:moveTo>
                    <a:pt x="1" y="1"/>
                  </a:moveTo>
                  <a:lnTo>
                    <a:pt x="1" y="378"/>
                  </a:lnTo>
                  <a:lnTo>
                    <a:pt x="11823" y="378"/>
                  </a:lnTo>
                  <a:lnTo>
                    <a:pt x="11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42"/>
            <p:cNvSpPr/>
            <p:nvPr/>
          </p:nvSpPr>
          <p:spPr>
            <a:xfrm>
              <a:off x="3258388" y="4337850"/>
              <a:ext cx="57575" cy="66600"/>
            </a:xfrm>
            <a:custGeom>
              <a:avLst/>
              <a:gdLst/>
              <a:ahLst/>
              <a:cxnLst/>
              <a:rect l="l" t="t" r="r" b="b"/>
              <a:pathLst>
                <a:path w="2303" h="2664" extrusionOk="0">
                  <a:moveTo>
                    <a:pt x="1087" y="0"/>
                  </a:moveTo>
                  <a:cubicBezTo>
                    <a:pt x="967" y="0"/>
                    <a:pt x="858" y="67"/>
                    <a:pt x="796" y="192"/>
                  </a:cubicBezTo>
                  <a:lnTo>
                    <a:pt x="63" y="1845"/>
                  </a:lnTo>
                  <a:cubicBezTo>
                    <a:pt x="1" y="1991"/>
                    <a:pt x="63" y="2179"/>
                    <a:pt x="210" y="2242"/>
                  </a:cubicBezTo>
                  <a:lnTo>
                    <a:pt x="1089" y="2640"/>
                  </a:lnTo>
                  <a:cubicBezTo>
                    <a:pt x="1126" y="2656"/>
                    <a:pt x="1166" y="2664"/>
                    <a:pt x="1206" y="2664"/>
                  </a:cubicBezTo>
                  <a:cubicBezTo>
                    <a:pt x="1323" y="2664"/>
                    <a:pt x="1440" y="2597"/>
                    <a:pt x="1486" y="2472"/>
                  </a:cubicBezTo>
                  <a:lnTo>
                    <a:pt x="2219" y="819"/>
                  </a:lnTo>
                  <a:cubicBezTo>
                    <a:pt x="2302" y="673"/>
                    <a:pt x="2219" y="485"/>
                    <a:pt x="2072" y="422"/>
                  </a:cubicBezTo>
                  <a:lnTo>
                    <a:pt x="1214" y="24"/>
                  </a:lnTo>
                  <a:cubicBezTo>
                    <a:pt x="1172" y="8"/>
                    <a:pt x="1129" y="0"/>
                    <a:pt x="10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42"/>
            <p:cNvSpPr/>
            <p:nvPr/>
          </p:nvSpPr>
          <p:spPr>
            <a:xfrm>
              <a:off x="3260488" y="4357800"/>
              <a:ext cx="46575" cy="40300"/>
            </a:xfrm>
            <a:custGeom>
              <a:avLst/>
              <a:gdLst/>
              <a:ahLst/>
              <a:cxnLst/>
              <a:rect l="l" t="t" r="r" b="b"/>
              <a:pathLst>
                <a:path w="1863" h="1612" extrusionOk="0">
                  <a:moveTo>
                    <a:pt x="440" y="1"/>
                  </a:moveTo>
                  <a:lnTo>
                    <a:pt x="0" y="984"/>
                  </a:lnTo>
                  <a:lnTo>
                    <a:pt x="1444" y="1612"/>
                  </a:lnTo>
                  <a:lnTo>
                    <a:pt x="1863" y="649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42"/>
            <p:cNvSpPr/>
            <p:nvPr/>
          </p:nvSpPr>
          <p:spPr>
            <a:xfrm>
              <a:off x="3099363" y="4382900"/>
              <a:ext cx="172650" cy="366200"/>
            </a:xfrm>
            <a:custGeom>
              <a:avLst/>
              <a:gdLst/>
              <a:ahLst/>
              <a:cxnLst/>
              <a:rect l="l" t="t" r="r" b="b"/>
              <a:pathLst>
                <a:path w="6906" h="14648" extrusionOk="0">
                  <a:moveTo>
                    <a:pt x="6424" y="1"/>
                  </a:moveTo>
                  <a:lnTo>
                    <a:pt x="1" y="14438"/>
                  </a:lnTo>
                  <a:lnTo>
                    <a:pt x="461" y="14647"/>
                  </a:lnTo>
                  <a:lnTo>
                    <a:pt x="6906" y="210"/>
                  </a:lnTo>
                  <a:lnTo>
                    <a:pt x="64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42"/>
            <p:cNvSpPr/>
            <p:nvPr/>
          </p:nvSpPr>
          <p:spPr>
            <a:xfrm>
              <a:off x="3110888" y="4387625"/>
              <a:ext cx="173150" cy="366175"/>
            </a:xfrm>
            <a:custGeom>
              <a:avLst/>
              <a:gdLst/>
              <a:ahLst/>
              <a:cxnLst/>
              <a:rect l="l" t="t" r="r" b="b"/>
              <a:pathLst>
                <a:path w="6926" h="14647" extrusionOk="0">
                  <a:moveTo>
                    <a:pt x="6445" y="0"/>
                  </a:moveTo>
                  <a:lnTo>
                    <a:pt x="0" y="14437"/>
                  </a:lnTo>
                  <a:lnTo>
                    <a:pt x="482" y="14647"/>
                  </a:lnTo>
                  <a:lnTo>
                    <a:pt x="6926" y="209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42"/>
            <p:cNvSpPr/>
            <p:nvPr/>
          </p:nvSpPr>
          <p:spPr>
            <a:xfrm>
              <a:off x="3122913" y="4393375"/>
              <a:ext cx="173175" cy="366175"/>
            </a:xfrm>
            <a:custGeom>
              <a:avLst/>
              <a:gdLst/>
              <a:ahLst/>
              <a:cxnLst/>
              <a:rect l="l" t="t" r="r" b="b"/>
              <a:pathLst>
                <a:path w="6927" h="14647" extrusionOk="0">
                  <a:moveTo>
                    <a:pt x="6445" y="0"/>
                  </a:moveTo>
                  <a:lnTo>
                    <a:pt x="1" y="14417"/>
                  </a:lnTo>
                  <a:lnTo>
                    <a:pt x="482" y="14647"/>
                  </a:lnTo>
                  <a:lnTo>
                    <a:pt x="6926" y="210"/>
                  </a:lnTo>
                  <a:lnTo>
                    <a:pt x="6445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42"/>
            <p:cNvSpPr/>
            <p:nvPr/>
          </p:nvSpPr>
          <p:spPr>
            <a:xfrm>
              <a:off x="3256313" y="4379575"/>
              <a:ext cx="43425" cy="22375"/>
            </a:xfrm>
            <a:custGeom>
              <a:avLst/>
              <a:gdLst/>
              <a:ahLst/>
              <a:cxnLst/>
              <a:rect l="l" t="t" r="r" b="b"/>
              <a:pathLst>
                <a:path w="1737" h="895" extrusionOk="0">
                  <a:moveTo>
                    <a:pt x="142" y="0"/>
                  </a:moveTo>
                  <a:cubicBezTo>
                    <a:pt x="97" y="0"/>
                    <a:pt x="58" y="24"/>
                    <a:pt x="42" y="71"/>
                  </a:cubicBezTo>
                  <a:cubicBezTo>
                    <a:pt x="0" y="134"/>
                    <a:pt x="42" y="218"/>
                    <a:pt x="105" y="238"/>
                  </a:cubicBezTo>
                  <a:lnTo>
                    <a:pt x="1548" y="887"/>
                  </a:lnTo>
                  <a:cubicBezTo>
                    <a:pt x="1564" y="892"/>
                    <a:pt x="1580" y="895"/>
                    <a:pt x="1595" y="895"/>
                  </a:cubicBezTo>
                  <a:cubicBezTo>
                    <a:pt x="1641" y="895"/>
                    <a:pt x="1684" y="871"/>
                    <a:pt x="1716" y="824"/>
                  </a:cubicBezTo>
                  <a:cubicBezTo>
                    <a:pt x="1737" y="762"/>
                    <a:pt x="1716" y="699"/>
                    <a:pt x="1653" y="657"/>
                  </a:cubicBezTo>
                  <a:lnTo>
                    <a:pt x="188" y="8"/>
                  </a:lnTo>
                  <a:cubicBezTo>
                    <a:pt x="173" y="3"/>
                    <a:pt x="157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42"/>
            <p:cNvSpPr/>
            <p:nvPr/>
          </p:nvSpPr>
          <p:spPr>
            <a:xfrm>
              <a:off x="3267813" y="4354475"/>
              <a:ext cx="42925" cy="22600"/>
            </a:xfrm>
            <a:custGeom>
              <a:avLst/>
              <a:gdLst/>
              <a:ahLst/>
              <a:cxnLst/>
              <a:rect l="l" t="t" r="r" b="b"/>
              <a:pathLst>
                <a:path w="1717" h="904" extrusionOk="0">
                  <a:moveTo>
                    <a:pt x="142" y="0"/>
                  </a:moveTo>
                  <a:cubicBezTo>
                    <a:pt x="90" y="0"/>
                    <a:pt x="37" y="28"/>
                    <a:pt x="21" y="92"/>
                  </a:cubicBezTo>
                  <a:cubicBezTo>
                    <a:pt x="0" y="154"/>
                    <a:pt x="21" y="217"/>
                    <a:pt x="84" y="238"/>
                  </a:cubicBezTo>
                  <a:lnTo>
                    <a:pt x="1528" y="887"/>
                  </a:lnTo>
                  <a:cubicBezTo>
                    <a:pt x="1545" y="898"/>
                    <a:pt x="1564" y="904"/>
                    <a:pt x="1583" y="904"/>
                  </a:cubicBezTo>
                  <a:cubicBezTo>
                    <a:pt x="1632" y="904"/>
                    <a:pt x="1680" y="869"/>
                    <a:pt x="1695" y="824"/>
                  </a:cubicBezTo>
                  <a:cubicBezTo>
                    <a:pt x="1716" y="761"/>
                    <a:pt x="1695" y="698"/>
                    <a:pt x="1632" y="657"/>
                  </a:cubicBezTo>
                  <a:lnTo>
                    <a:pt x="189" y="8"/>
                  </a:lnTo>
                  <a:cubicBezTo>
                    <a:pt x="174" y="3"/>
                    <a:pt x="158" y="0"/>
                    <a:pt x="14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42"/>
            <p:cNvSpPr/>
            <p:nvPr/>
          </p:nvSpPr>
          <p:spPr>
            <a:xfrm>
              <a:off x="3098338" y="4743325"/>
              <a:ext cx="36625" cy="50225"/>
            </a:xfrm>
            <a:custGeom>
              <a:avLst/>
              <a:gdLst/>
              <a:ahLst/>
              <a:cxnLst/>
              <a:rect l="l" t="t" r="r" b="b"/>
              <a:pathLst>
                <a:path w="1465" h="2009" extrusionOk="0">
                  <a:moveTo>
                    <a:pt x="21" y="0"/>
                  </a:moveTo>
                  <a:lnTo>
                    <a:pt x="0" y="2009"/>
                  </a:lnTo>
                  <a:lnTo>
                    <a:pt x="1465" y="649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EBD3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42"/>
            <p:cNvSpPr/>
            <p:nvPr/>
          </p:nvSpPr>
          <p:spPr>
            <a:xfrm>
              <a:off x="3289263" y="4343150"/>
              <a:ext cx="26700" cy="27750"/>
            </a:xfrm>
            <a:custGeom>
              <a:avLst/>
              <a:gdLst/>
              <a:ahLst/>
              <a:cxnLst/>
              <a:rect l="l" t="t" r="r" b="b"/>
              <a:pathLst>
                <a:path w="1068" h="1110" extrusionOk="0">
                  <a:moveTo>
                    <a:pt x="356" y="1"/>
                  </a:moveTo>
                  <a:lnTo>
                    <a:pt x="0" y="775"/>
                  </a:lnTo>
                  <a:lnTo>
                    <a:pt x="774" y="1110"/>
                  </a:lnTo>
                  <a:lnTo>
                    <a:pt x="984" y="607"/>
                  </a:lnTo>
                  <a:cubicBezTo>
                    <a:pt x="1067" y="461"/>
                    <a:pt x="984" y="273"/>
                    <a:pt x="837" y="210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42"/>
            <p:cNvSpPr/>
            <p:nvPr/>
          </p:nvSpPr>
          <p:spPr>
            <a:xfrm>
              <a:off x="3278263" y="4368250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336" y="1"/>
                  </a:moveTo>
                  <a:lnTo>
                    <a:pt x="1" y="775"/>
                  </a:lnTo>
                  <a:lnTo>
                    <a:pt x="775" y="1110"/>
                  </a:lnTo>
                  <a:lnTo>
                    <a:pt x="1110" y="336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42"/>
            <p:cNvSpPr/>
            <p:nvPr/>
          </p:nvSpPr>
          <p:spPr>
            <a:xfrm>
              <a:off x="3116113" y="4393375"/>
              <a:ext cx="166900" cy="360950"/>
            </a:xfrm>
            <a:custGeom>
              <a:avLst/>
              <a:gdLst/>
              <a:ahLst/>
              <a:cxnLst/>
              <a:rect l="l" t="t" r="r" b="b"/>
              <a:pathLst>
                <a:path w="6676" h="14438" extrusionOk="0">
                  <a:moveTo>
                    <a:pt x="6382" y="0"/>
                  </a:moveTo>
                  <a:lnTo>
                    <a:pt x="6299" y="189"/>
                  </a:lnTo>
                  <a:lnTo>
                    <a:pt x="0" y="14312"/>
                  </a:lnTo>
                  <a:lnTo>
                    <a:pt x="273" y="14438"/>
                  </a:lnTo>
                  <a:lnTo>
                    <a:pt x="6675" y="126"/>
                  </a:lnTo>
                  <a:lnTo>
                    <a:pt x="63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42"/>
            <p:cNvSpPr/>
            <p:nvPr/>
          </p:nvSpPr>
          <p:spPr>
            <a:xfrm>
              <a:off x="3122913" y="4396500"/>
              <a:ext cx="171600" cy="363050"/>
            </a:xfrm>
            <a:custGeom>
              <a:avLst/>
              <a:gdLst/>
              <a:ahLst/>
              <a:cxnLst/>
              <a:rect l="l" t="t" r="r" b="b"/>
              <a:pathLst>
                <a:path w="6864" h="14522" extrusionOk="0">
                  <a:moveTo>
                    <a:pt x="6403" y="1"/>
                  </a:moveTo>
                  <a:lnTo>
                    <a:pt x="1" y="14313"/>
                  </a:lnTo>
                  <a:lnTo>
                    <a:pt x="482" y="14522"/>
                  </a:lnTo>
                  <a:lnTo>
                    <a:pt x="6863" y="210"/>
                  </a:lnTo>
                  <a:lnTo>
                    <a:pt x="64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42"/>
            <p:cNvSpPr/>
            <p:nvPr/>
          </p:nvSpPr>
          <p:spPr>
            <a:xfrm>
              <a:off x="3275663" y="4387625"/>
              <a:ext cx="24700" cy="14400"/>
            </a:xfrm>
            <a:custGeom>
              <a:avLst/>
              <a:gdLst/>
              <a:ahLst/>
              <a:cxnLst/>
              <a:rect l="l" t="t" r="r" b="b"/>
              <a:pathLst>
                <a:path w="988" h="576" extrusionOk="0">
                  <a:moveTo>
                    <a:pt x="105" y="0"/>
                  </a:moveTo>
                  <a:lnTo>
                    <a:pt x="63" y="84"/>
                  </a:lnTo>
                  <a:lnTo>
                    <a:pt x="63" y="105"/>
                  </a:lnTo>
                  <a:lnTo>
                    <a:pt x="0" y="230"/>
                  </a:lnTo>
                  <a:lnTo>
                    <a:pt x="293" y="356"/>
                  </a:lnTo>
                  <a:lnTo>
                    <a:pt x="753" y="565"/>
                  </a:lnTo>
                  <a:cubicBezTo>
                    <a:pt x="773" y="573"/>
                    <a:pt x="792" y="576"/>
                    <a:pt x="809" y="576"/>
                  </a:cubicBezTo>
                  <a:cubicBezTo>
                    <a:pt x="937" y="576"/>
                    <a:pt x="987" y="390"/>
                    <a:pt x="858" y="335"/>
                  </a:cubicBezTo>
                  <a:lnTo>
                    <a:pt x="879" y="33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42"/>
            <p:cNvSpPr/>
            <p:nvPr/>
          </p:nvSpPr>
          <p:spPr>
            <a:xfrm>
              <a:off x="3287163" y="4362500"/>
              <a:ext cx="23575" cy="14575"/>
            </a:xfrm>
            <a:custGeom>
              <a:avLst/>
              <a:gdLst/>
              <a:ahLst/>
              <a:cxnLst/>
              <a:rect l="l" t="t" r="r" b="b"/>
              <a:pathLst>
                <a:path w="943" h="583" extrusionOk="0">
                  <a:moveTo>
                    <a:pt x="105" y="1"/>
                  </a:moveTo>
                  <a:lnTo>
                    <a:pt x="42" y="126"/>
                  </a:lnTo>
                  <a:lnTo>
                    <a:pt x="1" y="231"/>
                  </a:lnTo>
                  <a:lnTo>
                    <a:pt x="754" y="566"/>
                  </a:lnTo>
                  <a:cubicBezTo>
                    <a:pt x="771" y="577"/>
                    <a:pt x="790" y="583"/>
                    <a:pt x="809" y="583"/>
                  </a:cubicBezTo>
                  <a:cubicBezTo>
                    <a:pt x="858" y="583"/>
                    <a:pt x="906" y="548"/>
                    <a:pt x="921" y="503"/>
                  </a:cubicBezTo>
                  <a:cubicBezTo>
                    <a:pt x="942" y="440"/>
                    <a:pt x="921" y="377"/>
                    <a:pt x="858" y="336"/>
                  </a:cubicBezTo>
                  <a:lnTo>
                    <a:pt x="105" y="1"/>
                  </a:ln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42"/>
            <p:cNvSpPr/>
            <p:nvPr/>
          </p:nvSpPr>
          <p:spPr>
            <a:xfrm>
              <a:off x="3098338" y="4751175"/>
              <a:ext cx="36625" cy="42375"/>
            </a:xfrm>
            <a:custGeom>
              <a:avLst/>
              <a:gdLst/>
              <a:ahLst/>
              <a:cxnLst/>
              <a:rect l="l" t="t" r="r" b="b"/>
              <a:pathLst>
                <a:path w="1465" h="1695" extrusionOk="0">
                  <a:moveTo>
                    <a:pt x="711" y="0"/>
                  </a:moveTo>
                  <a:lnTo>
                    <a:pt x="0" y="1590"/>
                  </a:lnTo>
                  <a:lnTo>
                    <a:pt x="0" y="1695"/>
                  </a:lnTo>
                  <a:lnTo>
                    <a:pt x="1465" y="335"/>
                  </a:lnTo>
                  <a:lnTo>
                    <a:pt x="984" y="126"/>
                  </a:lnTo>
                  <a:lnTo>
                    <a:pt x="711" y="0"/>
                  </a:lnTo>
                  <a:close/>
                </a:path>
              </a:pathLst>
            </a:custGeom>
            <a:solidFill>
              <a:srgbClr val="EBD3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42"/>
            <p:cNvSpPr/>
            <p:nvPr/>
          </p:nvSpPr>
          <p:spPr>
            <a:xfrm>
              <a:off x="3098338" y="4781500"/>
              <a:ext cx="8375" cy="12050"/>
            </a:xfrm>
            <a:custGeom>
              <a:avLst/>
              <a:gdLst/>
              <a:ahLst/>
              <a:cxnLst/>
              <a:rect l="l" t="t" r="r" b="b"/>
              <a:pathLst>
                <a:path w="335" h="482" extrusionOk="0">
                  <a:moveTo>
                    <a:pt x="0" y="1"/>
                  </a:moveTo>
                  <a:lnTo>
                    <a:pt x="0" y="482"/>
                  </a:lnTo>
                  <a:lnTo>
                    <a:pt x="335" y="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1" name="Google Shape;1031;p142"/>
          <p:cNvGrpSpPr/>
          <p:nvPr/>
        </p:nvGrpSpPr>
        <p:grpSpPr>
          <a:xfrm rot="-768563">
            <a:off x="-342517" y="1630002"/>
            <a:ext cx="964645" cy="881531"/>
            <a:chOff x="1427588" y="2103288"/>
            <a:chExt cx="747013" cy="682650"/>
          </a:xfrm>
        </p:grpSpPr>
        <p:grpSp>
          <p:nvGrpSpPr>
            <p:cNvPr id="1032" name="Google Shape;1032;p142"/>
            <p:cNvGrpSpPr/>
            <p:nvPr/>
          </p:nvGrpSpPr>
          <p:grpSpPr>
            <a:xfrm>
              <a:off x="1427600" y="2103288"/>
              <a:ext cx="747000" cy="682650"/>
              <a:chOff x="1427600" y="2103288"/>
              <a:chExt cx="747000" cy="682650"/>
            </a:xfrm>
          </p:grpSpPr>
          <p:sp>
            <p:nvSpPr>
              <p:cNvPr id="1033" name="Google Shape;1033;p142"/>
              <p:cNvSpPr/>
              <p:nvPr/>
            </p:nvSpPr>
            <p:spPr>
              <a:xfrm>
                <a:off x="1531175" y="2688613"/>
                <a:ext cx="92600" cy="97325"/>
              </a:xfrm>
              <a:custGeom>
                <a:avLst/>
                <a:gdLst/>
                <a:ahLst/>
                <a:cxnLst/>
                <a:rect l="l" t="t" r="r" b="b"/>
                <a:pathLst>
                  <a:path w="3704" h="3893" extrusionOk="0">
                    <a:moveTo>
                      <a:pt x="440" y="1"/>
                    </a:moveTo>
                    <a:cubicBezTo>
                      <a:pt x="189" y="1"/>
                      <a:pt x="0" y="210"/>
                      <a:pt x="0" y="440"/>
                    </a:cubicBezTo>
                    <a:lnTo>
                      <a:pt x="0" y="3432"/>
                    </a:lnTo>
                    <a:cubicBezTo>
                      <a:pt x="0" y="3683"/>
                      <a:pt x="189" y="3892"/>
                      <a:pt x="440" y="3892"/>
                    </a:cubicBezTo>
                    <a:lnTo>
                      <a:pt x="3243" y="3892"/>
                    </a:lnTo>
                    <a:cubicBezTo>
                      <a:pt x="3495" y="3892"/>
                      <a:pt x="3704" y="3683"/>
                      <a:pt x="3704" y="3432"/>
                    </a:cubicBezTo>
                    <a:lnTo>
                      <a:pt x="3704" y="440"/>
                    </a:lnTo>
                    <a:cubicBezTo>
                      <a:pt x="3704" y="210"/>
                      <a:pt x="3495" y="1"/>
                      <a:pt x="3243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42"/>
              <p:cNvSpPr/>
              <p:nvPr/>
            </p:nvSpPr>
            <p:spPr>
              <a:xfrm>
                <a:off x="1973175" y="2688613"/>
                <a:ext cx="93150" cy="97325"/>
              </a:xfrm>
              <a:custGeom>
                <a:avLst/>
                <a:gdLst/>
                <a:ahLst/>
                <a:cxnLst/>
                <a:rect l="l" t="t" r="r" b="b"/>
                <a:pathLst>
                  <a:path w="3726" h="3893" extrusionOk="0">
                    <a:moveTo>
                      <a:pt x="461" y="1"/>
                    </a:moveTo>
                    <a:cubicBezTo>
                      <a:pt x="210" y="1"/>
                      <a:pt x="1" y="210"/>
                      <a:pt x="1" y="440"/>
                    </a:cubicBezTo>
                    <a:lnTo>
                      <a:pt x="1" y="3432"/>
                    </a:lnTo>
                    <a:cubicBezTo>
                      <a:pt x="1" y="3683"/>
                      <a:pt x="210" y="3892"/>
                      <a:pt x="461" y="3892"/>
                    </a:cubicBezTo>
                    <a:lnTo>
                      <a:pt x="3265" y="3892"/>
                    </a:lnTo>
                    <a:cubicBezTo>
                      <a:pt x="3516" y="3892"/>
                      <a:pt x="3725" y="3683"/>
                      <a:pt x="3725" y="3432"/>
                    </a:cubicBezTo>
                    <a:lnTo>
                      <a:pt x="3725" y="440"/>
                    </a:lnTo>
                    <a:cubicBezTo>
                      <a:pt x="3725" y="210"/>
                      <a:pt x="3516" y="1"/>
                      <a:pt x="3265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42"/>
              <p:cNvSpPr/>
              <p:nvPr/>
            </p:nvSpPr>
            <p:spPr>
              <a:xfrm>
                <a:off x="1446950" y="2281138"/>
                <a:ext cx="7083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28332" h="670" extrusionOk="0">
                    <a:moveTo>
                      <a:pt x="1" y="0"/>
                    </a:moveTo>
                    <a:lnTo>
                      <a:pt x="1" y="670"/>
                    </a:lnTo>
                    <a:lnTo>
                      <a:pt x="28331" y="670"/>
                    </a:lnTo>
                    <a:lnTo>
                      <a:pt x="28331" y="0"/>
                    </a:lnTo>
                    <a:close/>
                  </a:path>
                </a:pathLst>
              </a:custGeom>
              <a:solidFill>
                <a:srgbClr val="80808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42"/>
              <p:cNvSpPr/>
              <p:nvPr/>
            </p:nvSpPr>
            <p:spPr>
              <a:xfrm>
                <a:off x="1482000" y="2103288"/>
                <a:ext cx="638725" cy="618600"/>
              </a:xfrm>
              <a:custGeom>
                <a:avLst/>
                <a:gdLst/>
                <a:ahLst/>
                <a:cxnLst/>
                <a:rect l="l" t="t" r="r" b="b"/>
                <a:pathLst>
                  <a:path w="25549" h="24744" extrusionOk="0">
                    <a:moveTo>
                      <a:pt x="8119" y="0"/>
                    </a:moveTo>
                    <a:cubicBezTo>
                      <a:pt x="3641" y="0"/>
                      <a:pt x="0" y="1339"/>
                      <a:pt x="0" y="5838"/>
                    </a:cubicBezTo>
                    <a:lnTo>
                      <a:pt x="0" y="22095"/>
                    </a:lnTo>
                    <a:cubicBezTo>
                      <a:pt x="0" y="24178"/>
                      <a:pt x="788" y="24735"/>
                      <a:pt x="2082" y="24735"/>
                    </a:cubicBezTo>
                    <a:cubicBezTo>
                      <a:pt x="3569" y="24735"/>
                      <a:pt x="5724" y="23999"/>
                      <a:pt x="8119" y="23999"/>
                    </a:cubicBezTo>
                    <a:lnTo>
                      <a:pt x="17409" y="23999"/>
                    </a:lnTo>
                    <a:cubicBezTo>
                      <a:pt x="19807" y="23999"/>
                      <a:pt x="21972" y="24744"/>
                      <a:pt x="23464" y="24744"/>
                    </a:cubicBezTo>
                    <a:cubicBezTo>
                      <a:pt x="24759" y="24744"/>
                      <a:pt x="25548" y="24184"/>
                      <a:pt x="25548" y="22095"/>
                    </a:cubicBezTo>
                    <a:lnTo>
                      <a:pt x="25548" y="5838"/>
                    </a:lnTo>
                    <a:cubicBezTo>
                      <a:pt x="25548" y="1339"/>
                      <a:pt x="21887" y="0"/>
                      <a:pt x="17409" y="0"/>
                    </a:cubicBezTo>
                    <a:close/>
                  </a:path>
                </a:pathLst>
              </a:custGeom>
              <a:solidFill>
                <a:srgbClr val="FBED21"/>
              </a:solidFill>
              <a:ln w="76200" cap="flat" cmpd="sng">
                <a:solidFill>
                  <a:schemeClr val="lt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42"/>
              <p:cNvSpPr/>
              <p:nvPr/>
            </p:nvSpPr>
            <p:spPr>
              <a:xfrm>
                <a:off x="1529075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1" y="1"/>
                    </a:moveTo>
                    <a:lnTo>
                      <a:pt x="1" y="6843"/>
                    </a:lnTo>
                    <a:lnTo>
                      <a:pt x="10651" y="6843"/>
                    </a:lnTo>
                    <a:lnTo>
                      <a:pt x="10651" y="1"/>
                    </a:ln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42"/>
              <p:cNvSpPr/>
              <p:nvPr/>
            </p:nvSpPr>
            <p:spPr>
              <a:xfrm>
                <a:off x="1523325" y="2229863"/>
                <a:ext cx="277775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1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0" y="1"/>
                    </a:moveTo>
                    <a:lnTo>
                      <a:pt x="0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80808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142"/>
              <p:cNvSpPr/>
              <p:nvPr/>
            </p:nvSpPr>
            <p:spPr>
              <a:xfrm>
                <a:off x="1806850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0" y="1"/>
                    </a:moveTo>
                    <a:lnTo>
                      <a:pt x="0" y="6843"/>
                    </a:lnTo>
                    <a:lnTo>
                      <a:pt x="10650" y="6843"/>
                    </a:lnTo>
                    <a:lnTo>
                      <a:pt x="10650" y="1"/>
                    </a:ln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142"/>
              <p:cNvSpPr/>
              <p:nvPr/>
            </p:nvSpPr>
            <p:spPr>
              <a:xfrm>
                <a:off x="1801075" y="2229863"/>
                <a:ext cx="277800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2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1" y="1"/>
                    </a:moveTo>
                    <a:lnTo>
                      <a:pt x="1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80808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42"/>
              <p:cNvSpPr/>
              <p:nvPr/>
            </p:nvSpPr>
            <p:spPr>
              <a:xfrm>
                <a:off x="1529075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1" y="1"/>
                    </a:moveTo>
                    <a:lnTo>
                      <a:pt x="1" y="6843"/>
                    </a:lnTo>
                    <a:lnTo>
                      <a:pt x="10651" y="6843"/>
                    </a:lnTo>
                    <a:lnTo>
                      <a:pt x="10651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42"/>
              <p:cNvSpPr/>
              <p:nvPr/>
            </p:nvSpPr>
            <p:spPr>
              <a:xfrm>
                <a:off x="1523325" y="2229863"/>
                <a:ext cx="277775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1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0" y="1"/>
                    </a:moveTo>
                    <a:lnTo>
                      <a:pt x="0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42"/>
              <p:cNvSpPr/>
              <p:nvPr/>
            </p:nvSpPr>
            <p:spPr>
              <a:xfrm>
                <a:off x="1806850" y="2235613"/>
                <a:ext cx="266275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6843" extrusionOk="0">
                    <a:moveTo>
                      <a:pt x="0" y="1"/>
                    </a:moveTo>
                    <a:lnTo>
                      <a:pt x="0" y="6843"/>
                    </a:lnTo>
                    <a:lnTo>
                      <a:pt x="10650" y="6843"/>
                    </a:lnTo>
                    <a:lnTo>
                      <a:pt x="10650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42"/>
              <p:cNvSpPr/>
              <p:nvPr/>
            </p:nvSpPr>
            <p:spPr>
              <a:xfrm>
                <a:off x="1801075" y="2229863"/>
                <a:ext cx="277800" cy="182575"/>
              </a:xfrm>
              <a:custGeom>
                <a:avLst/>
                <a:gdLst/>
                <a:ahLst/>
                <a:cxnLst/>
                <a:rect l="l" t="t" r="r" b="b"/>
                <a:pathLst>
                  <a:path w="11112" h="7303" extrusionOk="0">
                    <a:moveTo>
                      <a:pt x="10651" y="461"/>
                    </a:moveTo>
                    <a:lnTo>
                      <a:pt x="10651" y="6843"/>
                    </a:lnTo>
                    <a:lnTo>
                      <a:pt x="461" y="6843"/>
                    </a:lnTo>
                    <a:lnTo>
                      <a:pt x="461" y="461"/>
                    </a:lnTo>
                    <a:close/>
                    <a:moveTo>
                      <a:pt x="1" y="1"/>
                    </a:moveTo>
                    <a:lnTo>
                      <a:pt x="1" y="7303"/>
                    </a:lnTo>
                    <a:lnTo>
                      <a:pt x="11111" y="7303"/>
                    </a:lnTo>
                    <a:lnTo>
                      <a:pt x="11111" y="1"/>
                    </a:lnTo>
                    <a:close/>
                  </a:path>
                </a:pathLst>
              </a:custGeom>
              <a:solidFill>
                <a:srgbClr val="085CA0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42"/>
              <p:cNvSpPr/>
              <p:nvPr/>
            </p:nvSpPr>
            <p:spPr>
              <a:xfrm>
                <a:off x="1531700" y="2435438"/>
                <a:ext cx="538800" cy="256350"/>
              </a:xfrm>
              <a:custGeom>
                <a:avLst/>
                <a:gdLst/>
                <a:ahLst/>
                <a:cxnLst/>
                <a:rect l="l" t="t" r="r" b="b"/>
                <a:pathLst>
                  <a:path w="21552" h="10254" extrusionOk="0">
                    <a:moveTo>
                      <a:pt x="230" y="1"/>
                    </a:moveTo>
                    <a:cubicBezTo>
                      <a:pt x="105" y="1"/>
                      <a:pt x="0" y="105"/>
                      <a:pt x="0" y="231"/>
                    </a:cubicBezTo>
                    <a:lnTo>
                      <a:pt x="0" y="10023"/>
                    </a:lnTo>
                    <a:cubicBezTo>
                      <a:pt x="0" y="10148"/>
                      <a:pt x="105" y="10253"/>
                      <a:pt x="230" y="10253"/>
                    </a:cubicBezTo>
                    <a:lnTo>
                      <a:pt x="21321" y="10253"/>
                    </a:lnTo>
                    <a:cubicBezTo>
                      <a:pt x="21447" y="10253"/>
                      <a:pt x="21552" y="10148"/>
                      <a:pt x="21552" y="10023"/>
                    </a:cubicBezTo>
                    <a:lnTo>
                      <a:pt x="21552" y="231"/>
                    </a:lnTo>
                    <a:cubicBezTo>
                      <a:pt x="21552" y="105"/>
                      <a:pt x="21447" y="1"/>
                      <a:pt x="21321" y="1"/>
                    </a:cubicBezTo>
                    <a:close/>
                  </a:path>
                </a:pathLst>
              </a:custGeom>
              <a:solidFill>
                <a:srgbClr val="FBED21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42"/>
              <p:cNvSpPr/>
              <p:nvPr/>
            </p:nvSpPr>
            <p:spPr>
              <a:xfrm>
                <a:off x="1525950" y="2429688"/>
                <a:ext cx="550300" cy="267850"/>
              </a:xfrm>
              <a:custGeom>
                <a:avLst/>
                <a:gdLst/>
                <a:ahLst/>
                <a:cxnLst/>
                <a:rect l="l" t="t" r="r" b="b"/>
                <a:pathLst>
                  <a:path w="22012" h="10714" extrusionOk="0">
                    <a:moveTo>
                      <a:pt x="21572" y="461"/>
                    </a:moveTo>
                    <a:lnTo>
                      <a:pt x="21572" y="10253"/>
                    </a:lnTo>
                    <a:lnTo>
                      <a:pt x="460" y="10253"/>
                    </a:lnTo>
                    <a:lnTo>
                      <a:pt x="460" y="461"/>
                    </a:lnTo>
                    <a:close/>
                    <a:moveTo>
                      <a:pt x="460" y="0"/>
                    </a:moveTo>
                    <a:cubicBezTo>
                      <a:pt x="209" y="0"/>
                      <a:pt x="0" y="210"/>
                      <a:pt x="0" y="461"/>
                    </a:cubicBezTo>
                    <a:lnTo>
                      <a:pt x="0" y="10253"/>
                    </a:lnTo>
                    <a:cubicBezTo>
                      <a:pt x="0" y="10504"/>
                      <a:pt x="209" y="10713"/>
                      <a:pt x="460" y="10713"/>
                    </a:cubicBezTo>
                    <a:lnTo>
                      <a:pt x="21572" y="10713"/>
                    </a:lnTo>
                    <a:cubicBezTo>
                      <a:pt x="21802" y="10713"/>
                      <a:pt x="22012" y="10504"/>
                      <a:pt x="22012" y="10253"/>
                    </a:cubicBezTo>
                    <a:lnTo>
                      <a:pt x="22012" y="461"/>
                    </a:lnTo>
                    <a:cubicBezTo>
                      <a:pt x="22012" y="210"/>
                      <a:pt x="21802" y="0"/>
                      <a:pt x="21572" y="0"/>
                    </a:cubicBezTo>
                    <a:close/>
                  </a:path>
                </a:pathLst>
              </a:custGeom>
              <a:solidFill>
                <a:srgbClr val="FADB3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42"/>
              <p:cNvSpPr/>
              <p:nvPr/>
            </p:nvSpPr>
            <p:spPr>
              <a:xfrm>
                <a:off x="1461075" y="2650438"/>
                <a:ext cx="680575" cy="76375"/>
              </a:xfrm>
              <a:custGeom>
                <a:avLst/>
                <a:gdLst/>
                <a:ahLst/>
                <a:cxnLst/>
                <a:rect l="l" t="t" r="r" b="b"/>
                <a:pathLst>
                  <a:path w="27223" h="3055" extrusionOk="0">
                    <a:moveTo>
                      <a:pt x="440" y="0"/>
                    </a:moveTo>
                    <a:cubicBezTo>
                      <a:pt x="189" y="0"/>
                      <a:pt x="1" y="209"/>
                      <a:pt x="1" y="460"/>
                    </a:cubicBezTo>
                    <a:lnTo>
                      <a:pt x="1" y="2595"/>
                    </a:lnTo>
                    <a:cubicBezTo>
                      <a:pt x="1" y="2846"/>
                      <a:pt x="189" y="3055"/>
                      <a:pt x="440" y="3055"/>
                    </a:cubicBezTo>
                    <a:lnTo>
                      <a:pt x="26762" y="3055"/>
                    </a:lnTo>
                    <a:cubicBezTo>
                      <a:pt x="27013" y="3055"/>
                      <a:pt x="27222" y="2846"/>
                      <a:pt x="27222" y="2595"/>
                    </a:cubicBezTo>
                    <a:lnTo>
                      <a:pt x="27222" y="460"/>
                    </a:lnTo>
                    <a:cubicBezTo>
                      <a:pt x="27222" y="209"/>
                      <a:pt x="27013" y="0"/>
                      <a:pt x="26762" y="0"/>
                    </a:cubicBezTo>
                    <a:close/>
                  </a:path>
                </a:pathLst>
              </a:custGeom>
              <a:solidFill>
                <a:srgbClr val="989898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42"/>
              <p:cNvSpPr/>
              <p:nvPr/>
            </p:nvSpPr>
            <p:spPr>
              <a:xfrm>
                <a:off x="1427600" y="2269088"/>
                <a:ext cx="4292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4312" extrusionOk="0">
                    <a:moveTo>
                      <a:pt x="858" y="1"/>
                    </a:moveTo>
                    <a:cubicBezTo>
                      <a:pt x="398" y="1"/>
                      <a:pt x="0" y="377"/>
                      <a:pt x="0" y="859"/>
                    </a:cubicBezTo>
                    <a:lnTo>
                      <a:pt x="0" y="3474"/>
                    </a:lnTo>
                    <a:cubicBezTo>
                      <a:pt x="0" y="3934"/>
                      <a:pt x="398" y="4311"/>
                      <a:pt x="858" y="4311"/>
                    </a:cubicBezTo>
                    <a:cubicBezTo>
                      <a:pt x="1340" y="4311"/>
                      <a:pt x="1716" y="3934"/>
                      <a:pt x="1716" y="3474"/>
                    </a:cubicBezTo>
                    <a:lnTo>
                      <a:pt x="1716" y="859"/>
                    </a:lnTo>
                    <a:cubicBezTo>
                      <a:pt x="1716" y="377"/>
                      <a:pt x="1340" y="1"/>
                      <a:pt x="858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42"/>
              <p:cNvSpPr/>
              <p:nvPr/>
            </p:nvSpPr>
            <p:spPr>
              <a:xfrm>
                <a:off x="2131675" y="2269088"/>
                <a:ext cx="4292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4312" extrusionOk="0">
                    <a:moveTo>
                      <a:pt x="858" y="1"/>
                    </a:moveTo>
                    <a:cubicBezTo>
                      <a:pt x="377" y="1"/>
                      <a:pt x="1" y="377"/>
                      <a:pt x="1" y="859"/>
                    </a:cubicBezTo>
                    <a:lnTo>
                      <a:pt x="1" y="3474"/>
                    </a:lnTo>
                    <a:cubicBezTo>
                      <a:pt x="1" y="3923"/>
                      <a:pt x="358" y="4312"/>
                      <a:pt x="822" y="4312"/>
                    </a:cubicBezTo>
                    <a:cubicBezTo>
                      <a:pt x="834" y="4312"/>
                      <a:pt x="846" y="4312"/>
                      <a:pt x="858" y="4311"/>
                    </a:cubicBezTo>
                    <a:cubicBezTo>
                      <a:pt x="870" y="4312"/>
                      <a:pt x="882" y="4312"/>
                      <a:pt x="893" y="4312"/>
                    </a:cubicBezTo>
                    <a:cubicBezTo>
                      <a:pt x="1339" y="4312"/>
                      <a:pt x="1716" y="3923"/>
                      <a:pt x="1716" y="3474"/>
                    </a:cubicBezTo>
                    <a:lnTo>
                      <a:pt x="1716" y="859"/>
                    </a:lnTo>
                    <a:cubicBezTo>
                      <a:pt x="1716" y="377"/>
                      <a:pt x="1319" y="1"/>
                      <a:pt x="858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142"/>
              <p:cNvSpPr/>
              <p:nvPr/>
            </p:nvSpPr>
            <p:spPr>
              <a:xfrm>
                <a:off x="1549475" y="2503438"/>
                <a:ext cx="92625" cy="49200"/>
              </a:xfrm>
              <a:custGeom>
                <a:avLst/>
                <a:gdLst/>
                <a:ahLst/>
                <a:cxnLst/>
                <a:rect l="l" t="t" r="r" b="b"/>
                <a:pathLst>
                  <a:path w="3705" h="1968" extrusionOk="0">
                    <a:moveTo>
                      <a:pt x="440" y="1"/>
                    </a:moveTo>
                    <a:cubicBezTo>
                      <a:pt x="210" y="1"/>
                      <a:pt x="1" y="210"/>
                      <a:pt x="1" y="461"/>
                    </a:cubicBezTo>
                    <a:lnTo>
                      <a:pt x="1" y="1528"/>
                    </a:lnTo>
                    <a:cubicBezTo>
                      <a:pt x="1" y="1758"/>
                      <a:pt x="210" y="1967"/>
                      <a:pt x="440" y="1967"/>
                    </a:cubicBezTo>
                    <a:lnTo>
                      <a:pt x="3265" y="1967"/>
                    </a:lnTo>
                    <a:cubicBezTo>
                      <a:pt x="3516" y="1967"/>
                      <a:pt x="3704" y="1758"/>
                      <a:pt x="3704" y="1528"/>
                    </a:cubicBezTo>
                    <a:lnTo>
                      <a:pt x="3704" y="461"/>
                    </a:lnTo>
                    <a:cubicBezTo>
                      <a:pt x="3704" y="210"/>
                      <a:pt x="3516" y="1"/>
                      <a:pt x="3265" y="1"/>
                    </a:cubicBez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142"/>
              <p:cNvSpPr/>
              <p:nvPr/>
            </p:nvSpPr>
            <p:spPr>
              <a:xfrm>
                <a:off x="1962200" y="2503438"/>
                <a:ext cx="93125" cy="49200"/>
              </a:xfrm>
              <a:custGeom>
                <a:avLst/>
                <a:gdLst/>
                <a:ahLst/>
                <a:cxnLst/>
                <a:rect l="l" t="t" r="r" b="b"/>
                <a:pathLst>
                  <a:path w="3725" h="1968" extrusionOk="0">
                    <a:moveTo>
                      <a:pt x="461" y="1"/>
                    </a:moveTo>
                    <a:cubicBezTo>
                      <a:pt x="210" y="1"/>
                      <a:pt x="0" y="210"/>
                      <a:pt x="0" y="461"/>
                    </a:cubicBezTo>
                    <a:lnTo>
                      <a:pt x="0" y="1528"/>
                    </a:lnTo>
                    <a:cubicBezTo>
                      <a:pt x="0" y="1758"/>
                      <a:pt x="210" y="1967"/>
                      <a:pt x="461" y="1967"/>
                    </a:cubicBezTo>
                    <a:lnTo>
                      <a:pt x="3264" y="1967"/>
                    </a:lnTo>
                    <a:cubicBezTo>
                      <a:pt x="3516" y="1967"/>
                      <a:pt x="3725" y="1758"/>
                      <a:pt x="3725" y="1528"/>
                    </a:cubicBezTo>
                    <a:lnTo>
                      <a:pt x="3725" y="461"/>
                    </a:lnTo>
                    <a:cubicBezTo>
                      <a:pt x="3725" y="210"/>
                      <a:pt x="3516" y="1"/>
                      <a:pt x="3264" y="1"/>
                    </a:cubicBezTo>
                    <a:close/>
                  </a:path>
                </a:pathLst>
              </a:custGeom>
              <a:solidFill>
                <a:srgbClr val="E5E5E5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142"/>
              <p:cNvSpPr/>
              <p:nvPr/>
            </p:nvSpPr>
            <p:spPr>
              <a:xfrm>
                <a:off x="1676075" y="2503438"/>
                <a:ext cx="2484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712" extrusionOk="0">
                    <a:moveTo>
                      <a:pt x="0" y="1"/>
                    </a:moveTo>
                    <a:lnTo>
                      <a:pt x="0" y="712"/>
                    </a:lnTo>
                    <a:lnTo>
                      <a:pt x="9939" y="712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142"/>
              <p:cNvSpPr/>
              <p:nvPr/>
            </p:nvSpPr>
            <p:spPr>
              <a:xfrm>
                <a:off x="1676075" y="2537438"/>
                <a:ext cx="248475" cy="17825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713" extrusionOk="0">
                    <a:moveTo>
                      <a:pt x="0" y="1"/>
                    </a:moveTo>
                    <a:lnTo>
                      <a:pt x="0" y="712"/>
                    </a:lnTo>
                    <a:lnTo>
                      <a:pt x="9939" y="712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142"/>
              <p:cNvSpPr/>
              <p:nvPr/>
            </p:nvSpPr>
            <p:spPr>
              <a:xfrm>
                <a:off x="1676075" y="2571963"/>
                <a:ext cx="2484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692" extrusionOk="0">
                    <a:moveTo>
                      <a:pt x="0" y="1"/>
                    </a:moveTo>
                    <a:lnTo>
                      <a:pt x="0" y="691"/>
                    </a:lnTo>
                    <a:lnTo>
                      <a:pt x="9939" y="691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142"/>
              <p:cNvSpPr/>
              <p:nvPr/>
            </p:nvSpPr>
            <p:spPr>
              <a:xfrm>
                <a:off x="1676075" y="2605963"/>
                <a:ext cx="2484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939" h="712" extrusionOk="0">
                    <a:moveTo>
                      <a:pt x="0" y="1"/>
                    </a:moveTo>
                    <a:lnTo>
                      <a:pt x="0" y="712"/>
                    </a:lnTo>
                    <a:lnTo>
                      <a:pt x="9939" y="712"/>
                    </a:lnTo>
                    <a:lnTo>
                      <a:pt x="9939" y="1"/>
                    </a:lnTo>
                    <a:close/>
                  </a:path>
                </a:pathLst>
              </a:custGeom>
              <a:solidFill>
                <a:srgbClr val="F6921E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142"/>
              <p:cNvSpPr/>
              <p:nvPr/>
            </p:nvSpPr>
            <p:spPr>
              <a:xfrm>
                <a:off x="1590275" y="2151388"/>
                <a:ext cx="4216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6866" h="2742" extrusionOk="0">
                    <a:moveTo>
                      <a:pt x="440" y="1"/>
                    </a:moveTo>
                    <a:cubicBezTo>
                      <a:pt x="189" y="1"/>
                      <a:pt x="1" y="210"/>
                      <a:pt x="1" y="461"/>
                    </a:cubicBezTo>
                    <a:lnTo>
                      <a:pt x="1" y="2282"/>
                    </a:lnTo>
                    <a:cubicBezTo>
                      <a:pt x="1" y="2533"/>
                      <a:pt x="189" y="2742"/>
                      <a:pt x="440" y="2742"/>
                    </a:cubicBezTo>
                    <a:lnTo>
                      <a:pt x="16426" y="2742"/>
                    </a:lnTo>
                    <a:cubicBezTo>
                      <a:pt x="16677" y="2742"/>
                      <a:pt x="16865" y="2533"/>
                      <a:pt x="16865" y="2282"/>
                    </a:cubicBezTo>
                    <a:lnTo>
                      <a:pt x="16865" y="461"/>
                    </a:lnTo>
                    <a:cubicBezTo>
                      <a:pt x="16865" y="210"/>
                      <a:pt x="16677" y="1"/>
                      <a:pt x="16426" y="1"/>
                    </a:cubicBezTo>
                    <a:close/>
                  </a:path>
                </a:pathLst>
              </a:custGeom>
              <a:solidFill>
                <a:srgbClr val="BA8783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142"/>
              <p:cNvSpPr/>
              <p:nvPr/>
            </p:nvSpPr>
            <p:spPr>
              <a:xfrm>
                <a:off x="1952775" y="2160813"/>
                <a:ext cx="55475" cy="4712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5" extrusionOk="0">
                    <a:moveTo>
                      <a:pt x="942" y="1"/>
                    </a:moveTo>
                    <a:cubicBezTo>
                      <a:pt x="419" y="1"/>
                      <a:pt x="1" y="419"/>
                      <a:pt x="1" y="942"/>
                    </a:cubicBezTo>
                    <a:cubicBezTo>
                      <a:pt x="1" y="1510"/>
                      <a:pt x="472" y="1885"/>
                      <a:pt x="958" y="1885"/>
                    </a:cubicBezTo>
                    <a:cubicBezTo>
                      <a:pt x="1189" y="1885"/>
                      <a:pt x="1423" y="1800"/>
                      <a:pt x="1612" y="1612"/>
                    </a:cubicBezTo>
                    <a:cubicBezTo>
                      <a:pt x="2219" y="1005"/>
                      <a:pt x="1800" y="1"/>
                      <a:pt x="942" y="1"/>
                    </a:cubicBezTo>
                    <a:close/>
                  </a:path>
                </a:pathLst>
              </a:custGeom>
              <a:solidFill>
                <a:srgbClr val="FADB3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142"/>
              <p:cNvSpPr/>
              <p:nvPr/>
            </p:nvSpPr>
            <p:spPr>
              <a:xfrm>
                <a:off x="1899425" y="2160813"/>
                <a:ext cx="54950" cy="4712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1885" extrusionOk="0">
                    <a:moveTo>
                      <a:pt x="942" y="1"/>
                    </a:moveTo>
                    <a:cubicBezTo>
                      <a:pt x="419" y="1"/>
                      <a:pt x="1" y="419"/>
                      <a:pt x="1" y="942"/>
                    </a:cubicBezTo>
                    <a:cubicBezTo>
                      <a:pt x="1" y="1510"/>
                      <a:pt x="462" y="1885"/>
                      <a:pt x="949" y="1885"/>
                    </a:cubicBezTo>
                    <a:cubicBezTo>
                      <a:pt x="1180" y="1885"/>
                      <a:pt x="1416" y="1800"/>
                      <a:pt x="1612" y="1612"/>
                    </a:cubicBezTo>
                    <a:cubicBezTo>
                      <a:pt x="2198" y="1005"/>
                      <a:pt x="1779" y="1"/>
                      <a:pt x="942" y="1"/>
                    </a:cubicBezTo>
                    <a:close/>
                  </a:path>
                </a:pathLst>
              </a:custGeom>
              <a:solidFill>
                <a:srgbClr val="C0272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142"/>
              <p:cNvSpPr/>
              <p:nvPr/>
            </p:nvSpPr>
            <p:spPr>
              <a:xfrm>
                <a:off x="1593950" y="2160813"/>
                <a:ext cx="55475" cy="47125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5" extrusionOk="0">
                    <a:moveTo>
                      <a:pt x="1276" y="1"/>
                    </a:moveTo>
                    <a:cubicBezTo>
                      <a:pt x="419" y="1"/>
                      <a:pt x="0" y="1005"/>
                      <a:pt x="607" y="1612"/>
                    </a:cubicBezTo>
                    <a:cubicBezTo>
                      <a:pt x="796" y="1800"/>
                      <a:pt x="1030" y="1885"/>
                      <a:pt x="1260" y="1885"/>
                    </a:cubicBezTo>
                    <a:cubicBezTo>
                      <a:pt x="1747" y="1885"/>
                      <a:pt x="2218" y="1510"/>
                      <a:pt x="2218" y="942"/>
                    </a:cubicBezTo>
                    <a:cubicBezTo>
                      <a:pt x="2218" y="419"/>
                      <a:pt x="1800" y="1"/>
                      <a:pt x="1276" y="1"/>
                    </a:cubicBezTo>
                    <a:close/>
                  </a:path>
                </a:pathLst>
              </a:custGeom>
              <a:solidFill>
                <a:srgbClr val="FADB3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142"/>
              <p:cNvSpPr/>
              <p:nvPr/>
            </p:nvSpPr>
            <p:spPr>
              <a:xfrm>
                <a:off x="1647300" y="2160788"/>
                <a:ext cx="55475" cy="47400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96" extrusionOk="0">
                    <a:moveTo>
                      <a:pt x="1313" y="1"/>
                    </a:moveTo>
                    <a:cubicBezTo>
                      <a:pt x="1301" y="1"/>
                      <a:pt x="1289" y="1"/>
                      <a:pt x="1277" y="2"/>
                    </a:cubicBezTo>
                    <a:cubicBezTo>
                      <a:pt x="440" y="2"/>
                      <a:pt x="0" y="1006"/>
                      <a:pt x="607" y="1613"/>
                    </a:cubicBezTo>
                    <a:cubicBezTo>
                      <a:pt x="803" y="1808"/>
                      <a:pt x="1039" y="1895"/>
                      <a:pt x="1271" y="1895"/>
                    </a:cubicBezTo>
                    <a:cubicBezTo>
                      <a:pt x="1757" y="1895"/>
                      <a:pt x="2218" y="1510"/>
                      <a:pt x="2218" y="943"/>
                    </a:cubicBezTo>
                    <a:cubicBezTo>
                      <a:pt x="2218" y="432"/>
                      <a:pt x="1819" y="1"/>
                      <a:pt x="1313" y="1"/>
                    </a:cubicBezTo>
                    <a:close/>
                  </a:path>
                </a:pathLst>
              </a:custGeom>
              <a:solidFill>
                <a:srgbClr val="C0272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142"/>
              <p:cNvSpPr/>
              <p:nvPr/>
            </p:nvSpPr>
            <p:spPr>
              <a:xfrm>
                <a:off x="1718425" y="2160813"/>
                <a:ext cx="165325" cy="47100"/>
              </a:xfrm>
              <a:custGeom>
                <a:avLst/>
                <a:gdLst/>
                <a:ahLst/>
                <a:cxnLst/>
                <a:rect l="l" t="t" r="r" b="b"/>
                <a:pathLst>
                  <a:path w="6613" h="1884" extrusionOk="0">
                    <a:moveTo>
                      <a:pt x="1" y="1"/>
                    </a:moveTo>
                    <a:lnTo>
                      <a:pt x="1" y="1884"/>
                    </a:lnTo>
                    <a:lnTo>
                      <a:pt x="6613" y="1884"/>
                    </a:lnTo>
                    <a:lnTo>
                      <a:pt x="6613" y="1"/>
                    </a:lnTo>
                    <a:close/>
                  </a:path>
                </a:pathLst>
              </a:custGeom>
              <a:solidFill>
                <a:srgbClr val="7A4128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2" name="Google Shape;1062;p142"/>
            <p:cNvSpPr/>
            <p:nvPr/>
          </p:nvSpPr>
          <p:spPr>
            <a:xfrm>
              <a:off x="1531163" y="2688613"/>
              <a:ext cx="92600" cy="97325"/>
            </a:xfrm>
            <a:custGeom>
              <a:avLst/>
              <a:gdLst/>
              <a:ahLst/>
              <a:cxnLst/>
              <a:rect l="l" t="t" r="r" b="b"/>
              <a:pathLst>
                <a:path w="3704" h="3893" extrusionOk="0">
                  <a:moveTo>
                    <a:pt x="440" y="1"/>
                  </a:moveTo>
                  <a:cubicBezTo>
                    <a:pt x="189" y="1"/>
                    <a:pt x="0" y="210"/>
                    <a:pt x="0" y="440"/>
                  </a:cubicBezTo>
                  <a:lnTo>
                    <a:pt x="0" y="3432"/>
                  </a:lnTo>
                  <a:cubicBezTo>
                    <a:pt x="0" y="3683"/>
                    <a:pt x="189" y="3892"/>
                    <a:pt x="440" y="3892"/>
                  </a:cubicBezTo>
                  <a:lnTo>
                    <a:pt x="3243" y="3892"/>
                  </a:lnTo>
                  <a:cubicBezTo>
                    <a:pt x="3495" y="3892"/>
                    <a:pt x="3704" y="3683"/>
                    <a:pt x="3704" y="3432"/>
                  </a:cubicBezTo>
                  <a:lnTo>
                    <a:pt x="3704" y="440"/>
                  </a:lnTo>
                  <a:cubicBezTo>
                    <a:pt x="3704" y="210"/>
                    <a:pt x="3495" y="1"/>
                    <a:pt x="3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42"/>
            <p:cNvSpPr/>
            <p:nvPr/>
          </p:nvSpPr>
          <p:spPr>
            <a:xfrm>
              <a:off x="1973163" y="2688613"/>
              <a:ext cx="93150" cy="97325"/>
            </a:xfrm>
            <a:custGeom>
              <a:avLst/>
              <a:gdLst/>
              <a:ahLst/>
              <a:cxnLst/>
              <a:rect l="l" t="t" r="r" b="b"/>
              <a:pathLst>
                <a:path w="3726" h="3893" extrusionOk="0">
                  <a:moveTo>
                    <a:pt x="461" y="1"/>
                  </a:moveTo>
                  <a:cubicBezTo>
                    <a:pt x="210" y="1"/>
                    <a:pt x="1" y="210"/>
                    <a:pt x="1" y="440"/>
                  </a:cubicBezTo>
                  <a:lnTo>
                    <a:pt x="1" y="3432"/>
                  </a:lnTo>
                  <a:cubicBezTo>
                    <a:pt x="1" y="3683"/>
                    <a:pt x="210" y="3892"/>
                    <a:pt x="461" y="3892"/>
                  </a:cubicBezTo>
                  <a:lnTo>
                    <a:pt x="3265" y="3892"/>
                  </a:lnTo>
                  <a:cubicBezTo>
                    <a:pt x="3516" y="3892"/>
                    <a:pt x="3725" y="3683"/>
                    <a:pt x="3725" y="3432"/>
                  </a:cubicBezTo>
                  <a:lnTo>
                    <a:pt x="3725" y="440"/>
                  </a:lnTo>
                  <a:cubicBezTo>
                    <a:pt x="3725" y="210"/>
                    <a:pt x="3516" y="1"/>
                    <a:pt x="3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42"/>
            <p:cNvSpPr/>
            <p:nvPr/>
          </p:nvSpPr>
          <p:spPr>
            <a:xfrm>
              <a:off x="1446938" y="2281138"/>
              <a:ext cx="708300" cy="16750"/>
            </a:xfrm>
            <a:custGeom>
              <a:avLst/>
              <a:gdLst/>
              <a:ahLst/>
              <a:cxnLst/>
              <a:rect l="l" t="t" r="r" b="b"/>
              <a:pathLst>
                <a:path w="28332" h="670" extrusionOk="0">
                  <a:moveTo>
                    <a:pt x="1" y="0"/>
                  </a:moveTo>
                  <a:lnTo>
                    <a:pt x="1" y="670"/>
                  </a:lnTo>
                  <a:lnTo>
                    <a:pt x="28331" y="670"/>
                  </a:lnTo>
                  <a:lnTo>
                    <a:pt x="28331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42"/>
            <p:cNvSpPr/>
            <p:nvPr/>
          </p:nvSpPr>
          <p:spPr>
            <a:xfrm>
              <a:off x="1481997" y="2103290"/>
              <a:ext cx="638725" cy="618600"/>
            </a:xfrm>
            <a:custGeom>
              <a:avLst/>
              <a:gdLst/>
              <a:ahLst/>
              <a:cxnLst/>
              <a:rect l="l" t="t" r="r" b="b"/>
              <a:pathLst>
                <a:path w="25549" h="24744" extrusionOk="0">
                  <a:moveTo>
                    <a:pt x="8119" y="0"/>
                  </a:moveTo>
                  <a:cubicBezTo>
                    <a:pt x="3641" y="0"/>
                    <a:pt x="0" y="1339"/>
                    <a:pt x="0" y="5838"/>
                  </a:cubicBezTo>
                  <a:lnTo>
                    <a:pt x="0" y="22095"/>
                  </a:lnTo>
                  <a:cubicBezTo>
                    <a:pt x="0" y="24178"/>
                    <a:pt x="788" y="24735"/>
                    <a:pt x="2082" y="24735"/>
                  </a:cubicBezTo>
                  <a:cubicBezTo>
                    <a:pt x="3569" y="24735"/>
                    <a:pt x="5724" y="23999"/>
                    <a:pt x="8119" y="23999"/>
                  </a:cubicBezTo>
                  <a:lnTo>
                    <a:pt x="17409" y="23999"/>
                  </a:lnTo>
                  <a:cubicBezTo>
                    <a:pt x="19807" y="23999"/>
                    <a:pt x="21972" y="24744"/>
                    <a:pt x="23464" y="24744"/>
                  </a:cubicBezTo>
                  <a:cubicBezTo>
                    <a:pt x="24759" y="24744"/>
                    <a:pt x="25548" y="24184"/>
                    <a:pt x="25548" y="22095"/>
                  </a:cubicBezTo>
                  <a:lnTo>
                    <a:pt x="25548" y="5838"/>
                  </a:lnTo>
                  <a:cubicBezTo>
                    <a:pt x="25548" y="1339"/>
                    <a:pt x="21887" y="0"/>
                    <a:pt x="17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2"/>
            <p:cNvSpPr/>
            <p:nvPr/>
          </p:nvSpPr>
          <p:spPr>
            <a:xfrm>
              <a:off x="1529063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1" y="1"/>
                  </a:moveTo>
                  <a:lnTo>
                    <a:pt x="1" y="6843"/>
                  </a:lnTo>
                  <a:lnTo>
                    <a:pt x="10651" y="6843"/>
                  </a:lnTo>
                  <a:lnTo>
                    <a:pt x="10651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2"/>
            <p:cNvSpPr/>
            <p:nvPr/>
          </p:nvSpPr>
          <p:spPr>
            <a:xfrm>
              <a:off x="1523313" y="2229863"/>
              <a:ext cx="277775" cy="182575"/>
            </a:xfrm>
            <a:custGeom>
              <a:avLst/>
              <a:gdLst/>
              <a:ahLst/>
              <a:cxnLst/>
              <a:rect l="l" t="t" r="r" b="b"/>
              <a:pathLst>
                <a:path w="11111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0" y="1"/>
                  </a:moveTo>
                  <a:lnTo>
                    <a:pt x="0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2"/>
            <p:cNvSpPr/>
            <p:nvPr/>
          </p:nvSpPr>
          <p:spPr>
            <a:xfrm>
              <a:off x="1806838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0" y="1"/>
                  </a:moveTo>
                  <a:lnTo>
                    <a:pt x="0" y="6843"/>
                  </a:lnTo>
                  <a:lnTo>
                    <a:pt x="10650" y="6843"/>
                  </a:lnTo>
                  <a:lnTo>
                    <a:pt x="10650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2"/>
            <p:cNvSpPr/>
            <p:nvPr/>
          </p:nvSpPr>
          <p:spPr>
            <a:xfrm>
              <a:off x="1801063" y="2229863"/>
              <a:ext cx="277800" cy="182575"/>
            </a:xfrm>
            <a:custGeom>
              <a:avLst/>
              <a:gdLst/>
              <a:ahLst/>
              <a:cxnLst/>
              <a:rect l="l" t="t" r="r" b="b"/>
              <a:pathLst>
                <a:path w="11112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1" y="1"/>
                  </a:moveTo>
                  <a:lnTo>
                    <a:pt x="1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2"/>
            <p:cNvSpPr/>
            <p:nvPr/>
          </p:nvSpPr>
          <p:spPr>
            <a:xfrm>
              <a:off x="1529063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1" y="1"/>
                  </a:moveTo>
                  <a:lnTo>
                    <a:pt x="1" y="6843"/>
                  </a:lnTo>
                  <a:lnTo>
                    <a:pt x="10651" y="6843"/>
                  </a:lnTo>
                  <a:lnTo>
                    <a:pt x="10651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2"/>
            <p:cNvSpPr/>
            <p:nvPr/>
          </p:nvSpPr>
          <p:spPr>
            <a:xfrm>
              <a:off x="1523313" y="2229863"/>
              <a:ext cx="277775" cy="182575"/>
            </a:xfrm>
            <a:custGeom>
              <a:avLst/>
              <a:gdLst/>
              <a:ahLst/>
              <a:cxnLst/>
              <a:rect l="l" t="t" r="r" b="b"/>
              <a:pathLst>
                <a:path w="11111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0" y="1"/>
                  </a:moveTo>
                  <a:lnTo>
                    <a:pt x="0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2"/>
            <p:cNvSpPr/>
            <p:nvPr/>
          </p:nvSpPr>
          <p:spPr>
            <a:xfrm>
              <a:off x="1806838" y="2235613"/>
              <a:ext cx="266275" cy="171075"/>
            </a:xfrm>
            <a:custGeom>
              <a:avLst/>
              <a:gdLst/>
              <a:ahLst/>
              <a:cxnLst/>
              <a:rect l="l" t="t" r="r" b="b"/>
              <a:pathLst>
                <a:path w="10651" h="6843" extrusionOk="0">
                  <a:moveTo>
                    <a:pt x="0" y="1"/>
                  </a:moveTo>
                  <a:lnTo>
                    <a:pt x="0" y="6843"/>
                  </a:lnTo>
                  <a:lnTo>
                    <a:pt x="10650" y="6843"/>
                  </a:lnTo>
                  <a:lnTo>
                    <a:pt x="10650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2"/>
            <p:cNvSpPr/>
            <p:nvPr/>
          </p:nvSpPr>
          <p:spPr>
            <a:xfrm>
              <a:off x="1801063" y="2229863"/>
              <a:ext cx="277800" cy="182575"/>
            </a:xfrm>
            <a:custGeom>
              <a:avLst/>
              <a:gdLst/>
              <a:ahLst/>
              <a:cxnLst/>
              <a:rect l="l" t="t" r="r" b="b"/>
              <a:pathLst>
                <a:path w="11112" h="7303" extrusionOk="0">
                  <a:moveTo>
                    <a:pt x="10651" y="461"/>
                  </a:moveTo>
                  <a:lnTo>
                    <a:pt x="10651" y="6843"/>
                  </a:lnTo>
                  <a:lnTo>
                    <a:pt x="461" y="6843"/>
                  </a:lnTo>
                  <a:lnTo>
                    <a:pt x="461" y="461"/>
                  </a:lnTo>
                  <a:close/>
                  <a:moveTo>
                    <a:pt x="1" y="1"/>
                  </a:moveTo>
                  <a:lnTo>
                    <a:pt x="1" y="7303"/>
                  </a:lnTo>
                  <a:lnTo>
                    <a:pt x="11111" y="7303"/>
                  </a:lnTo>
                  <a:lnTo>
                    <a:pt x="11111" y="1"/>
                  </a:lnTo>
                  <a:close/>
                </a:path>
              </a:pathLst>
            </a:custGeom>
            <a:solidFill>
              <a:srgbClr val="085C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2"/>
            <p:cNvSpPr/>
            <p:nvPr/>
          </p:nvSpPr>
          <p:spPr>
            <a:xfrm>
              <a:off x="1531688" y="2435438"/>
              <a:ext cx="538800" cy="256350"/>
            </a:xfrm>
            <a:custGeom>
              <a:avLst/>
              <a:gdLst/>
              <a:ahLst/>
              <a:cxnLst/>
              <a:rect l="l" t="t" r="r" b="b"/>
              <a:pathLst>
                <a:path w="21552" h="10254" extrusionOk="0">
                  <a:moveTo>
                    <a:pt x="230" y="1"/>
                  </a:moveTo>
                  <a:cubicBezTo>
                    <a:pt x="105" y="1"/>
                    <a:pt x="0" y="105"/>
                    <a:pt x="0" y="231"/>
                  </a:cubicBezTo>
                  <a:lnTo>
                    <a:pt x="0" y="10023"/>
                  </a:lnTo>
                  <a:cubicBezTo>
                    <a:pt x="0" y="10148"/>
                    <a:pt x="105" y="10253"/>
                    <a:pt x="230" y="10253"/>
                  </a:cubicBezTo>
                  <a:lnTo>
                    <a:pt x="21321" y="10253"/>
                  </a:lnTo>
                  <a:cubicBezTo>
                    <a:pt x="21447" y="10253"/>
                    <a:pt x="21552" y="10148"/>
                    <a:pt x="21552" y="10023"/>
                  </a:cubicBezTo>
                  <a:lnTo>
                    <a:pt x="21552" y="231"/>
                  </a:lnTo>
                  <a:cubicBezTo>
                    <a:pt x="21552" y="105"/>
                    <a:pt x="21447" y="1"/>
                    <a:pt x="21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2"/>
            <p:cNvSpPr/>
            <p:nvPr/>
          </p:nvSpPr>
          <p:spPr>
            <a:xfrm>
              <a:off x="1525938" y="2429688"/>
              <a:ext cx="550300" cy="267850"/>
            </a:xfrm>
            <a:custGeom>
              <a:avLst/>
              <a:gdLst/>
              <a:ahLst/>
              <a:cxnLst/>
              <a:rect l="l" t="t" r="r" b="b"/>
              <a:pathLst>
                <a:path w="22012" h="10714" extrusionOk="0">
                  <a:moveTo>
                    <a:pt x="21572" y="461"/>
                  </a:moveTo>
                  <a:lnTo>
                    <a:pt x="21572" y="10253"/>
                  </a:lnTo>
                  <a:lnTo>
                    <a:pt x="460" y="10253"/>
                  </a:lnTo>
                  <a:lnTo>
                    <a:pt x="460" y="461"/>
                  </a:lnTo>
                  <a:close/>
                  <a:moveTo>
                    <a:pt x="460" y="0"/>
                  </a:moveTo>
                  <a:cubicBezTo>
                    <a:pt x="209" y="0"/>
                    <a:pt x="0" y="210"/>
                    <a:pt x="0" y="461"/>
                  </a:cubicBezTo>
                  <a:lnTo>
                    <a:pt x="0" y="10253"/>
                  </a:lnTo>
                  <a:cubicBezTo>
                    <a:pt x="0" y="10504"/>
                    <a:pt x="209" y="10713"/>
                    <a:pt x="460" y="10713"/>
                  </a:cubicBezTo>
                  <a:lnTo>
                    <a:pt x="21572" y="10713"/>
                  </a:lnTo>
                  <a:cubicBezTo>
                    <a:pt x="21802" y="10713"/>
                    <a:pt x="22012" y="10504"/>
                    <a:pt x="22012" y="10253"/>
                  </a:cubicBezTo>
                  <a:lnTo>
                    <a:pt x="22012" y="461"/>
                  </a:lnTo>
                  <a:cubicBezTo>
                    <a:pt x="22012" y="210"/>
                    <a:pt x="21802" y="0"/>
                    <a:pt x="21572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2"/>
            <p:cNvSpPr/>
            <p:nvPr/>
          </p:nvSpPr>
          <p:spPr>
            <a:xfrm>
              <a:off x="1461063" y="2650438"/>
              <a:ext cx="680575" cy="76375"/>
            </a:xfrm>
            <a:custGeom>
              <a:avLst/>
              <a:gdLst/>
              <a:ahLst/>
              <a:cxnLst/>
              <a:rect l="l" t="t" r="r" b="b"/>
              <a:pathLst>
                <a:path w="27223" h="3055" extrusionOk="0">
                  <a:moveTo>
                    <a:pt x="440" y="0"/>
                  </a:moveTo>
                  <a:cubicBezTo>
                    <a:pt x="189" y="0"/>
                    <a:pt x="1" y="209"/>
                    <a:pt x="1" y="460"/>
                  </a:cubicBezTo>
                  <a:lnTo>
                    <a:pt x="1" y="2595"/>
                  </a:lnTo>
                  <a:cubicBezTo>
                    <a:pt x="1" y="2846"/>
                    <a:pt x="189" y="3055"/>
                    <a:pt x="440" y="3055"/>
                  </a:cubicBezTo>
                  <a:lnTo>
                    <a:pt x="26762" y="3055"/>
                  </a:lnTo>
                  <a:cubicBezTo>
                    <a:pt x="27013" y="3055"/>
                    <a:pt x="27222" y="2846"/>
                    <a:pt x="27222" y="2595"/>
                  </a:cubicBezTo>
                  <a:lnTo>
                    <a:pt x="27222" y="460"/>
                  </a:lnTo>
                  <a:cubicBezTo>
                    <a:pt x="27222" y="209"/>
                    <a:pt x="27013" y="0"/>
                    <a:pt x="26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2"/>
            <p:cNvSpPr/>
            <p:nvPr/>
          </p:nvSpPr>
          <p:spPr>
            <a:xfrm>
              <a:off x="1427588" y="2269088"/>
              <a:ext cx="42925" cy="107800"/>
            </a:xfrm>
            <a:custGeom>
              <a:avLst/>
              <a:gdLst/>
              <a:ahLst/>
              <a:cxnLst/>
              <a:rect l="l" t="t" r="r" b="b"/>
              <a:pathLst>
                <a:path w="1717" h="4312" extrusionOk="0">
                  <a:moveTo>
                    <a:pt x="858" y="1"/>
                  </a:moveTo>
                  <a:cubicBezTo>
                    <a:pt x="398" y="1"/>
                    <a:pt x="0" y="377"/>
                    <a:pt x="0" y="859"/>
                  </a:cubicBezTo>
                  <a:lnTo>
                    <a:pt x="0" y="3474"/>
                  </a:lnTo>
                  <a:cubicBezTo>
                    <a:pt x="0" y="3934"/>
                    <a:pt x="398" y="4311"/>
                    <a:pt x="858" y="4311"/>
                  </a:cubicBezTo>
                  <a:cubicBezTo>
                    <a:pt x="1340" y="4311"/>
                    <a:pt x="1716" y="3934"/>
                    <a:pt x="1716" y="3474"/>
                  </a:cubicBezTo>
                  <a:lnTo>
                    <a:pt x="1716" y="859"/>
                  </a:lnTo>
                  <a:cubicBezTo>
                    <a:pt x="1716" y="377"/>
                    <a:pt x="1340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2"/>
            <p:cNvSpPr/>
            <p:nvPr/>
          </p:nvSpPr>
          <p:spPr>
            <a:xfrm>
              <a:off x="2131663" y="2269088"/>
              <a:ext cx="42925" cy="107800"/>
            </a:xfrm>
            <a:custGeom>
              <a:avLst/>
              <a:gdLst/>
              <a:ahLst/>
              <a:cxnLst/>
              <a:rect l="l" t="t" r="r" b="b"/>
              <a:pathLst>
                <a:path w="1717" h="4312" extrusionOk="0">
                  <a:moveTo>
                    <a:pt x="858" y="1"/>
                  </a:moveTo>
                  <a:cubicBezTo>
                    <a:pt x="377" y="1"/>
                    <a:pt x="1" y="377"/>
                    <a:pt x="1" y="859"/>
                  </a:cubicBezTo>
                  <a:lnTo>
                    <a:pt x="1" y="3474"/>
                  </a:lnTo>
                  <a:cubicBezTo>
                    <a:pt x="1" y="3923"/>
                    <a:pt x="358" y="4312"/>
                    <a:pt x="822" y="4312"/>
                  </a:cubicBezTo>
                  <a:cubicBezTo>
                    <a:pt x="834" y="4312"/>
                    <a:pt x="846" y="4312"/>
                    <a:pt x="858" y="4311"/>
                  </a:cubicBezTo>
                  <a:cubicBezTo>
                    <a:pt x="870" y="4312"/>
                    <a:pt x="882" y="4312"/>
                    <a:pt x="893" y="4312"/>
                  </a:cubicBezTo>
                  <a:cubicBezTo>
                    <a:pt x="1339" y="4312"/>
                    <a:pt x="1716" y="3923"/>
                    <a:pt x="1716" y="3474"/>
                  </a:cubicBezTo>
                  <a:lnTo>
                    <a:pt x="1716" y="859"/>
                  </a:lnTo>
                  <a:cubicBezTo>
                    <a:pt x="1716" y="377"/>
                    <a:pt x="1319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2"/>
            <p:cNvSpPr/>
            <p:nvPr/>
          </p:nvSpPr>
          <p:spPr>
            <a:xfrm>
              <a:off x="1549463" y="2503438"/>
              <a:ext cx="92625" cy="49200"/>
            </a:xfrm>
            <a:custGeom>
              <a:avLst/>
              <a:gdLst/>
              <a:ahLst/>
              <a:cxnLst/>
              <a:rect l="l" t="t" r="r" b="b"/>
              <a:pathLst>
                <a:path w="3705" h="1968" extrusionOk="0">
                  <a:moveTo>
                    <a:pt x="440" y="1"/>
                  </a:moveTo>
                  <a:cubicBezTo>
                    <a:pt x="210" y="1"/>
                    <a:pt x="1" y="210"/>
                    <a:pt x="1" y="461"/>
                  </a:cubicBezTo>
                  <a:lnTo>
                    <a:pt x="1" y="1528"/>
                  </a:lnTo>
                  <a:cubicBezTo>
                    <a:pt x="1" y="1758"/>
                    <a:pt x="210" y="1967"/>
                    <a:pt x="440" y="1967"/>
                  </a:cubicBezTo>
                  <a:lnTo>
                    <a:pt x="3265" y="1967"/>
                  </a:lnTo>
                  <a:cubicBezTo>
                    <a:pt x="3516" y="1967"/>
                    <a:pt x="3704" y="1758"/>
                    <a:pt x="3704" y="1528"/>
                  </a:cubicBezTo>
                  <a:lnTo>
                    <a:pt x="3704" y="461"/>
                  </a:lnTo>
                  <a:cubicBezTo>
                    <a:pt x="3704" y="210"/>
                    <a:pt x="3516" y="1"/>
                    <a:pt x="32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2"/>
            <p:cNvSpPr/>
            <p:nvPr/>
          </p:nvSpPr>
          <p:spPr>
            <a:xfrm>
              <a:off x="1962188" y="2503438"/>
              <a:ext cx="93125" cy="49200"/>
            </a:xfrm>
            <a:custGeom>
              <a:avLst/>
              <a:gdLst/>
              <a:ahLst/>
              <a:cxnLst/>
              <a:rect l="l" t="t" r="r" b="b"/>
              <a:pathLst>
                <a:path w="3725" h="1968" extrusionOk="0">
                  <a:moveTo>
                    <a:pt x="461" y="1"/>
                  </a:moveTo>
                  <a:cubicBezTo>
                    <a:pt x="210" y="1"/>
                    <a:pt x="0" y="210"/>
                    <a:pt x="0" y="461"/>
                  </a:cubicBezTo>
                  <a:lnTo>
                    <a:pt x="0" y="1528"/>
                  </a:lnTo>
                  <a:cubicBezTo>
                    <a:pt x="0" y="1758"/>
                    <a:pt x="210" y="1967"/>
                    <a:pt x="461" y="1967"/>
                  </a:cubicBezTo>
                  <a:lnTo>
                    <a:pt x="3264" y="1967"/>
                  </a:lnTo>
                  <a:cubicBezTo>
                    <a:pt x="3516" y="1967"/>
                    <a:pt x="3725" y="1758"/>
                    <a:pt x="3725" y="1528"/>
                  </a:cubicBezTo>
                  <a:lnTo>
                    <a:pt x="3725" y="461"/>
                  </a:lnTo>
                  <a:cubicBezTo>
                    <a:pt x="3725" y="210"/>
                    <a:pt x="3516" y="1"/>
                    <a:pt x="32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2"/>
            <p:cNvSpPr/>
            <p:nvPr/>
          </p:nvSpPr>
          <p:spPr>
            <a:xfrm>
              <a:off x="1676063" y="2503438"/>
              <a:ext cx="248475" cy="17800"/>
            </a:xfrm>
            <a:custGeom>
              <a:avLst/>
              <a:gdLst/>
              <a:ahLst/>
              <a:cxnLst/>
              <a:rect l="l" t="t" r="r" b="b"/>
              <a:pathLst>
                <a:path w="9939" h="712" extrusionOk="0">
                  <a:moveTo>
                    <a:pt x="0" y="1"/>
                  </a:moveTo>
                  <a:lnTo>
                    <a:pt x="0" y="712"/>
                  </a:lnTo>
                  <a:lnTo>
                    <a:pt x="9939" y="712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2"/>
            <p:cNvSpPr/>
            <p:nvPr/>
          </p:nvSpPr>
          <p:spPr>
            <a:xfrm>
              <a:off x="1676063" y="2537438"/>
              <a:ext cx="248475" cy="17825"/>
            </a:xfrm>
            <a:custGeom>
              <a:avLst/>
              <a:gdLst/>
              <a:ahLst/>
              <a:cxnLst/>
              <a:rect l="l" t="t" r="r" b="b"/>
              <a:pathLst>
                <a:path w="9939" h="713" extrusionOk="0">
                  <a:moveTo>
                    <a:pt x="0" y="1"/>
                  </a:moveTo>
                  <a:lnTo>
                    <a:pt x="0" y="712"/>
                  </a:lnTo>
                  <a:lnTo>
                    <a:pt x="9939" y="712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2"/>
            <p:cNvSpPr/>
            <p:nvPr/>
          </p:nvSpPr>
          <p:spPr>
            <a:xfrm>
              <a:off x="1676063" y="2571963"/>
              <a:ext cx="248475" cy="17300"/>
            </a:xfrm>
            <a:custGeom>
              <a:avLst/>
              <a:gdLst/>
              <a:ahLst/>
              <a:cxnLst/>
              <a:rect l="l" t="t" r="r" b="b"/>
              <a:pathLst>
                <a:path w="9939" h="692" extrusionOk="0">
                  <a:moveTo>
                    <a:pt x="0" y="1"/>
                  </a:moveTo>
                  <a:lnTo>
                    <a:pt x="0" y="691"/>
                  </a:lnTo>
                  <a:lnTo>
                    <a:pt x="9939" y="691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2"/>
            <p:cNvSpPr/>
            <p:nvPr/>
          </p:nvSpPr>
          <p:spPr>
            <a:xfrm>
              <a:off x="1676063" y="2605963"/>
              <a:ext cx="248475" cy="17800"/>
            </a:xfrm>
            <a:custGeom>
              <a:avLst/>
              <a:gdLst/>
              <a:ahLst/>
              <a:cxnLst/>
              <a:rect l="l" t="t" r="r" b="b"/>
              <a:pathLst>
                <a:path w="9939" h="712" extrusionOk="0">
                  <a:moveTo>
                    <a:pt x="0" y="1"/>
                  </a:moveTo>
                  <a:lnTo>
                    <a:pt x="0" y="712"/>
                  </a:lnTo>
                  <a:lnTo>
                    <a:pt x="9939" y="712"/>
                  </a:lnTo>
                  <a:lnTo>
                    <a:pt x="9939" y="1"/>
                  </a:lnTo>
                  <a:close/>
                </a:path>
              </a:pathLst>
            </a:custGeom>
            <a:solidFill>
              <a:srgbClr val="F692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2"/>
            <p:cNvSpPr/>
            <p:nvPr/>
          </p:nvSpPr>
          <p:spPr>
            <a:xfrm>
              <a:off x="1590263" y="2151388"/>
              <a:ext cx="421650" cy="68550"/>
            </a:xfrm>
            <a:custGeom>
              <a:avLst/>
              <a:gdLst/>
              <a:ahLst/>
              <a:cxnLst/>
              <a:rect l="l" t="t" r="r" b="b"/>
              <a:pathLst>
                <a:path w="16866" h="2742" extrusionOk="0">
                  <a:moveTo>
                    <a:pt x="440" y="1"/>
                  </a:moveTo>
                  <a:cubicBezTo>
                    <a:pt x="189" y="1"/>
                    <a:pt x="1" y="210"/>
                    <a:pt x="1" y="461"/>
                  </a:cubicBezTo>
                  <a:lnTo>
                    <a:pt x="1" y="2282"/>
                  </a:lnTo>
                  <a:cubicBezTo>
                    <a:pt x="1" y="2533"/>
                    <a:pt x="189" y="2742"/>
                    <a:pt x="440" y="2742"/>
                  </a:cubicBezTo>
                  <a:lnTo>
                    <a:pt x="16426" y="2742"/>
                  </a:lnTo>
                  <a:cubicBezTo>
                    <a:pt x="16677" y="2742"/>
                    <a:pt x="16865" y="2533"/>
                    <a:pt x="16865" y="2282"/>
                  </a:cubicBezTo>
                  <a:lnTo>
                    <a:pt x="16865" y="461"/>
                  </a:lnTo>
                  <a:cubicBezTo>
                    <a:pt x="16865" y="210"/>
                    <a:pt x="16677" y="1"/>
                    <a:pt x="16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2"/>
            <p:cNvSpPr/>
            <p:nvPr/>
          </p:nvSpPr>
          <p:spPr>
            <a:xfrm>
              <a:off x="1952763" y="2160813"/>
              <a:ext cx="55475" cy="47125"/>
            </a:xfrm>
            <a:custGeom>
              <a:avLst/>
              <a:gdLst/>
              <a:ahLst/>
              <a:cxnLst/>
              <a:rect l="l" t="t" r="r" b="b"/>
              <a:pathLst>
                <a:path w="2219" h="1885" extrusionOk="0">
                  <a:moveTo>
                    <a:pt x="942" y="1"/>
                  </a:moveTo>
                  <a:cubicBezTo>
                    <a:pt x="419" y="1"/>
                    <a:pt x="1" y="419"/>
                    <a:pt x="1" y="942"/>
                  </a:cubicBezTo>
                  <a:cubicBezTo>
                    <a:pt x="1" y="1510"/>
                    <a:pt x="472" y="1885"/>
                    <a:pt x="958" y="1885"/>
                  </a:cubicBezTo>
                  <a:cubicBezTo>
                    <a:pt x="1189" y="1885"/>
                    <a:pt x="1423" y="1800"/>
                    <a:pt x="1612" y="1612"/>
                  </a:cubicBezTo>
                  <a:cubicBezTo>
                    <a:pt x="2219" y="1005"/>
                    <a:pt x="1800" y="1"/>
                    <a:pt x="9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2"/>
            <p:cNvSpPr/>
            <p:nvPr/>
          </p:nvSpPr>
          <p:spPr>
            <a:xfrm>
              <a:off x="1899413" y="2160813"/>
              <a:ext cx="54950" cy="47125"/>
            </a:xfrm>
            <a:custGeom>
              <a:avLst/>
              <a:gdLst/>
              <a:ahLst/>
              <a:cxnLst/>
              <a:rect l="l" t="t" r="r" b="b"/>
              <a:pathLst>
                <a:path w="2198" h="1885" extrusionOk="0">
                  <a:moveTo>
                    <a:pt x="942" y="1"/>
                  </a:moveTo>
                  <a:cubicBezTo>
                    <a:pt x="419" y="1"/>
                    <a:pt x="1" y="419"/>
                    <a:pt x="1" y="942"/>
                  </a:cubicBezTo>
                  <a:cubicBezTo>
                    <a:pt x="1" y="1510"/>
                    <a:pt x="462" y="1885"/>
                    <a:pt x="949" y="1885"/>
                  </a:cubicBezTo>
                  <a:cubicBezTo>
                    <a:pt x="1180" y="1885"/>
                    <a:pt x="1416" y="1800"/>
                    <a:pt x="1612" y="1612"/>
                  </a:cubicBezTo>
                  <a:cubicBezTo>
                    <a:pt x="2198" y="1005"/>
                    <a:pt x="1779" y="1"/>
                    <a:pt x="9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2"/>
            <p:cNvSpPr/>
            <p:nvPr/>
          </p:nvSpPr>
          <p:spPr>
            <a:xfrm>
              <a:off x="1593938" y="2160813"/>
              <a:ext cx="55475" cy="47125"/>
            </a:xfrm>
            <a:custGeom>
              <a:avLst/>
              <a:gdLst/>
              <a:ahLst/>
              <a:cxnLst/>
              <a:rect l="l" t="t" r="r" b="b"/>
              <a:pathLst>
                <a:path w="2219" h="1885" extrusionOk="0">
                  <a:moveTo>
                    <a:pt x="1276" y="1"/>
                  </a:moveTo>
                  <a:cubicBezTo>
                    <a:pt x="419" y="1"/>
                    <a:pt x="0" y="1005"/>
                    <a:pt x="607" y="1612"/>
                  </a:cubicBezTo>
                  <a:cubicBezTo>
                    <a:pt x="796" y="1800"/>
                    <a:pt x="1030" y="1885"/>
                    <a:pt x="1260" y="1885"/>
                  </a:cubicBezTo>
                  <a:cubicBezTo>
                    <a:pt x="1747" y="1885"/>
                    <a:pt x="2218" y="1510"/>
                    <a:pt x="2218" y="942"/>
                  </a:cubicBezTo>
                  <a:cubicBezTo>
                    <a:pt x="2218" y="419"/>
                    <a:pt x="1800" y="1"/>
                    <a:pt x="12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2"/>
            <p:cNvSpPr/>
            <p:nvPr/>
          </p:nvSpPr>
          <p:spPr>
            <a:xfrm>
              <a:off x="1647288" y="2160788"/>
              <a:ext cx="55475" cy="47400"/>
            </a:xfrm>
            <a:custGeom>
              <a:avLst/>
              <a:gdLst/>
              <a:ahLst/>
              <a:cxnLst/>
              <a:rect l="l" t="t" r="r" b="b"/>
              <a:pathLst>
                <a:path w="2219" h="1896" extrusionOk="0">
                  <a:moveTo>
                    <a:pt x="1313" y="1"/>
                  </a:moveTo>
                  <a:cubicBezTo>
                    <a:pt x="1301" y="1"/>
                    <a:pt x="1289" y="1"/>
                    <a:pt x="1277" y="2"/>
                  </a:cubicBezTo>
                  <a:cubicBezTo>
                    <a:pt x="440" y="2"/>
                    <a:pt x="0" y="1006"/>
                    <a:pt x="607" y="1613"/>
                  </a:cubicBezTo>
                  <a:cubicBezTo>
                    <a:pt x="803" y="1808"/>
                    <a:pt x="1039" y="1895"/>
                    <a:pt x="1271" y="1895"/>
                  </a:cubicBezTo>
                  <a:cubicBezTo>
                    <a:pt x="1757" y="1895"/>
                    <a:pt x="2218" y="1510"/>
                    <a:pt x="2218" y="943"/>
                  </a:cubicBezTo>
                  <a:cubicBezTo>
                    <a:pt x="2218" y="432"/>
                    <a:pt x="1819" y="1"/>
                    <a:pt x="13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2"/>
            <p:cNvSpPr/>
            <p:nvPr/>
          </p:nvSpPr>
          <p:spPr>
            <a:xfrm>
              <a:off x="1718413" y="2160813"/>
              <a:ext cx="165325" cy="47100"/>
            </a:xfrm>
            <a:custGeom>
              <a:avLst/>
              <a:gdLst/>
              <a:ahLst/>
              <a:cxnLst/>
              <a:rect l="l" t="t" r="r" b="b"/>
              <a:pathLst>
                <a:path w="6613" h="1884" extrusionOk="0">
                  <a:moveTo>
                    <a:pt x="1" y="1"/>
                  </a:moveTo>
                  <a:lnTo>
                    <a:pt x="1" y="1884"/>
                  </a:lnTo>
                  <a:lnTo>
                    <a:pt x="6613" y="1884"/>
                  </a:lnTo>
                  <a:lnTo>
                    <a:pt x="6613" y="1"/>
                  </a:lnTo>
                  <a:close/>
                </a:path>
              </a:pathLst>
            </a:custGeom>
            <a:solidFill>
              <a:srgbClr val="7A41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5">
  <p:cSld name="TITLE_ONLY_1_1_1_1_1"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2" name="Google Shape;1092;p143"/>
          <p:cNvGrpSpPr/>
          <p:nvPr/>
        </p:nvGrpSpPr>
        <p:grpSpPr>
          <a:xfrm>
            <a:off x="-74625" y="-50562"/>
            <a:ext cx="9142425" cy="5233800"/>
            <a:chOff x="-119900" y="-50550"/>
            <a:chExt cx="9142425" cy="5233800"/>
          </a:xfrm>
        </p:grpSpPr>
        <p:sp>
          <p:nvSpPr>
            <p:cNvPr id="1093" name="Google Shape;1093;p143"/>
            <p:cNvSpPr/>
            <p:nvPr/>
          </p:nvSpPr>
          <p:spPr>
            <a:xfrm>
              <a:off x="-119900" y="-50550"/>
              <a:ext cx="8714100" cy="5233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3"/>
            <p:cNvSpPr/>
            <p:nvPr/>
          </p:nvSpPr>
          <p:spPr>
            <a:xfrm rot="5400000">
              <a:off x="8278075" y="3908300"/>
              <a:ext cx="1053300" cy="43560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28575" dist="38100" dir="2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5" name="Google Shape;1095;p143"/>
          <p:cNvSpPr txBox="1">
            <a:spLocks noGrp="1"/>
          </p:cNvSpPr>
          <p:nvPr>
            <p:ph type="title"/>
          </p:nvPr>
        </p:nvSpPr>
        <p:spPr>
          <a:xfrm>
            <a:off x="481425" y="290325"/>
            <a:ext cx="59751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096" name="Google Shape;1096;p143"/>
          <p:cNvGrpSpPr/>
          <p:nvPr/>
        </p:nvGrpSpPr>
        <p:grpSpPr>
          <a:xfrm rot="-887053">
            <a:off x="183423" y="4423596"/>
            <a:ext cx="779478" cy="474179"/>
            <a:chOff x="1737788" y="3102388"/>
            <a:chExt cx="603663" cy="367225"/>
          </a:xfrm>
        </p:grpSpPr>
        <p:grpSp>
          <p:nvGrpSpPr>
            <p:cNvPr id="1097" name="Google Shape;1097;p143"/>
            <p:cNvGrpSpPr/>
            <p:nvPr/>
          </p:nvGrpSpPr>
          <p:grpSpPr>
            <a:xfrm>
              <a:off x="1737800" y="3102388"/>
              <a:ext cx="603650" cy="367225"/>
              <a:chOff x="1737800" y="3102388"/>
              <a:chExt cx="603650" cy="367225"/>
            </a:xfrm>
          </p:grpSpPr>
          <p:sp>
            <p:nvSpPr>
              <p:cNvPr id="1098" name="Google Shape;1098;p143"/>
              <p:cNvSpPr/>
              <p:nvPr/>
            </p:nvSpPr>
            <p:spPr>
              <a:xfrm>
                <a:off x="1825150" y="3208038"/>
                <a:ext cx="434700" cy="261575"/>
              </a:xfrm>
              <a:custGeom>
                <a:avLst/>
                <a:gdLst/>
                <a:ahLst/>
                <a:cxnLst/>
                <a:rect l="l" t="t" r="r" b="b"/>
                <a:pathLst>
                  <a:path w="17388" h="10463" extrusionOk="0">
                    <a:moveTo>
                      <a:pt x="0" y="1"/>
                    </a:moveTo>
                    <a:lnTo>
                      <a:pt x="0" y="6822"/>
                    </a:lnTo>
                    <a:cubicBezTo>
                      <a:pt x="0" y="6822"/>
                      <a:pt x="5441" y="7198"/>
                      <a:pt x="8705" y="10462"/>
                    </a:cubicBezTo>
                    <a:cubicBezTo>
                      <a:pt x="12157" y="6989"/>
                      <a:pt x="17388" y="6822"/>
                      <a:pt x="17388" y="6822"/>
                    </a:cubicBezTo>
                    <a:lnTo>
                      <a:pt x="17388" y="1"/>
                    </a:lnTo>
                    <a:close/>
                  </a:path>
                </a:pathLst>
              </a:custGeom>
              <a:solidFill>
                <a:srgbClr val="2A4F6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143"/>
              <p:cNvSpPr/>
              <p:nvPr/>
            </p:nvSpPr>
            <p:spPr>
              <a:xfrm>
                <a:off x="1835075" y="3248313"/>
                <a:ext cx="26200" cy="220775"/>
              </a:xfrm>
              <a:custGeom>
                <a:avLst/>
                <a:gdLst/>
                <a:ahLst/>
                <a:cxnLst/>
                <a:rect l="l" t="t" r="r" b="b"/>
                <a:pathLst>
                  <a:path w="1048" h="8831" extrusionOk="0">
                    <a:moveTo>
                      <a:pt x="357" y="1"/>
                    </a:moveTo>
                    <a:lnTo>
                      <a:pt x="357" y="6675"/>
                    </a:lnTo>
                    <a:cubicBezTo>
                      <a:pt x="43" y="6822"/>
                      <a:pt x="1" y="7240"/>
                      <a:pt x="273" y="7450"/>
                    </a:cubicBezTo>
                    <a:cubicBezTo>
                      <a:pt x="126" y="7910"/>
                      <a:pt x="106" y="8370"/>
                      <a:pt x="210" y="8831"/>
                    </a:cubicBezTo>
                    <a:lnTo>
                      <a:pt x="942" y="8831"/>
                    </a:lnTo>
                    <a:cubicBezTo>
                      <a:pt x="1047" y="8370"/>
                      <a:pt x="1026" y="7910"/>
                      <a:pt x="859" y="7450"/>
                    </a:cubicBezTo>
                    <a:cubicBezTo>
                      <a:pt x="984" y="7366"/>
                      <a:pt x="1047" y="7219"/>
                      <a:pt x="1047" y="7094"/>
                    </a:cubicBezTo>
                    <a:cubicBezTo>
                      <a:pt x="1047" y="6906"/>
                      <a:pt x="942" y="6738"/>
                      <a:pt x="796" y="6675"/>
                    </a:cubicBez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C0272D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143"/>
              <p:cNvSpPr/>
              <p:nvPr/>
            </p:nvSpPr>
            <p:spPr>
              <a:xfrm>
                <a:off x="1737800" y="3102388"/>
                <a:ext cx="603650" cy="234350"/>
              </a:xfrm>
              <a:custGeom>
                <a:avLst/>
                <a:gdLst/>
                <a:ahLst/>
                <a:cxnLst/>
                <a:rect l="l" t="t" r="r" b="b"/>
                <a:pathLst>
                  <a:path w="24146" h="9374" extrusionOk="0">
                    <a:moveTo>
                      <a:pt x="12073" y="0"/>
                    </a:moveTo>
                    <a:lnTo>
                      <a:pt x="0" y="4017"/>
                    </a:lnTo>
                    <a:lnTo>
                      <a:pt x="12073" y="9374"/>
                    </a:lnTo>
                    <a:lnTo>
                      <a:pt x="24146" y="4017"/>
                    </a:lnTo>
                    <a:lnTo>
                      <a:pt x="12073" y="0"/>
                    </a:lnTo>
                    <a:close/>
                  </a:path>
                </a:pathLst>
              </a:custGeom>
              <a:solidFill>
                <a:srgbClr val="709DBB"/>
              </a:solidFill>
              <a:ln w="762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143"/>
            <p:cNvSpPr/>
            <p:nvPr/>
          </p:nvSpPr>
          <p:spPr>
            <a:xfrm>
              <a:off x="1825138" y="3208038"/>
              <a:ext cx="434700" cy="261575"/>
            </a:xfrm>
            <a:custGeom>
              <a:avLst/>
              <a:gdLst/>
              <a:ahLst/>
              <a:cxnLst/>
              <a:rect l="l" t="t" r="r" b="b"/>
              <a:pathLst>
                <a:path w="17388" h="10463" extrusionOk="0">
                  <a:moveTo>
                    <a:pt x="0" y="1"/>
                  </a:moveTo>
                  <a:lnTo>
                    <a:pt x="0" y="6822"/>
                  </a:lnTo>
                  <a:cubicBezTo>
                    <a:pt x="0" y="6822"/>
                    <a:pt x="5441" y="7198"/>
                    <a:pt x="8705" y="10462"/>
                  </a:cubicBezTo>
                  <a:cubicBezTo>
                    <a:pt x="12157" y="6989"/>
                    <a:pt x="17388" y="6822"/>
                    <a:pt x="17388" y="6822"/>
                  </a:cubicBezTo>
                  <a:lnTo>
                    <a:pt x="1738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3"/>
            <p:cNvSpPr/>
            <p:nvPr/>
          </p:nvSpPr>
          <p:spPr>
            <a:xfrm>
              <a:off x="1835063" y="3248313"/>
              <a:ext cx="26200" cy="220775"/>
            </a:xfrm>
            <a:custGeom>
              <a:avLst/>
              <a:gdLst/>
              <a:ahLst/>
              <a:cxnLst/>
              <a:rect l="l" t="t" r="r" b="b"/>
              <a:pathLst>
                <a:path w="1048" h="8831" extrusionOk="0">
                  <a:moveTo>
                    <a:pt x="357" y="1"/>
                  </a:moveTo>
                  <a:lnTo>
                    <a:pt x="357" y="6675"/>
                  </a:lnTo>
                  <a:cubicBezTo>
                    <a:pt x="43" y="6822"/>
                    <a:pt x="1" y="7240"/>
                    <a:pt x="273" y="7450"/>
                  </a:cubicBezTo>
                  <a:cubicBezTo>
                    <a:pt x="126" y="7910"/>
                    <a:pt x="106" y="8370"/>
                    <a:pt x="210" y="8831"/>
                  </a:cubicBezTo>
                  <a:lnTo>
                    <a:pt x="942" y="8831"/>
                  </a:lnTo>
                  <a:cubicBezTo>
                    <a:pt x="1047" y="8370"/>
                    <a:pt x="1026" y="7910"/>
                    <a:pt x="859" y="7450"/>
                  </a:cubicBezTo>
                  <a:cubicBezTo>
                    <a:pt x="984" y="7366"/>
                    <a:pt x="1047" y="7219"/>
                    <a:pt x="1047" y="7094"/>
                  </a:cubicBezTo>
                  <a:cubicBezTo>
                    <a:pt x="1047" y="6906"/>
                    <a:pt x="942" y="6738"/>
                    <a:pt x="796" y="6675"/>
                  </a:cubicBezTo>
                  <a:lnTo>
                    <a:pt x="7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43"/>
            <p:cNvSpPr/>
            <p:nvPr/>
          </p:nvSpPr>
          <p:spPr>
            <a:xfrm>
              <a:off x="1737788" y="3102388"/>
              <a:ext cx="603650" cy="234350"/>
            </a:xfrm>
            <a:custGeom>
              <a:avLst/>
              <a:gdLst/>
              <a:ahLst/>
              <a:cxnLst/>
              <a:rect l="l" t="t" r="r" b="b"/>
              <a:pathLst>
                <a:path w="24146" h="9374" extrusionOk="0">
                  <a:moveTo>
                    <a:pt x="12073" y="0"/>
                  </a:moveTo>
                  <a:lnTo>
                    <a:pt x="0" y="4017"/>
                  </a:lnTo>
                  <a:lnTo>
                    <a:pt x="12073" y="9374"/>
                  </a:lnTo>
                  <a:lnTo>
                    <a:pt x="24146" y="4017"/>
                  </a:lnTo>
                  <a:lnTo>
                    <a:pt x="120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4" name="Google Shape;1104;p143"/>
          <p:cNvGrpSpPr/>
          <p:nvPr/>
        </p:nvGrpSpPr>
        <p:grpSpPr>
          <a:xfrm rot="634530">
            <a:off x="-202704" y="1544293"/>
            <a:ext cx="874831" cy="745197"/>
            <a:chOff x="4626188" y="1862663"/>
            <a:chExt cx="677463" cy="577075"/>
          </a:xfrm>
        </p:grpSpPr>
        <p:sp>
          <p:nvSpPr>
            <p:cNvPr id="1105" name="Google Shape;1105;p143"/>
            <p:cNvSpPr/>
            <p:nvPr/>
          </p:nvSpPr>
          <p:spPr>
            <a:xfrm>
              <a:off x="4857575" y="1903988"/>
              <a:ext cx="446075" cy="467200"/>
            </a:xfrm>
            <a:custGeom>
              <a:avLst/>
              <a:gdLst/>
              <a:ahLst/>
              <a:cxnLst/>
              <a:rect l="l" t="t" r="r" b="b"/>
              <a:pathLst>
                <a:path w="17843" h="18688" extrusionOk="0">
                  <a:moveTo>
                    <a:pt x="6777" y="0"/>
                  </a:moveTo>
                  <a:lnTo>
                    <a:pt x="6777" y="6340"/>
                  </a:lnTo>
                  <a:cubicBezTo>
                    <a:pt x="6777" y="8662"/>
                    <a:pt x="2508" y="12994"/>
                    <a:pt x="1169" y="15923"/>
                  </a:cubicBezTo>
                  <a:cubicBezTo>
                    <a:pt x="0" y="18539"/>
                    <a:pt x="2024" y="18687"/>
                    <a:pt x="2497" y="18687"/>
                  </a:cubicBezTo>
                  <a:cubicBezTo>
                    <a:pt x="2557" y="18687"/>
                    <a:pt x="2592" y="18685"/>
                    <a:pt x="2592" y="18685"/>
                  </a:cubicBezTo>
                  <a:lnTo>
                    <a:pt x="15251" y="18685"/>
                  </a:lnTo>
                  <a:cubicBezTo>
                    <a:pt x="15251" y="18685"/>
                    <a:pt x="15286" y="18687"/>
                    <a:pt x="15346" y="18687"/>
                  </a:cubicBezTo>
                  <a:cubicBezTo>
                    <a:pt x="15819" y="18687"/>
                    <a:pt x="17843" y="18539"/>
                    <a:pt x="16674" y="15923"/>
                  </a:cubicBezTo>
                  <a:cubicBezTo>
                    <a:pt x="15335" y="12994"/>
                    <a:pt x="11066" y="8662"/>
                    <a:pt x="11066" y="6340"/>
                  </a:cubicBezTo>
                  <a:lnTo>
                    <a:pt x="11066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43"/>
            <p:cNvSpPr/>
            <p:nvPr/>
          </p:nvSpPr>
          <p:spPr>
            <a:xfrm>
              <a:off x="4876575" y="2228813"/>
              <a:ext cx="408075" cy="132950"/>
            </a:xfrm>
            <a:custGeom>
              <a:avLst/>
              <a:gdLst/>
              <a:ahLst/>
              <a:cxnLst/>
              <a:rect l="l" t="t" r="r" b="b"/>
              <a:pathLst>
                <a:path w="16323" h="5318" extrusionOk="0">
                  <a:moveTo>
                    <a:pt x="2795" y="1"/>
                  </a:moveTo>
                  <a:cubicBezTo>
                    <a:pt x="2146" y="879"/>
                    <a:pt x="1560" y="1821"/>
                    <a:pt x="1079" y="2804"/>
                  </a:cubicBezTo>
                  <a:cubicBezTo>
                    <a:pt x="0" y="5185"/>
                    <a:pt x="1864" y="5317"/>
                    <a:pt x="2292" y="5317"/>
                  </a:cubicBezTo>
                  <a:cubicBezTo>
                    <a:pt x="2345" y="5317"/>
                    <a:pt x="2376" y="5315"/>
                    <a:pt x="2376" y="5315"/>
                  </a:cubicBezTo>
                  <a:lnTo>
                    <a:pt x="13947" y="5315"/>
                  </a:lnTo>
                  <a:cubicBezTo>
                    <a:pt x="13947" y="5315"/>
                    <a:pt x="13978" y="5317"/>
                    <a:pt x="14031" y="5317"/>
                  </a:cubicBezTo>
                  <a:cubicBezTo>
                    <a:pt x="14459" y="5317"/>
                    <a:pt x="16323" y="5185"/>
                    <a:pt x="15244" y="2804"/>
                  </a:cubicBezTo>
                  <a:cubicBezTo>
                    <a:pt x="14763" y="1821"/>
                    <a:pt x="14177" y="879"/>
                    <a:pt x="13507" y="1"/>
                  </a:cubicBezTo>
                  <a:close/>
                </a:path>
              </a:pathLst>
            </a:custGeom>
            <a:solidFill>
              <a:srgbClr val="68AAE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43"/>
            <p:cNvSpPr/>
            <p:nvPr/>
          </p:nvSpPr>
          <p:spPr>
            <a:xfrm>
              <a:off x="5010250" y="1862663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56" y="0"/>
                  </a:moveTo>
                  <a:cubicBezTo>
                    <a:pt x="168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8" y="1653"/>
                    <a:pt x="356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3"/>
            <p:cNvSpPr/>
            <p:nvPr/>
          </p:nvSpPr>
          <p:spPr>
            <a:xfrm>
              <a:off x="5010250" y="1888288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8" y="628"/>
                    <a:pt x="356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3"/>
            <p:cNvSpPr/>
            <p:nvPr/>
          </p:nvSpPr>
          <p:spPr>
            <a:xfrm>
              <a:off x="4946425" y="2212613"/>
              <a:ext cx="267850" cy="32450"/>
            </a:xfrm>
            <a:custGeom>
              <a:avLst/>
              <a:gdLst/>
              <a:ahLst/>
              <a:cxnLst/>
              <a:rect l="l" t="t" r="r" b="b"/>
              <a:pathLst>
                <a:path w="10714" h="1298" extrusionOk="0">
                  <a:moveTo>
                    <a:pt x="5357" y="0"/>
                  </a:moveTo>
                  <a:cubicBezTo>
                    <a:pt x="2407" y="0"/>
                    <a:pt x="1" y="293"/>
                    <a:pt x="1" y="649"/>
                  </a:cubicBezTo>
                  <a:cubicBezTo>
                    <a:pt x="1" y="1004"/>
                    <a:pt x="2407" y="1297"/>
                    <a:pt x="5357" y="1297"/>
                  </a:cubicBezTo>
                  <a:cubicBezTo>
                    <a:pt x="8307" y="1297"/>
                    <a:pt x="10713" y="1004"/>
                    <a:pt x="10713" y="649"/>
                  </a:cubicBezTo>
                  <a:cubicBezTo>
                    <a:pt x="10713" y="293"/>
                    <a:pt x="8307" y="0"/>
                    <a:pt x="5357" y="0"/>
                  </a:cubicBezTo>
                  <a:close/>
                </a:path>
              </a:pathLst>
            </a:custGeom>
            <a:solidFill>
              <a:srgbClr val="218EF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3"/>
            <p:cNvSpPr/>
            <p:nvPr/>
          </p:nvSpPr>
          <p:spPr>
            <a:xfrm>
              <a:off x="5039525" y="1956813"/>
              <a:ext cx="14675" cy="109350"/>
            </a:xfrm>
            <a:custGeom>
              <a:avLst/>
              <a:gdLst/>
              <a:ahLst/>
              <a:cxnLst/>
              <a:rect l="l" t="t" r="r" b="b"/>
              <a:pathLst>
                <a:path w="587" h="4374" extrusionOk="0">
                  <a:moveTo>
                    <a:pt x="294" y="0"/>
                  </a:moveTo>
                  <a:cubicBezTo>
                    <a:pt x="127" y="0"/>
                    <a:pt x="1" y="147"/>
                    <a:pt x="1" y="293"/>
                  </a:cubicBezTo>
                  <a:lnTo>
                    <a:pt x="1" y="4080"/>
                  </a:lnTo>
                  <a:cubicBezTo>
                    <a:pt x="1" y="4248"/>
                    <a:pt x="127" y="4373"/>
                    <a:pt x="294" y="4373"/>
                  </a:cubicBezTo>
                  <a:cubicBezTo>
                    <a:pt x="440" y="4373"/>
                    <a:pt x="587" y="4248"/>
                    <a:pt x="587" y="4080"/>
                  </a:cubicBezTo>
                  <a:lnTo>
                    <a:pt x="587" y="293"/>
                  </a:lnTo>
                  <a:cubicBezTo>
                    <a:pt x="587" y="147"/>
                    <a:pt x="440" y="0"/>
                    <a:pt x="294" y="0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3"/>
            <p:cNvSpPr/>
            <p:nvPr/>
          </p:nvSpPr>
          <p:spPr>
            <a:xfrm>
              <a:off x="5039525" y="191338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27" y="1"/>
                    <a:pt x="1" y="147"/>
                    <a:pt x="1" y="294"/>
                  </a:cubicBezTo>
                  <a:lnTo>
                    <a:pt x="1" y="524"/>
                  </a:lnTo>
                  <a:cubicBezTo>
                    <a:pt x="1" y="691"/>
                    <a:pt x="127" y="817"/>
                    <a:pt x="294" y="817"/>
                  </a:cubicBezTo>
                  <a:cubicBezTo>
                    <a:pt x="440" y="817"/>
                    <a:pt x="587" y="691"/>
                    <a:pt x="587" y="524"/>
                  </a:cubicBezTo>
                  <a:lnTo>
                    <a:pt x="587" y="294"/>
                  </a:lnTo>
                  <a:cubicBezTo>
                    <a:pt x="566" y="147"/>
                    <a:pt x="440" y="1"/>
                    <a:pt x="294" y="1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3"/>
            <p:cNvSpPr/>
            <p:nvPr/>
          </p:nvSpPr>
          <p:spPr>
            <a:xfrm>
              <a:off x="4626200" y="1972513"/>
              <a:ext cx="445825" cy="467225"/>
            </a:xfrm>
            <a:custGeom>
              <a:avLst/>
              <a:gdLst/>
              <a:ahLst/>
              <a:cxnLst/>
              <a:rect l="l" t="t" r="r" b="b"/>
              <a:pathLst>
                <a:path w="17833" h="18689" extrusionOk="0">
                  <a:moveTo>
                    <a:pt x="6763" y="0"/>
                  </a:moveTo>
                  <a:lnTo>
                    <a:pt x="6763" y="6361"/>
                  </a:lnTo>
                  <a:cubicBezTo>
                    <a:pt x="6763" y="8662"/>
                    <a:pt x="2494" y="12994"/>
                    <a:pt x="1155" y="15944"/>
                  </a:cubicBezTo>
                  <a:cubicBezTo>
                    <a:pt x="1" y="18528"/>
                    <a:pt x="1960" y="18688"/>
                    <a:pt x="2464" y="18688"/>
                  </a:cubicBezTo>
                  <a:cubicBezTo>
                    <a:pt x="2536" y="18688"/>
                    <a:pt x="2578" y="18685"/>
                    <a:pt x="2578" y="18685"/>
                  </a:cubicBezTo>
                  <a:lnTo>
                    <a:pt x="15258" y="18685"/>
                  </a:lnTo>
                  <a:cubicBezTo>
                    <a:pt x="15258" y="18685"/>
                    <a:pt x="15300" y="18688"/>
                    <a:pt x="15371" y="18688"/>
                  </a:cubicBezTo>
                  <a:cubicBezTo>
                    <a:pt x="15876" y="18688"/>
                    <a:pt x="17832" y="18528"/>
                    <a:pt x="16660" y="15944"/>
                  </a:cubicBezTo>
                  <a:cubicBezTo>
                    <a:pt x="15341" y="12994"/>
                    <a:pt x="11073" y="8662"/>
                    <a:pt x="11073" y="6361"/>
                  </a:cubicBezTo>
                  <a:lnTo>
                    <a:pt x="11073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43"/>
            <p:cNvSpPr/>
            <p:nvPr/>
          </p:nvSpPr>
          <p:spPr>
            <a:xfrm>
              <a:off x="4644825" y="2297863"/>
              <a:ext cx="408650" cy="132950"/>
            </a:xfrm>
            <a:custGeom>
              <a:avLst/>
              <a:gdLst/>
              <a:ahLst/>
              <a:cxnLst/>
              <a:rect l="l" t="t" r="r" b="b"/>
              <a:pathLst>
                <a:path w="16346" h="5318" extrusionOk="0">
                  <a:moveTo>
                    <a:pt x="2816" y="1"/>
                  </a:moveTo>
                  <a:cubicBezTo>
                    <a:pt x="2147" y="879"/>
                    <a:pt x="1582" y="1800"/>
                    <a:pt x="1080" y="2783"/>
                  </a:cubicBezTo>
                  <a:cubicBezTo>
                    <a:pt x="0" y="5185"/>
                    <a:pt x="1885" y="5317"/>
                    <a:pt x="2314" y="5317"/>
                  </a:cubicBezTo>
                  <a:cubicBezTo>
                    <a:pt x="2367" y="5317"/>
                    <a:pt x="2398" y="5315"/>
                    <a:pt x="2398" y="5315"/>
                  </a:cubicBezTo>
                  <a:lnTo>
                    <a:pt x="13948" y="5315"/>
                  </a:lnTo>
                  <a:cubicBezTo>
                    <a:pt x="13948" y="5315"/>
                    <a:pt x="13979" y="5317"/>
                    <a:pt x="14032" y="5317"/>
                  </a:cubicBezTo>
                  <a:cubicBezTo>
                    <a:pt x="14461" y="5317"/>
                    <a:pt x="16346" y="5185"/>
                    <a:pt x="15266" y="2783"/>
                  </a:cubicBezTo>
                  <a:cubicBezTo>
                    <a:pt x="14764" y="1800"/>
                    <a:pt x="14178" y="858"/>
                    <a:pt x="13529" y="1"/>
                  </a:cubicBezTo>
                  <a:close/>
                </a:path>
              </a:pathLst>
            </a:custGeom>
            <a:solidFill>
              <a:srgbClr val="ED6868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43"/>
            <p:cNvSpPr/>
            <p:nvPr/>
          </p:nvSpPr>
          <p:spPr>
            <a:xfrm>
              <a:off x="4778525" y="1931188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77" y="0"/>
                  </a:moveTo>
                  <a:cubicBezTo>
                    <a:pt x="167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7" y="1653"/>
                    <a:pt x="377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43"/>
            <p:cNvSpPr/>
            <p:nvPr/>
          </p:nvSpPr>
          <p:spPr>
            <a:xfrm>
              <a:off x="4778525" y="1956813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7" y="628"/>
                    <a:pt x="377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rgbClr val="00E1D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3"/>
            <p:cNvSpPr/>
            <p:nvPr/>
          </p:nvSpPr>
          <p:spPr>
            <a:xfrm>
              <a:off x="4715225" y="2281638"/>
              <a:ext cx="267325" cy="31950"/>
            </a:xfrm>
            <a:custGeom>
              <a:avLst/>
              <a:gdLst/>
              <a:ahLst/>
              <a:cxnLst/>
              <a:rect l="l" t="t" r="r" b="b"/>
              <a:pathLst>
                <a:path w="10693" h="1278" extrusionOk="0">
                  <a:moveTo>
                    <a:pt x="5357" y="1"/>
                  </a:moveTo>
                  <a:cubicBezTo>
                    <a:pt x="2386" y="1"/>
                    <a:pt x="0" y="273"/>
                    <a:pt x="0" y="650"/>
                  </a:cubicBezTo>
                  <a:cubicBezTo>
                    <a:pt x="0" y="1005"/>
                    <a:pt x="2386" y="1277"/>
                    <a:pt x="5357" y="1277"/>
                  </a:cubicBezTo>
                  <a:cubicBezTo>
                    <a:pt x="8307" y="1277"/>
                    <a:pt x="10692" y="1005"/>
                    <a:pt x="10692" y="650"/>
                  </a:cubicBezTo>
                  <a:cubicBezTo>
                    <a:pt x="10692" y="273"/>
                    <a:pt x="8307" y="1"/>
                    <a:pt x="5357" y="1"/>
                  </a:cubicBezTo>
                  <a:close/>
                </a:path>
              </a:pathLst>
            </a:custGeom>
            <a:solidFill>
              <a:srgbClr val="FB212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3"/>
            <p:cNvSpPr/>
            <p:nvPr/>
          </p:nvSpPr>
          <p:spPr>
            <a:xfrm>
              <a:off x="4807800" y="2025863"/>
              <a:ext cx="14675" cy="108825"/>
            </a:xfrm>
            <a:custGeom>
              <a:avLst/>
              <a:gdLst/>
              <a:ahLst/>
              <a:cxnLst/>
              <a:rect l="l" t="t" r="r" b="b"/>
              <a:pathLst>
                <a:path w="587" h="4353" extrusionOk="0">
                  <a:moveTo>
                    <a:pt x="294" y="0"/>
                  </a:moveTo>
                  <a:cubicBezTo>
                    <a:pt x="147" y="0"/>
                    <a:pt x="1" y="126"/>
                    <a:pt x="1" y="293"/>
                  </a:cubicBezTo>
                  <a:lnTo>
                    <a:pt x="1" y="4059"/>
                  </a:lnTo>
                  <a:cubicBezTo>
                    <a:pt x="1" y="4227"/>
                    <a:pt x="147" y="4352"/>
                    <a:pt x="294" y="4352"/>
                  </a:cubicBezTo>
                  <a:cubicBezTo>
                    <a:pt x="461" y="4352"/>
                    <a:pt x="587" y="4227"/>
                    <a:pt x="587" y="4059"/>
                  </a:cubicBezTo>
                  <a:lnTo>
                    <a:pt x="587" y="293"/>
                  </a:lnTo>
                  <a:cubicBezTo>
                    <a:pt x="587" y="126"/>
                    <a:pt x="461" y="0"/>
                    <a:pt x="294" y="0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43"/>
            <p:cNvSpPr/>
            <p:nvPr/>
          </p:nvSpPr>
          <p:spPr>
            <a:xfrm>
              <a:off x="4807800" y="198243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47" y="1"/>
                    <a:pt x="1" y="126"/>
                    <a:pt x="1" y="294"/>
                  </a:cubicBezTo>
                  <a:lnTo>
                    <a:pt x="1" y="524"/>
                  </a:lnTo>
                  <a:cubicBezTo>
                    <a:pt x="1" y="670"/>
                    <a:pt x="147" y="817"/>
                    <a:pt x="294" y="817"/>
                  </a:cubicBezTo>
                  <a:cubicBezTo>
                    <a:pt x="461" y="817"/>
                    <a:pt x="587" y="670"/>
                    <a:pt x="587" y="524"/>
                  </a:cubicBezTo>
                  <a:lnTo>
                    <a:pt x="587" y="294"/>
                  </a:lnTo>
                  <a:cubicBezTo>
                    <a:pt x="587" y="126"/>
                    <a:pt x="461" y="1"/>
                    <a:pt x="294" y="1"/>
                  </a:cubicBezTo>
                  <a:close/>
                </a:path>
              </a:pathLst>
            </a:custGeom>
            <a:solidFill>
              <a:srgbClr val="F1F1F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43"/>
            <p:cNvSpPr/>
            <p:nvPr/>
          </p:nvSpPr>
          <p:spPr>
            <a:xfrm>
              <a:off x="4857563" y="1903988"/>
              <a:ext cx="446075" cy="467200"/>
            </a:xfrm>
            <a:custGeom>
              <a:avLst/>
              <a:gdLst/>
              <a:ahLst/>
              <a:cxnLst/>
              <a:rect l="l" t="t" r="r" b="b"/>
              <a:pathLst>
                <a:path w="17843" h="18688" extrusionOk="0">
                  <a:moveTo>
                    <a:pt x="6777" y="0"/>
                  </a:moveTo>
                  <a:lnTo>
                    <a:pt x="6777" y="6340"/>
                  </a:lnTo>
                  <a:cubicBezTo>
                    <a:pt x="6777" y="8662"/>
                    <a:pt x="2508" y="12994"/>
                    <a:pt x="1169" y="15923"/>
                  </a:cubicBezTo>
                  <a:cubicBezTo>
                    <a:pt x="0" y="18539"/>
                    <a:pt x="2024" y="18687"/>
                    <a:pt x="2497" y="18687"/>
                  </a:cubicBezTo>
                  <a:cubicBezTo>
                    <a:pt x="2557" y="18687"/>
                    <a:pt x="2592" y="18685"/>
                    <a:pt x="2592" y="18685"/>
                  </a:cubicBezTo>
                  <a:lnTo>
                    <a:pt x="15251" y="18685"/>
                  </a:lnTo>
                  <a:cubicBezTo>
                    <a:pt x="15251" y="18685"/>
                    <a:pt x="15286" y="18687"/>
                    <a:pt x="15346" y="18687"/>
                  </a:cubicBezTo>
                  <a:cubicBezTo>
                    <a:pt x="15819" y="18687"/>
                    <a:pt x="17843" y="18539"/>
                    <a:pt x="16674" y="15923"/>
                  </a:cubicBezTo>
                  <a:cubicBezTo>
                    <a:pt x="15335" y="12994"/>
                    <a:pt x="11066" y="8662"/>
                    <a:pt x="11066" y="6340"/>
                  </a:cubicBezTo>
                  <a:lnTo>
                    <a:pt x="110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43"/>
            <p:cNvSpPr/>
            <p:nvPr/>
          </p:nvSpPr>
          <p:spPr>
            <a:xfrm>
              <a:off x="4876563" y="2228813"/>
              <a:ext cx="408075" cy="132950"/>
            </a:xfrm>
            <a:custGeom>
              <a:avLst/>
              <a:gdLst/>
              <a:ahLst/>
              <a:cxnLst/>
              <a:rect l="l" t="t" r="r" b="b"/>
              <a:pathLst>
                <a:path w="16323" h="5318" extrusionOk="0">
                  <a:moveTo>
                    <a:pt x="2795" y="1"/>
                  </a:moveTo>
                  <a:cubicBezTo>
                    <a:pt x="2146" y="879"/>
                    <a:pt x="1560" y="1821"/>
                    <a:pt x="1079" y="2804"/>
                  </a:cubicBezTo>
                  <a:cubicBezTo>
                    <a:pt x="0" y="5185"/>
                    <a:pt x="1864" y="5317"/>
                    <a:pt x="2292" y="5317"/>
                  </a:cubicBezTo>
                  <a:cubicBezTo>
                    <a:pt x="2345" y="5317"/>
                    <a:pt x="2376" y="5315"/>
                    <a:pt x="2376" y="5315"/>
                  </a:cubicBezTo>
                  <a:lnTo>
                    <a:pt x="13947" y="5315"/>
                  </a:lnTo>
                  <a:cubicBezTo>
                    <a:pt x="13947" y="5315"/>
                    <a:pt x="13978" y="5317"/>
                    <a:pt x="14031" y="5317"/>
                  </a:cubicBezTo>
                  <a:cubicBezTo>
                    <a:pt x="14459" y="5317"/>
                    <a:pt x="16323" y="5185"/>
                    <a:pt x="15244" y="2804"/>
                  </a:cubicBezTo>
                  <a:cubicBezTo>
                    <a:pt x="14763" y="1821"/>
                    <a:pt x="14177" y="879"/>
                    <a:pt x="135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43"/>
            <p:cNvSpPr/>
            <p:nvPr/>
          </p:nvSpPr>
          <p:spPr>
            <a:xfrm>
              <a:off x="5010238" y="1862663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56" y="0"/>
                  </a:moveTo>
                  <a:cubicBezTo>
                    <a:pt x="168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8" y="1653"/>
                    <a:pt x="356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3"/>
            <p:cNvSpPr/>
            <p:nvPr/>
          </p:nvSpPr>
          <p:spPr>
            <a:xfrm>
              <a:off x="5010238" y="1888288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8" y="628"/>
                    <a:pt x="356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3"/>
            <p:cNvSpPr/>
            <p:nvPr/>
          </p:nvSpPr>
          <p:spPr>
            <a:xfrm>
              <a:off x="4946413" y="2212613"/>
              <a:ext cx="267850" cy="32450"/>
            </a:xfrm>
            <a:custGeom>
              <a:avLst/>
              <a:gdLst/>
              <a:ahLst/>
              <a:cxnLst/>
              <a:rect l="l" t="t" r="r" b="b"/>
              <a:pathLst>
                <a:path w="10714" h="1298" extrusionOk="0">
                  <a:moveTo>
                    <a:pt x="5357" y="0"/>
                  </a:moveTo>
                  <a:cubicBezTo>
                    <a:pt x="2407" y="0"/>
                    <a:pt x="1" y="293"/>
                    <a:pt x="1" y="649"/>
                  </a:cubicBezTo>
                  <a:cubicBezTo>
                    <a:pt x="1" y="1004"/>
                    <a:pt x="2407" y="1297"/>
                    <a:pt x="5357" y="1297"/>
                  </a:cubicBezTo>
                  <a:cubicBezTo>
                    <a:pt x="8307" y="1297"/>
                    <a:pt x="10713" y="1004"/>
                    <a:pt x="10713" y="649"/>
                  </a:cubicBezTo>
                  <a:cubicBezTo>
                    <a:pt x="10713" y="293"/>
                    <a:pt x="8307" y="0"/>
                    <a:pt x="53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3"/>
            <p:cNvSpPr/>
            <p:nvPr/>
          </p:nvSpPr>
          <p:spPr>
            <a:xfrm>
              <a:off x="5039513" y="1956813"/>
              <a:ext cx="14675" cy="109350"/>
            </a:xfrm>
            <a:custGeom>
              <a:avLst/>
              <a:gdLst/>
              <a:ahLst/>
              <a:cxnLst/>
              <a:rect l="l" t="t" r="r" b="b"/>
              <a:pathLst>
                <a:path w="587" h="4374" extrusionOk="0">
                  <a:moveTo>
                    <a:pt x="294" y="0"/>
                  </a:moveTo>
                  <a:cubicBezTo>
                    <a:pt x="127" y="0"/>
                    <a:pt x="1" y="147"/>
                    <a:pt x="1" y="293"/>
                  </a:cubicBezTo>
                  <a:lnTo>
                    <a:pt x="1" y="4080"/>
                  </a:lnTo>
                  <a:cubicBezTo>
                    <a:pt x="1" y="4248"/>
                    <a:pt x="127" y="4373"/>
                    <a:pt x="294" y="4373"/>
                  </a:cubicBezTo>
                  <a:cubicBezTo>
                    <a:pt x="440" y="4373"/>
                    <a:pt x="587" y="4248"/>
                    <a:pt x="587" y="4080"/>
                  </a:cubicBezTo>
                  <a:lnTo>
                    <a:pt x="587" y="293"/>
                  </a:lnTo>
                  <a:cubicBezTo>
                    <a:pt x="587" y="147"/>
                    <a:pt x="440" y="0"/>
                    <a:pt x="29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3"/>
            <p:cNvSpPr/>
            <p:nvPr/>
          </p:nvSpPr>
          <p:spPr>
            <a:xfrm>
              <a:off x="5039513" y="191338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27" y="1"/>
                    <a:pt x="1" y="147"/>
                    <a:pt x="1" y="294"/>
                  </a:cubicBezTo>
                  <a:lnTo>
                    <a:pt x="1" y="524"/>
                  </a:lnTo>
                  <a:cubicBezTo>
                    <a:pt x="1" y="691"/>
                    <a:pt x="127" y="817"/>
                    <a:pt x="294" y="817"/>
                  </a:cubicBezTo>
                  <a:cubicBezTo>
                    <a:pt x="440" y="817"/>
                    <a:pt x="587" y="691"/>
                    <a:pt x="587" y="524"/>
                  </a:cubicBezTo>
                  <a:lnTo>
                    <a:pt x="587" y="294"/>
                  </a:lnTo>
                  <a:cubicBezTo>
                    <a:pt x="566" y="147"/>
                    <a:pt x="440" y="1"/>
                    <a:pt x="29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43"/>
            <p:cNvSpPr/>
            <p:nvPr/>
          </p:nvSpPr>
          <p:spPr>
            <a:xfrm>
              <a:off x="4626188" y="1972513"/>
              <a:ext cx="445825" cy="467225"/>
            </a:xfrm>
            <a:custGeom>
              <a:avLst/>
              <a:gdLst/>
              <a:ahLst/>
              <a:cxnLst/>
              <a:rect l="l" t="t" r="r" b="b"/>
              <a:pathLst>
                <a:path w="17833" h="18689" extrusionOk="0">
                  <a:moveTo>
                    <a:pt x="6763" y="0"/>
                  </a:moveTo>
                  <a:lnTo>
                    <a:pt x="6763" y="6361"/>
                  </a:lnTo>
                  <a:cubicBezTo>
                    <a:pt x="6763" y="8662"/>
                    <a:pt x="2494" y="12994"/>
                    <a:pt x="1155" y="15944"/>
                  </a:cubicBezTo>
                  <a:cubicBezTo>
                    <a:pt x="1" y="18528"/>
                    <a:pt x="1960" y="18688"/>
                    <a:pt x="2464" y="18688"/>
                  </a:cubicBezTo>
                  <a:cubicBezTo>
                    <a:pt x="2536" y="18688"/>
                    <a:pt x="2578" y="18685"/>
                    <a:pt x="2578" y="18685"/>
                  </a:cubicBezTo>
                  <a:lnTo>
                    <a:pt x="15258" y="18685"/>
                  </a:lnTo>
                  <a:cubicBezTo>
                    <a:pt x="15258" y="18685"/>
                    <a:pt x="15300" y="18688"/>
                    <a:pt x="15371" y="18688"/>
                  </a:cubicBezTo>
                  <a:cubicBezTo>
                    <a:pt x="15876" y="18688"/>
                    <a:pt x="17832" y="18528"/>
                    <a:pt x="16660" y="15944"/>
                  </a:cubicBezTo>
                  <a:cubicBezTo>
                    <a:pt x="15341" y="12994"/>
                    <a:pt x="11073" y="8662"/>
                    <a:pt x="11073" y="6361"/>
                  </a:cubicBezTo>
                  <a:lnTo>
                    <a:pt x="110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43"/>
            <p:cNvSpPr/>
            <p:nvPr/>
          </p:nvSpPr>
          <p:spPr>
            <a:xfrm>
              <a:off x="4644813" y="2297863"/>
              <a:ext cx="408650" cy="132950"/>
            </a:xfrm>
            <a:custGeom>
              <a:avLst/>
              <a:gdLst/>
              <a:ahLst/>
              <a:cxnLst/>
              <a:rect l="l" t="t" r="r" b="b"/>
              <a:pathLst>
                <a:path w="16346" h="5318" extrusionOk="0">
                  <a:moveTo>
                    <a:pt x="2816" y="1"/>
                  </a:moveTo>
                  <a:cubicBezTo>
                    <a:pt x="2147" y="879"/>
                    <a:pt x="1582" y="1800"/>
                    <a:pt x="1080" y="2783"/>
                  </a:cubicBezTo>
                  <a:cubicBezTo>
                    <a:pt x="0" y="5185"/>
                    <a:pt x="1885" y="5317"/>
                    <a:pt x="2314" y="5317"/>
                  </a:cubicBezTo>
                  <a:cubicBezTo>
                    <a:pt x="2367" y="5317"/>
                    <a:pt x="2398" y="5315"/>
                    <a:pt x="2398" y="5315"/>
                  </a:cubicBezTo>
                  <a:lnTo>
                    <a:pt x="13948" y="5315"/>
                  </a:lnTo>
                  <a:cubicBezTo>
                    <a:pt x="13948" y="5315"/>
                    <a:pt x="13979" y="5317"/>
                    <a:pt x="14032" y="5317"/>
                  </a:cubicBezTo>
                  <a:cubicBezTo>
                    <a:pt x="14461" y="5317"/>
                    <a:pt x="16346" y="5185"/>
                    <a:pt x="15266" y="2783"/>
                  </a:cubicBezTo>
                  <a:cubicBezTo>
                    <a:pt x="14764" y="1800"/>
                    <a:pt x="14178" y="858"/>
                    <a:pt x="135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3"/>
            <p:cNvSpPr/>
            <p:nvPr/>
          </p:nvSpPr>
          <p:spPr>
            <a:xfrm>
              <a:off x="4778513" y="1931188"/>
              <a:ext cx="140725" cy="41350"/>
            </a:xfrm>
            <a:custGeom>
              <a:avLst/>
              <a:gdLst/>
              <a:ahLst/>
              <a:cxnLst/>
              <a:rect l="l" t="t" r="r" b="b"/>
              <a:pathLst>
                <a:path w="5629" h="1654" extrusionOk="0">
                  <a:moveTo>
                    <a:pt x="377" y="0"/>
                  </a:moveTo>
                  <a:cubicBezTo>
                    <a:pt x="167" y="0"/>
                    <a:pt x="0" y="168"/>
                    <a:pt x="0" y="377"/>
                  </a:cubicBezTo>
                  <a:lnTo>
                    <a:pt x="0" y="1276"/>
                  </a:lnTo>
                  <a:cubicBezTo>
                    <a:pt x="0" y="1486"/>
                    <a:pt x="167" y="1653"/>
                    <a:pt x="377" y="1653"/>
                  </a:cubicBezTo>
                  <a:lnTo>
                    <a:pt x="5252" y="1653"/>
                  </a:lnTo>
                  <a:cubicBezTo>
                    <a:pt x="5461" y="1653"/>
                    <a:pt x="5629" y="1486"/>
                    <a:pt x="5629" y="1276"/>
                  </a:cubicBezTo>
                  <a:lnTo>
                    <a:pt x="5629" y="377"/>
                  </a:lnTo>
                  <a:cubicBezTo>
                    <a:pt x="5629" y="168"/>
                    <a:pt x="5461" y="0"/>
                    <a:pt x="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3"/>
            <p:cNvSpPr/>
            <p:nvPr/>
          </p:nvSpPr>
          <p:spPr>
            <a:xfrm>
              <a:off x="4778513" y="1956813"/>
              <a:ext cx="140725" cy="15725"/>
            </a:xfrm>
            <a:custGeom>
              <a:avLst/>
              <a:gdLst/>
              <a:ahLst/>
              <a:cxnLst/>
              <a:rect l="l" t="t" r="r" b="b"/>
              <a:pathLst>
                <a:path w="5629" h="629" extrusionOk="0">
                  <a:moveTo>
                    <a:pt x="0" y="0"/>
                  </a:moveTo>
                  <a:lnTo>
                    <a:pt x="0" y="251"/>
                  </a:lnTo>
                  <a:cubicBezTo>
                    <a:pt x="0" y="461"/>
                    <a:pt x="167" y="628"/>
                    <a:pt x="377" y="628"/>
                  </a:cubicBezTo>
                  <a:lnTo>
                    <a:pt x="5252" y="628"/>
                  </a:lnTo>
                  <a:cubicBezTo>
                    <a:pt x="5461" y="628"/>
                    <a:pt x="5629" y="461"/>
                    <a:pt x="5629" y="251"/>
                  </a:cubicBezTo>
                  <a:lnTo>
                    <a:pt x="5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3"/>
            <p:cNvSpPr/>
            <p:nvPr/>
          </p:nvSpPr>
          <p:spPr>
            <a:xfrm>
              <a:off x="4715213" y="2281638"/>
              <a:ext cx="267325" cy="31950"/>
            </a:xfrm>
            <a:custGeom>
              <a:avLst/>
              <a:gdLst/>
              <a:ahLst/>
              <a:cxnLst/>
              <a:rect l="l" t="t" r="r" b="b"/>
              <a:pathLst>
                <a:path w="10693" h="1278" extrusionOk="0">
                  <a:moveTo>
                    <a:pt x="5357" y="1"/>
                  </a:moveTo>
                  <a:cubicBezTo>
                    <a:pt x="2386" y="1"/>
                    <a:pt x="0" y="273"/>
                    <a:pt x="0" y="650"/>
                  </a:cubicBezTo>
                  <a:cubicBezTo>
                    <a:pt x="0" y="1005"/>
                    <a:pt x="2386" y="1277"/>
                    <a:pt x="5357" y="1277"/>
                  </a:cubicBezTo>
                  <a:cubicBezTo>
                    <a:pt x="8307" y="1277"/>
                    <a:pt x="10692" y="1005"/>
                    <a:pt x="10692" y="650"/>
                  </a:cubicBezTo>
                  <a:cubicBezTo>
                    <a:pt x="10692" y="273"/>
                    <a:pt x="8307" y="1"/>
                    <a:pt x="53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3"/>
            <p:cNvSpPr/>
            <p:nvPr/>
          </p:nvSpPr>
          <p:spPr>
            <a:xfrm>
              <a:off x="4807788" y="2025863"/>
              <a:ext cx="14675" cy="108825"/>
            </a:xfrm>
            <a:custGeom>
              <a:avLst/>
              <a:gdLst/>
              <a:ahLst/>
              <a:cxnLst/>
              <a:rect l="l" t="t" r="r" b="b"/>
              <a:pathLst>
                <a:path w="587" h="4353" extrusionOk="0">
                  <a:moveTo>
                    <a:pt x="294" y="0"/>
                  </a:moveTo>
                  <a:cubicBezTo>
                    <a:pt x="147" y="0"/>
                    <a:pt x="1" y="126"/>
                    <a:pt x="1" y="293"/>
                  </a:cubicBezTo>
                  <a:lnTo>
                    <a:pt x="1" y="4059"/>
                  </a:lnTo>
                  <a:cubicBezTo>
                    <a:pt x="1" y="4227"/>
                    <a:pt x="147" y="4352"/>
                    <a:pt x="294" y="4352"/>
                  </a:cubicBezTo>
                  <a:cubicBezTo>
                    <a:pt x="461" y="4352"/>
                    <a:pt x="587" y="4227"/>
                    <a:pt x="587" y="4059"/>
                  </a:cubicBezTo>
                  <a:lnTo>
                    <a:pt x="587" y="293"/>
                  </a:lnTo>
                  <a:cubicBezTo>
                    <a:pt x="587" y="126"/>
                    <a:pt x="461" y="0"/>
                    <a:pt x="29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43"/>
            <p:cNvSpPr/>
            <p:nvPr/>
          </p:nvSpPr>
          <p:spPr>
            <a:xfrm>
              <a:off x="4807788" y="1982438"/>
              <a:ext cx="14675" cy="20425"/>
            </a:xfrm>
            <a:custGeom>
              <a:avLst/>
              <a:gdLst/>
              <a:ahLst/>
              <a:cxnLst/>
              <a:rect l="l" t="t" r="r" b="b"/>
              <a:pathLst>
                <a:path w="587" h="817" extrusionOk="0">
                  <a:moveTo>
                    <a:pt x="294" y="1"/>
                  </a:moveTo>
                  <a:cubicBezTo>
                    <a:pt x="147" y="1"/>
                    <a:pt x="1" y="126"/>
                    <a:pt x="1" y="294"/>
                  </a:cubicBezTo>
                  <a:lnTo>
                    <a:pt x="1" y="524"/>
                  </a:lnTo>
                  <a:cubicBezTo>
                    <a:pt x="1" y="670"/>
                    <a:pt x="147" y="817"/>
                    <a:pt x="294" y="817"/>
                  </a:cubicBezTo>
                  <a:cubicBezTo>
                    <a:pt x="461" y="817"/>
                    <a:pt x="587" y="670"/>
                    <a:pt x="587" y="524"/>
                  </a:cubicBezTo>
                  <a:lnTo>
                    <a:pt x="587" y="294"/>
                  </a:lnTo>
                  <a:cubicBezTo>
                    <a:pt x="587" y="126"/>
                    <a:pt x="461" y="1"/>
                    <a:pt x="29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3" name="Google Shape;1133;p143"/>
          <p:cNvGrpSpPr/>
          <p:nvPr/>
        </p:nvGrpSpPr>
        <p:grpSpPr>
          <a:xfrm rot="2986647">
            <a:off x="8275600" y="-409171"/>
            <a:ext cx="572859" cy="840314"/>
            <a:chOff x="1713713" y="4972438"/>
            <a:chExt cx="443613" cy="650725"/>
          </a:xfrm>
        </p:grpSpPr>
        <p:sp>
          <p:nvSpPr>
            <p:cNvPr id="1134" name="Google Shape;1134;p143"/>
            <p:cNvSpPr/>
            <p:nvPr/>
          </p:nvSpPr>
          <p:spPr>
            <a:xfrm>
              <a:off x="1922975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3"/>
            <p:cNvSpPr/>
            <p:nvPr/>
          </p:nvSpPr>
          <p:spPr>
            <a:xfrm>
              <a:off x="1924000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3"/>
            <p:cNvSpPr/>
            <p:nvPr/>
          </p:nvSpPr>
          <p:spPr>
            <a:xfrm>
              <a:off x="1713725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3"/>
            <p:cNvSpPr/>
            <p:nvPr/>
          </p:nvSpPr>
          <p:spPr>
            <a:xfrm>
              <a:off x="1772850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43"/>
            <p:cNvSpPr/>
            <p:nvPr/>
          </p:nvSpPr>
          <p:spPr>
            <a:xfrm>
              <a:off x="1813650" y="5021588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rgbClr val="FFF0AB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43"/>
            <p:cNvSpPr/>
            <p:nvPr/>
          </p:nvSpPr>
          <p:spPr>
            <a:xfrm>
              <a:off x="1857050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rgbClr val="C0272D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3"/>
            <p:cNvSpPr/>
            <p:nvPr/>
          </p:nvSpPr>
          <p:spPr>
            <a:xfrm>
              <a:off x="1922963" y="5313488"/>
              <a:ext cx="127125" cy="99925"/>
            </a:xfrm>
            <a:custGeom>
              <a:avLst/>
              <a:gdLst/>
              <a:ahLst/>
              <a:cxnLst/>
              <a:rect l="l" t="t" r="r" b="b"/>
              <a:pathLst>
                <a:path w="5085" h="3997" extrusionOk="0">
                  <a:moveTo>
                    <a:pt x="942" y="0"/>
                  </a:moveTo>
                  <a:lnTo>
                    <a:pt x="0" y="1674"/>
                  </a:lnTo>
                  <a:lnTo>
                    <a:pt x="4164" y="3997"/>
                  </a:lnTo>
                  <a:lnTo>
                    <a:pt x="4101" y="2867"/>
                  </a:lnTo>
                  <a:lnTo>
                    <a:pt x="5085" y="2323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43"/>
            <p:cNvSpPr/>
            <p:nvPr/>
          </p:nvSpPr>
          <p:spPr>
            <a:xfrm>
              <a:off x="1923988" y="5319238"/>
              <a:ext cx="65425" cy="125050"/>
            </a:xfrm>
            <a:custGeom>
              <a:avLst/>
              <a:gdLst/>
              <a:ahLst/>
              <a:cxnLst/>
              <a:rect l="l" t="t" r="r" b="b"/>
              <a:pathLst>
                <a:path w="2617" h="5002" extrusionOk="0">
                  <a:moveTo>
                    <a:pt x="1905" y="0"/>
                  </a:moveTo>
                  <a:lnTo>
                    <a:pt x="1" y="293"/>
                  </a:lnTo>
                  <a:lnTo>
                    <a:pt x="712" y="5001"/>
                  </a:lnTo>
                  <a:lnTo>
                    <a:pt x="1570" y="4269"/>
                  </a:lnTo>
                  <a:lnTo>
                    <a:pt x="2616" y="4708"/>
                  </a:lnTo>
                  <a:lnTo>
                    <a:pt x="2616" y="4708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43"/>
            <p:cNvSpPr/>
            <p:nvPr/>
          </p:nvSpPr>
          <p:spPr>
            <a:xfrm>
              <a:off x="1713713" y="4972438"/>
              <a:ext cx="443600" cy="650725"/>
            </a:xfrm>
            <a:custGeom>
              <a:avLst/>
              <a:gdLst/>
              <a:ahLst/>
              <a:cxnLst/>
              <a:rect l="l" t="t" r="r" b="b"/>
              <a:pathLst>
                <a:path w="17744" h="26029" extrusionOk="0">
                  <a:moveTo>
                    <a:pt x="13015" y="0"/>
                  </a:moveTo>
                  <a:lnTo>
                    <a:pt x="1" y="23393"/>
                  </a:lnTo>
                  <a:cubicBezTo>
                    <a:pt x="670" y="25757"/>
                    <a:pt x="4750" y="26029"/>
                    <a:pt x="4750" y="26029"/>
                  </a:cubicBezTo>
                  <a:lnTo>
                    <a:pt x="17744" y="2636"/>
                  </a:lnTo>
                  <a:cubicBezTo>
                    <a:pt x="17200" y="837"/>
                    <a:pt x="13015" y="0"/>
                    <a:pt x="130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3"/>
            <p:cNvSpPr/>
            <p:nvPr/>
          </p:nvSpPr>
          <p:spPr>
            <a:xfrm>
              <a:off x="1772838" y="4997538"/>
              <a:ext cx="384475" cy="625625"/>
            </a:xfrm>
            <a:custGeom>
              <a:avLst/>
              <a:gdLst/>
              <a:ahLst/>
              <a:cxnLst/>
              <a:rect l="l" t="t" r="r" b="b"/>
              <a:pathLst>
                <a:path w="15379" h="25025" extrusionOk="0">
                  <a:moveTo>
                    <a:pt x="13621" y="0"/>
                  </a:moveTo>
                  <a:lnTo>
                    <a:pt x="0" y="24502"/>
                  </a:lnTo>
                  <a:cubicBezTo>
                    <a:pt x="774" y="24774"/>
                    <a:pt x="1569" y="24941"/>
                    <a:pt x="2385" y="25025"/>
                  </a:cubicBezTo>
                  <a:lnTo>
                    <a:pt x="15379" y="1632"/>
                  </a:lnTo>
                  <a:cubicBezTo>
                    <a:pt x="15170" y="963"/>
                    <a:pt x="14458" y="419"/>
                    <a:pt x="13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3"/>
            <p:cNvSpPr/>
            <p:nvPr/>
          </p:nvSpPr>
          <p:spPr>
            <a:xfrm>
              <a:off x="1813638" y="5021588"/>
              <a:ext cx="343675" cy="601575"/>
            </a:xfrm>
            <a:custGeom>
              <a:avLst/>
              <a:gdLst/>
              <a:ahLst/>
              <a:cxnLst/>
              <a:rect l="l" t="t" r="r" b="b"/>
              <a:pathLst>
                <a:path w="13747" h="24063" extrusionOk="0">
                  <a:moveTo>
                    <a:pt x="13349" y="1"/>
                  </a:moveTo>
                  <a:lnTo>
                    <a:pt x="0" y="23958"/>
                  </a:lnTo>
                  <a:cubicBezTo>
                    <a:pt x="439" y="24042"/>
                    <a:pt x="732" y="24063"/>
                    <a:pt x="732" y="24063"/>
                  </a:cubicBezTo>
                  <a:lnTo>
                    <a:pt x="13747" y="670"/>
                  </a:lnTo>
                  <a:cubicBezTo>
                    <a:pt x="13663" y="419"/>
                    <a:pt x="13517" y="189"/>
                    <a:pt x="13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3"/>
            <p:cNvSpPr/>
            <p:nvPr/>
          </p:nvSpPr>
          <p:spPr>
            <a:xfrm>
              <a:off x="1857038" y="5254513"/>
              <a:ext cx="148600" cy="111300"/>
            </a:xfrm>
            <a:custGeom>
              <a:avLst/>
              <a:gdLst/>
              <a:ahLst/>
              <a:cxnLst/>
              <a:rect l="l" t="t" r="r" b="b"/>
              <a:pathLst>
                <a:path w="5944" h="4452" extrusionOk="0">
                  <a:moveTo>
                    <a:pt x="1" y="1814"/>
                  </a:moveTo>
                  <a:cubicBezTo>
                    <a:pt x="1" y="1815"/>
                    <a:pt x="1" y="1815"/>
                    <a:pt x="1" y="1815"/>
                  </a:cubicBezTo>
                  <a:lnTo>
                    <a:pt x="1" y="1814"/>
                  </a:lnTo>
                  <a:close/>
                  <a:moveTo>
                    <a:pt x="1220" y="1"/>
                  </a:moveTo>
                  <a:cubicBezTo>
                    <a:pt x="1006" y="1"/>
                    <a:pt x="963" y="79"/>
                    <a:pt x="963" y="79"/>
                  </a:cubicBezTo>
                  <a:lnTo>
                    <a:pt x="1" y="1814"/>
                  </a:lnTo>
                  <a:lnTo>
                    <a:pt x="1" y="1814"/>
                  </a:lnTo>
                  <a:cubicBezTo>
                    <a:pt x="6" y="1807"/>
                    <a:pt x="52" y="1737"/>
                    <a:pt x="251" y="1737"/>
                  </a:cubicBezTo>
                  <a:cubicBezTo>
                    <a:pt x="554" y="1737"/>
                    <a:pt x="1212" y="1897"/>
                    <a:pt x="2616" y="2673"/>
                  </a:cubicBezTo>
                  <a:cubicBezTo>
                    <a:pt x="4981" y="3991"/>
                    <a:pt x="4729" y="4452"/>
                    <a:pt x="4729" y="4452"/>
                  </a:cubicBezTo>
                  <a:lnTo>
                    <a:pt x="5692" y="2715"/>
                  </a:lnTo>
                  <a:cubicBezTo>
                    <a:pt x="5692" y="2715"/>
                    <a:pt x="5943" y="2255"/>
                    <a:pt x="3579" y="936"/>
                  </a:cubicBezTo>
                  <a:cubicBezTo>
                    <a:pt x="2187" y="160"/>
                    <a:pt x="1527" y="1"/>
                    <a:pt x="12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48" name="Google Shape;1148;p1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49" name="Google Shape;1149;p1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8">
  <p:cSld name="TITLE_AND_BODY_8"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2" name="Google Shape;1152;p1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153" name="Google Shape;1153;p1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1">
  <p:cSld name="1_Title and Content_1"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46"/>
          <p:cNvSpPr txBox="1"/>
          <p:nvPr/>
        </p:nvSpPr>
        <p:spPr>
          <a:xfrm>
            <a:off x="2869128" y="60950"/>
            <a:ext cx="2839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0000"/>
                </a:solidFill>
              </a:rPr>
              <a:t>8th Jan 2020-(Shift 1)</a:t>
            </a:r>
            <a:endParaRPr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9">
  <p:cSld name="TITLE_AND_BODY_9"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8" name="Google Shape;1158;p1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159" name="Google Shape;1159;p1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0" name="Google Shape;1160;p147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65755" y="73740"/>
            <a:ext cx="1260511" cy="42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0">
  <p:cSld name="TITLE_AND_BODY_10"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3" name="Google Shape;1163;p1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164" name="Google Shape;1164;p1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1">
  <p:cSld name="TITLE_AND_BODY_11"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1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55600" rtl="0">
              <a:spcBef>
                <a:spcPts val="160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160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168" name="Google Shape;1168;p1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5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75" name="Google Shape;1175;p15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76" name="Google Shape;1176;p1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5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79" name="Google Shape;1179;p1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1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3" name="Google Shape;1183;p1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p1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7" name="Google Shape;1187;p1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88" name="Google Shape;1188;p1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1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94" name="Google Shape;1194;p1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95" name="Google Shape;1195;p1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98" name="Google Shape;1198;p1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58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2" name="Google Shape;1202;p1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3" name="Google Shape;1203;p158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4" name="Google Shape;1204;p1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07" name="Google Shape;1207;p1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0" name="Google Shape;1210;p1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11" name="Google Shape;1211;p1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_1_1_2_1">
    <p:bg>
      <p:bgPr>
        <a:solidFill>
          <a:srgbClr val="AFA8D0"/>
        </a:solidFill>
        <a:effectLst/>
      </p:bgPr>
    </p:bg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5" name="Google Shape;1215;p162"/>
          <p:cNvPicPr preferRelativeResize="0"/>
          <p:nvPr/>
        </p:nvPicPr>
        <p:blipFill rotWithShape="1">
          <a:blip r:embed="rId2">
            <a:alphaModFix/>
          </a:blip>
          <a:srcRect l="60718" b="38141"/>
          <a:stretch/>
        </p:blipFill>
        <p:spPr>
          <a:xfrm>
            <a:off x="7276625" y="-3"/>
            <a:ext cx="1867380" cy="165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162"/>
          <p:cNvPicPr preferRelativeResize="0"/>
          <p:nvPr/>
        </p:nvPicPr>
        <p:blipFill rotWithShape="1">
          <a:blip r:embed="rId2">
            <a:alphaModFix/>
          </a:blip>
          <a:srcRect l="60718" b="38141"/>
          <a:stretch/>
        </p:blipFill>
        <p:spPr>
          <a:xfrm rot="-5400000" flipH="1">
            <a:off x="-106650" y="3382772"/>
            <a:ext cx="1867380" cy="165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162"/>
          <p:cNvSpPr txBox="1">
            <a:spLocks noGrp="1"/>
          </p:cNvSpPr>
          <p:nvPr>
            <p:ph type="subTitle" idx="1"/>
          </p:nvPr>
        </p:nvSpPr>
        <p:spPr>
          <a:xfrm>
            <a:off x="2699100" y="1261125"/>
            <a:ext cx="37458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None/>
              <a:defRPr sz="12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18" name="Google Shape;1218;p162"/>
          <p:cNvSpPr txBox="1">
            <a:spLocks noGrp="1"/>
          </p:cNvSpPr>
          <p:nvPr>
            <p:ph type="ctrTitle"/>
          </p:nvPr>
        </p:nvSpPr>
        <p:spPr>
          <a:xfrm>
            <a:off x="899250" y="4128125"/>
            <a:ext cx="7345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63"/>
          <p:cNvSpPr txBox="1">
            <a:spLocks noGrp="1"/>
          </p:cNvSpPr>
          <p:nvPr>
            <p:ph type="title"/>
          </p:nvPr>
        </p:nvSpPr>
        <p:spPr>
          <a:xfrm>
            <a:off x="762000" y="3429000"/>
            <a:ext cx="67818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Impact"/>
              <a:buNone/>
              <a:defRPr sz="5400" b="0" i="0" u="none" strike="noStrike" cap="none">
                <a:solidFill>
                  <a:srgbClr val="262626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21" name="Google Shape;1221;p163"/>
          <p:cNvSpPr txBox="1">
            <a:spLocks noGrp="1"/>
          </p:cNvSpPr>
          <p:nvPr>
            <p:ph type="body" idx="1"/>
          </p:nvPr>
        </p:nvSpPr>
        <p:spPr>
          <a:xfrm>
            <a:off x="762000" y="514350"/>
            <a:ext cx="7543800" cy="29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22" name="Google Shape;1222;p163"/>
          <p:cNvSpPr txBox="1">
            <a:spLocks noGrp="1"/>
          </p:cNvSpPr>
          <p:nvPr>
            <p:ph type="dt" idx="10"/>
          </p:nvPr>
        </p:nvSpPr>
        <p:spPr>
          <a:xfrm>
            <a:off x="6248400" y="4656582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23" name="Google Shape;1223;p163"/>
          <p:cNvSpPr txBox="1">
            <a:spLocks noGrp="1"/>
          </p:cNvSpPr>
          <p:nvPr>
            <p:ph type="ftr" idx="11"/>
          </p:nvPr>
        </p:nvSpPr>
        <p:spPr>
          <a:xfrm>
            <a:off x="762002" y="4656582"/>
            <a:ext cx="48738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24" name="Google Shape;1224;p163"/>
          <p:cNvSpPr txBox="1">
            <a:spLocks noGrp="1"/>
          </p:cNvSpPr>
          <p:nvPr>
            <p:ph type="sldNum" idx="12"/>
          </p:nvPr>
        </p:nvSpPr>
        <p:spPr>
          <a:xfrm>
            <a:off x="7620000" y="4265676"/>
            <a:ext cx="762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31" name="Google Shape;1231;p1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32" name="Google Shape;1232;p1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6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5" name="Google Shape;1235;p1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38" name="Google Shape;1238;p1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9" name="Google Shape;1239;p1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0" name="Google Shape;1240;p167"/>
          <p:cNvPicPr preferRelativeResize="0"/>
          <p:nvPr/>
        </p:nvPicPr>
        <p:blipFill rotWithShape="1">
          <a:blip r:embed="rId2">
            <a:alphaModFix/>
          </a:blip>
          <a:srcRect t="24580" b="19503"/>
          <a:stretch/>
        </p:blipFill>
        <p:spPr>
          <a:xfrm>
            <a:off x="65755" y="73740"/>
            <a:ext cx="1260511" cy="42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3" name="Google Shape;1243;p1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44" name="Google Shape;1244;p16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45" name="Google Shape;1245;p1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48" name="Google Shape;1248;p1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7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51" name="Google Shape;1251;p17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52" name="Google Shape;1252;p1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7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55" name="Google Shape;1255;p1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17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59" name="Google Shape;1259;p17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60" name="Google Shape;1260;p17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1" name="Google Shape;1261;p1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7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64" name="Google Shape;1264;p1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7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7" name="Google Shape;1267;p17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8" name="Google Shape;1268;p1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76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73" name="Google Shape;1273;p17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4" name="Google Shape;1274;p176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5" name="Google Shape;1275;p176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6" name="Google Shape;1276;p176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 1">
  <p:cSld name="1_Title and Content_1"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77"/>
          <p:cNvSpPr txBox="1"/>
          <p:nvPr/>
        </p:nvSpPr>
        <p:spPr>
          <a:xfrm>
            <a:off x="2869128" y="60950"/>
            <a:ext cx="2839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FF0000"/>
                </a:solidFill>
              </a:rPr>
              <a:t>8th Jan 2020-(Shift 1)</a:t>
            </a:r>
            <a:endParaRPr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6" name="Google Shape;1286;p1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58287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7" name="Google Shape;1287;p179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1288" name="Google Shape;1288;p179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289" name="Google Shape;1289;p179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290" name="Google Shape;1290;p179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291" name="Google Shape;1291;p179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292" name="Google Shape;1292;p179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293" name="Google Shape;1293;p179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294" name="Google Shape;1294;p179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295" name="Google Shape;1295;p179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1296" name="Google Shape;1296;p179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1297" name="Google Shape;1297;p179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298" name="Google Shape;1298;p179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299" name="Google Shape;1299;p179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79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01" name="Google Shape;1301;p179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02" name="Google Shape;1302;p179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03" name="Google Shape;1303;p179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04" name="Google Shape;1304;p179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1305" name="Google Shape;1305;p179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1306" name="Google Shape;1306;p179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07" name="Google Shape;1307;p179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08" name="Google Shape;1308;p179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79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10" name="Google Shape;1310;p179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11" name="Google Shape;1311;p179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12" name="Google Shape;1312;p179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13" name="Google Shape;1313;p179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4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1314" name="Google Shape;1314;p179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15" name="Google Shape;1315;p179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16" name="Google Shape;1316;p179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17" name="Google Shape;1317;p179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8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1318" name="Google Shape;1318;p179"/>
          <p:cNvSpPr/>
          <p:nvPr/>
        </p:nvSpPr>
        <p:spPr>
          <a:xfrm>
            <a:off x="0" y="3810000"/>
            <a:ext cx="9144000" cy="13335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9" name="Google Shape;1319;p17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855309" y="164765"/>
            <a:ext cx="5433383" cy="312669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  <p:grpSp>
        <p:nvGrpSpPr>
          <p:cNvPr id="1320" name="Google Shape;1320;p179"/>
          <p:cNvGrpSpPr/>
          <p:nvPr/>
        </p:nvGrpSpPr>
        <p:grpSpPr>
          <a:xfrm>
            <a:off x="1264067" y="1992799"/>
            <a:ext cx="6615867" cy="2824151"/>
            <a:chOff x="1451428" y="2504665"/>
            <a:chExt cx="8821155" cy="3765535"/>
          </a:xfrm>
        </p:grpSpPr>
        <p:pic>
          <p:nvPicPr>
            <p:cNvPr id="1321" name="Google Shape;1321;p179"/>
            <p:cNvPicPr preferRelativeResize="0"/>
            <p:nvPr/>
          </p:nvPicPr>
          <p:blipFill rotWithShape="1">
            <a:blip r:embed="rId30">
              <a:alphaModFix/>
            </a:blip>
            <a:srcRect/>
            <a:stretch/>
          </p:blipFill>
          <p:spPr>
            <a:xfrm>
              <a:off x="8670478" y="4325257"/>
              <a:ext cx="1602105" cy="1691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2" name="Google Shape;1322;p179"/>
            <p:cNvSpPr/>
            <p:nvPr/>
          </p:nvSpPr>
          <p:spPr>
            <a:xfrm>
              <a:off x="3193143" y="5283200"/>
              <a:ext cx="5472000" cy="987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323" name="Google Shape;1323;p179"/>
            <p:cNvPicPr preferRelativeResize="0"/>
            <p:nvPr/>
          </p:nvPicPr>
          <p:blipFill rotWithShape="1">
            <a:blip r:embed="rId31">
              <a:alphaModFix/>
            </a:blip>
            <a:srcRect/>
            <a:stretch/>
          </p:blipFill>
          <p:spPr>
            <a:xfrm>
              <a:off x="3476171" y="3072987"/>
              <a:ext cx="5239658" cy="286706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1324" name="Google Shape;1324;p179"/>
            <p:cNvPicPr preferRelativeResize="0"/>
            <p:nvPr/>
          </p:nvPicPr>
          <p:blipFill rotWithShape="1">
            <a:blip r:embed="rId32">
              <a:alphaModFix/>
            </a:blip>
            <a:srcRect/>
            <a:stretch/>
          </p:blipFill>
          <p:spPr>
            <a:xfrm>
              <a:off x="4773530" y="2504665"/>
              <a:ext cx="2644940" cy="84329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1325" name="Google Shape;1325;p179"/>
            <p:cNvSpPr/>
            <p:nvPr/>
          </p:nvSpPr>
          <p:spPr>
            <a:xfrm>
              <a:off x="1683657" y="5508171"/>
              <a:ext cx="1465800" cy="4428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326" name="Google Shape;1326;p179"/>
            <p:cNvPicPr preferRelativeResize="0"/>
            <p:nvPr/>
          </p:nvPicPr>
          <p:blipFill rotWithShape="1">
            <a:blip r:embed="rId33">
              <a:alphaModFix/>
            </a:blip>
            <a:srcRect/>
            <a:stretch/>
          </p:blipFill>
          <p:spPr>
            <a:xfrm>
              <a:off x="1451428" y="3048001"/>
              <a:ext cx="1926753" cy="27159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1327" name="Google Shape;1327;p179"/>
          <p:cNvSpPr txBox="1">
            <a:spLocks noGrp="1"/>
          </p:cNvSpPr>
          <p:nvPr>
            <p:ph type="ctrTitle"/>
          </p:nvPr>
        </p:nvSpPr>
        <p:spPr>
          <a:xfrm>
            <a:off x="2335294" y="989425"/>
            <a:ext cx="4487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mall" type="blank">
  <p:cSld name="BLANK"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80"/>
          <p:cNvSpPr txBox="1">
            <a:spLocks noGrp="1"/>
          </p:cNvSpPr>
          <p:nvPr>
            <p:ph type="title"/>
          </p:nvPr>
        </p:nvSpPr>
        <p:spPr>
          <a:xfrm>
            <a:off x="4382377" y="804059"/>
            <a:ext cx="4063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0" name="Google Shape;1330;p180"/>
          <p:cNvSpPr txBox="1">
            <a:spLocks noGrp="1"/>
          </p:cNvSpPr>
          <p:nvPr>
            <p:ph type="body" idx="1"/>
          </p:nvPr>
        </p:nvSpPr>
        <p:spPr>
          <a:xfrm>
            <a:off x="4382377" y="1541756"/>
            <a:ext cx="40632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31" name="Google Shape;1331;p180"/>
          <p:cNvSpPr>
            <a:spLocks noGrp="1"/>
          </p:cNvSpPr>
          <p:nvPr>
            <p:ph type="pic" idx="2"/>
          </p:nvPr>
        </p:nvSpPr>
        <p:spPr>
          <a:xfrm>
            <a:off x="0" y="0"/>
            <a:ext cx="40632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81"/>
          <p:cNvSpPr/>
          <p:nvPr/>
        </p:nvSpPr>
        <p:spPr>
          <a:xfrm>
            <a:off x="-21694" y="0"/>
            <a:ext cx="9157800" cy="5142000"/>
          </a:xfrm>
          <a:prstGeom prst="rect">
            <a:avLst/>
          </a:prstGeom>
          <a:solidFill>
            <a:srgbClr val="FCB83F"/>
          </a:solidFill>
          <a:ln w="12700" cap="flat" cmpd="sng">
            <a:solidFill>
              <a:srgbClr val="BA930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34" name="Google Shape;1334;p181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1335" name="Google Shape;1335;p181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36" name="Google Shape;1336;p181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37" name="Google Shape;1337;p181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38" name="Google Shape;1338;p181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39" name="Google Shape;1339;p181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40" name="Google Shape;1340;p181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41" name="Google Shape;1341;p181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42" name="Google Shape;1342;p181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1343" name="Google Shape;1343;p181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1344" name="Google Shape;1344;p181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45" name="Google Shape;1345;p181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46" name="Google Shape;1346;p181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181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48" name="Google Shape;1348;p181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49" name="Google Shape;1349;p181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50" name="Google Shape;1350;p181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51" name="Google Shape;1351;p181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1352" name="Google Shape;1352;p181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1353" name="Google Shape;1353;p181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54" name="Google Shape;1354;p181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55" name="Google Shape;1355;p181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181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57" name="Google Shape;1357;p181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58" name="Google Shape;1358;p181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59" name="Google Shape;1359;p181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60" name="Google Shape;1360;p181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1361" name="Google Shape;1361;p181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62" name="Google Shape;1362;p181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63" name="Google Shape;1363;p181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64" name="Google Shape;1364;p181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1365" name="Google Shape;1365;p181"/>
          <p:cNvSpPr/>
          <p:nvPr/>
        </p:nvSpPr>
        <p:spPr>
          <a:xfrm>
            <a:off x="219417" y="1741932"/>
            <a:ext cx="6172200" cy="1824300"/>
          </a:xfrm>
          <a:prstGeom prst="rect">
            <a:avLst/>
          </a:prstGeom>
          <a:solidFill>
            <a:srgbClr val="592F28"/>
          </a:solidFill>
          <a:ln>
            <a:noFill/>
          </a:ln>
          <a:effectLst>
            <a:outerShdw blurRad="3556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181"/>
          <p:cNvSpPr txBox="1">
            <a:spLocks noGrp="1"/>
          </p:cNvSpPr>
          <p:nvPr>
            <p:ph type="ctrTitle"/>
          </p:nvPr>
        </p:nvSpPr>
        <p:spPr>
          <a:xfrm>
            <a:off x="471697" y="1900004"/>
            <a:ext cx="38481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aleway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7" name="Google Shape;1367;p181"/>
          <p:cNvSpPr txBox="1">
            <a:spLocks noGrp="1"/>
          </p:cNvSpPr>
          <p:nvPr>
            <p:ph type="subTitle" idx="1"/>
          </p:nvPr>
        </p:nvSpPr>
        <p:spPr>
          <a:xfrm>
            <a:off x="471621" y="2706924"/>
            <a:ext cx="38481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pic>
        <p:nvPicPr>
          <p:cNvPr id="1368" name="Google Shape;1368;p181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572000" y="0"/>
            <a:ext cx="4575712" cy="5145030"/>
          </a:xfrm>
          <a:prstGeom prst="rect">
            <a:avLst/>
          </a:prstGeom>
          <a:noFill/>
          <a:ln>
            <a:noFill/>
          </a:ln>
          <a:effectLst>
            <a:outerShdw blurRad="381000" dist="38100" dir="10800000" algn="r" rotWithShape="0">
              <a:srgbClr val="000000">
                <a:alpha val="40000"/>
              </a:srgbClr>
            </a:outerShdw>
          </a:effectLst>
        </p:spPr>
      </p:pic>
      <p:sp>
        <p:nvSpPr>
          <p:cNvPr id="1369" name="Google Shape;1369;p181"/>
          <p:cNvSpPr>
            <a:spLocks noGrp="1"/>
          </p:cNvSpPr>
          <p:nvPr>
            <p:ph type="pic" idx="2"/>
          </p:nvPr>
        </p:nvSpPr>
        <p:spPr>
          <a:xfrm>
            <a:off x="4544440" y="-1530"/>
            <a:ext cx="45915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1" name="Google Shape;1371;p182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1372" name="Google Shape;1372;p182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73" name="Google Shape;1373;p182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74" name="Google Shape;1374;p182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75" name="Google Shape;1375;p182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76" name="Google Shape;1376;p182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77" name="Google Shape;1377;p182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78" name="Google Shape;1378;p182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79" name="Google Shape;1379;p182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1380" name="Google Shape;1380;p182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1381" name="Google Shape;1381;p182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82" name="Google Shape;1382;p182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83" name="Google Shape;1383;p182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182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85" name="Google Shape;1385;p182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86" name="Google Shape;1386;p182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87" name="Google Shape;1387;p182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88" name="Google Shape;1388;p182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1389" name="Google Shape;1389;p182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1390" name="Google Shape;1390;p182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91" name="Google Shape;1391;p182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92" name="Google Shape;1392;p182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182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94" name="Google Shape;1394;p182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95" name="Google Shape;1395;p182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96" name="Google Shape;1396;p182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397" name="Google Shape;1397;p182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1398" name="Google Shape;1398;p182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399" name="Google Shape;1399;p182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00" name="Google Shape;1400;p182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01" name="Google Shape;1401;p182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grpSp>
        <p:nvGrpSpPr>
          <p:cNvPr id="1402" name="Google Shape;1402;p182"/>
          <p:cNvGrpSpPr/>
          <p:nvPr/>
        </p:nvGrpSpPr>
        <p:grpSpPr>
          <a:xfrm>
            <a:off x="524656" y="712204"/>
            <a:ext cx="8094600" cy="3921525"/>
            <a:chOff x="699507" y="814694"/>
            <a:chExt cx="10792800" cy="5228700"/>
          </a:xfrm>
        </p:grpSpPr>
        <p:sp>
          <p:nvSpPr>
            <p:cNvPr id="1403" name="Google Shape;1403;p182"/>
            <p:cNvSpPr/>
            <p:nvPr/>
          </p:nvSpPr>
          <p:spPr>
            <a:xfrm>
              <a:off x="699507" y="814694"/>
              <a:ext cx="10792800" cy="52287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4" name="Google Shape;1404;p182"/>
            <p:cNvSpPr/>
            <p:nvPr/>
          </p:nvSpPr>
          <p:spPr>
            <a:xfrm>
              <a:off x="826924" y="933137"/>
              <a:ext cx="10538100" cy="4991700"/>
            </a:xfrm>
            <a:prstGeom prst="rect">
              <a:avLst/>
            </a:prstGeom>
            <a:solidFill>
              <a:srgbClr val="347C7F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05" name="Google Shape;1405;p182"/>
          <p:cNvSpPr txBox="1">
            <a:spLocks noGrp="1"/>
          </p:cNvSpPr>
          <p:nvPr>
            <p:ph type="body" idx="1"/>
          </p:nvPr>
        </p:nvSpPr>
        <p:spPr>
          <a:xfrm>
            <a:off x="2225675" y="2161801"/>
            <a:ext cx="46926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0" i="1">
                <a:solidFill>
                  <a:schemeClr val="lt1"/>
                </a:solidFill>
              </a:defRPr>
            </a:lvl1pPr>
            <a:lvl2pPr marL="914400" lvl="1" indent="-3429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i="1"/>
            </a:lvl2pPr>
            <a:lvl3pPr marL="1371600" lvl="2" indent="-32385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1" i="1"/>
            </a:lvl3pPr>
            <a:lvl4pPr marL="1828800" lvl="3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4pPr>
            <a:lvl5pPr marL="2286000" lvl="4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5pPr>
            <a:lvl6pPr marL="2743200" lvl="5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6pPr>
            <a:lvl7pPr marL="3200400" lvl="6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7pPr>
            <a:lvl8pPr marL="3657600" lvl="7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8pPr>
            <a:lvl9pPr marL="4114800" lvl="8" indent="-3175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 i="1"/>
            </a:lvl9pPr>
          </a:lstStyle>
          <a:p>
            <a:endParaRPr/>
          </a:p>
        </p:txBody>
      </p:sp>
      <p:pic>
        <p:nvPicPr>
          <p:cNvPr id="1406" name="Google Shape;1406;p182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49238" y="206829"/>
            <a:ext cx="1081946" cy="1253058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1407" name="Google Shape;1407;p182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2080913">
            <a:off x="8339717" y="291536"/>
            <a:ext cx="607364" cy="881781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1408" name="Google Shape;1408;p182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 rot="2090240">
            <a:off x="383335" y="3925222"/>
            <a:ext cx="699505" cy="975353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409" name="Google Shape;1409;p182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7790612" y="4220033"/>
            <a:ext cx="1239088" cy="68485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1" name="Google Shape;1411;p183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1412" name="Google Shape;1412;p183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13" name="Google Shape;1413;p183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14" name="Google Shape;1414;p183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15" name="Google Shape;1415;p183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16" name="Google Shape;1416;p183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17" name="Google Shape;1417;p183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18" name="Google Shape;1418;p183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19" name="Google Shape;1419;p183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1420" name="Google Shape;1420;p183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1421" name="Google Shape;1421;p183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22" name="Google Shape;1422;p183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23" name="Google Shape;1423;p183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83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25" name="Google Shape;1425;p183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26" name="Google Shape;1426;p183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27" name="Google Shape;1427;p183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28" name="Google Shape;1428;p183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1429" name="Google Shape;1429;p183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1430" name="Google Shape;1430;p183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31" name="Google Shape;1431;p183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32" name="Google Shape;1432;p183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83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34" name="Google Shape;1434;p183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35" name="Google Shape;1435;p183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36" name="Google Shape;1436;p183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37" name="Google Shape;1437;p183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1438" name="Google Shape;1438;p183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39" name="Google Shape;1439;p183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40" name="Google Shape;1440;p183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41" name="Google Shape;1441;p183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1442" name="Google Shape;1442;p183"/>
          <p:cNvSpPr/>
          <p:nvPr/>
        </p:nvSpPr>
        <p:spPr>
          <a:xfrm>
            <a:off x="0" y="-1"/>
            <a:ext cx="9144000" cy="5490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183"/>
          <p:cNvSpPr/>
          <p:nvPr/>
        </p:nvSpPr>
        <p:spPr>
          <a:xfrm>
            <a:off x="0" y="4958442"/>
            <a:ext cx="9144000" cy="208800"/>
          </a:xfrm>
          <a:prstGeom prst="rect">
            <a:avLst/>
          </a:prstGeom>
          <a:solidFill>
            <a:srgbClr val="F9C42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183"/>
          <p:cNvSpPr txBox="1">
            <a:spLocks noGrp="1"/>
          </p:cNvSpPr>
          <p:nvPr>
            <p:ph type="body" idx="1"/>
          </p:nvPr>
        </p:nvSpPr>
        <p:spPr>
          <a:xfrm>
            <a:off x="1446003" y="4414014"/>
            <a:ext cx="62520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+ 1 column">
  <p:cSld name="1_Title + 1 column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6" name="Google Shape;1446;p184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1447" name="Google Shape;1447;p184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48" name="Google Shape;1448;p184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49" name="Google Shape;1449;p184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50" name="Google Shape;1450;p184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51" name="Google Shape;1451;p184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52" name="Google Shape;1452;p184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53" name="Google Shape;1453;p184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54" name="Google Shape;1454;p184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1455" name="Google Shape;1455;p184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1456" name="Google Shape;1456;p184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57" name="Google Shape;1457;p184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58" name="Google Shape;1458;p184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84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60" name="Google Shape;1460;p184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61" name="Google Shape;1461;p184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62" name="Google Shape;1462;p184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63" name="Google Shape;1463;p184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1464" name="Google Shape;1464;p184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1465" name="Google Shape;1465;p184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66" name="Google Shape;1466;p184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67" name="Google Shape;1467;p184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84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69" name="Google Shape;1469;p184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70" name="Google Shape;1470;p184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71" name="Google Shape;1471;p184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72" name="Google Shape;1472;p184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1473" name="Google Shape;1473;p184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74" name="Google Shape;1474;p184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75" name="Google Shape;1475;p184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76" name="Google Shape;1476;p184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1477" name="Google Shape;1477;p184"/>
          <p:cNvSpPr/>
          <p:nvPr/>
        </p:nvSpPr>
        <p:spPr>
          <a:xfrm>
            <a:off x="2147341" y="525592"/>
            <a:ext cx="6621900" cy="4092300"/>
          </a:xfrm>
          <a:prstGeom prst="rect">
            <a:avLst/>
          </a:prstGeom>
          <a:solidFill>
            <a:srgbClr val="FCB83F"/>
          </a:solidFill>
          <a:ln>
            <a:noFill/>
          </a:ln>
          <a:effectLst>
            <a:outerShdw blurRad="2667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8" name="Google Shape;1478;p184"/>
          <p:cNvSpPr txBox="1">
            <a:spLocks noGrp="1"/>
          </p:cNvSpPr>
          <p:nvPr>
            <p:ph type="title"/>
          </p:nvPr>
        </p:nvSpPr>
        <p:spPr>
          <a:xfrm>
            <a:off x="4382377" y="804059"/>
            <a:ext cx="4063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9" name="Google Shape;1479;p184"/>
          <p:cNvSpPr txBox="1">
            <a:spLocks noGrp="1"/>
          </p:cNvSpPr>
          <p:nvPr>
            <p:ph type="body" idx="1"/>
          </p:nvPr>
        </p:nvSpPr>
        <p:spPr>
          <a:xfrm>
            <a:off x="4382377" y="1541756"/>
            <a:ext cx="40632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480" name="Google Shape;1480;p184"/>
          <p:cNvPicPr preferRelativeResize="0"/>
          <p:nvPr/>
        </p:nvPicPr>
        <p:blipFill rotWithShape="1">
          <a:blip r:embed="rId28">
            <a:alphaModFix/>
          </a:blip>
          <a:srcRect l="11512" r="34715"/>
          <a:stretch/>
        </p:blipFill>
        <p:spPr>
          <a:xfrm>
            <a:off x="0" y="0"/>
            <a:ext cx="4148527" cy="5154743"/>
          </a:xfrm>
          <a:prstGeom prst="rect">
            <a:avLst/>
          </a:prstGeom>
          <a:noFill/>
          <a:ln>
            <a:noFill/>
          </a:ln>
          <a:effectLst>
            <a:outerShdw blurRad="266700" dist="38100" algn="l" rotWithShape="0">
              <a:srgbClr val="000000">
                <a:alpha val="40000"/>
              </a:srgbClr>
            </a:outerShdw>
          </a:effectLst>
        </p:spPr>
      </p:pic>
      <p:sp>
        <p:nvSpPr>
          <p:cNvPr id="1481" name="Google Shape;1481;p184"/>
          <p:cNvSpPr>
            <a:spLocks noGrp="1"/>
          </p:cNvSpPr>
          <p:nvPr>
            <p:ph type="pic" idx="2"/>
          </p:nvPr>
        </p:nvSpPr>
        <p:spPr>
          <a:xfrm>
            <a:off x="0" y="0"/>
            <a:ext cx="4154700" cy="5143500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3" name="Google Shape;1483;p185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1484" name="Google Shape;1484;p185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85" name="Google Shape;1485;p185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86" name="Google Shape;1486;p185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87" name="Google Shape;1487;p185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88" name="Google Shape;1488;p185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89" name="Google Shape;1489;p185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90" name="Google Shape;1490;p185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491" name="Google Shape;1491;p185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1492" name="Google Shape;1492;p185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1493" name="Google Shape;1493;p185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94" name="Google Shape;1494;p185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95" name="Google Shape;1495;p185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85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97" name="Google Shape;1497;p185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98" name="Google Shape;1498;p185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499" name="Google Shape;1499;p185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00" name="Google Shape;1500;p185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1501" name="Google Shape;1501;p185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1502" name="Google Shape;1502;p185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03" name="Google Shape;1503;p185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04" name="Google Shape;1504;p185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85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06" name="Google Shape;1506;p185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07" name="Google Shape;1507;p185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08" name="Google Shape;1508;p185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09" name="Google Shape;1509;p185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1510" name="Google Shape;1510;p185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11" name="Google Shape;1511;p185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12" name="Google Shape;1512;p185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13" name="Google Shape;1513;p185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1514" name="Google Shape;1514;p185"/>
          <p:cNvSpPr/>
          <p:nvPr/>
        </p:nvSpPr>
        <p:spPr>
          <a:xfrm>
            <a:off x="0" y="520345"/>
            <a:ext cx="9135000" cy="4092300"/>
          </a:xfrm>
          <a:prstGeom prst="rect">
            <a:avLst/>
          </a:prstGeom>
          <a:solidFill>
            <a:srgbClr val="347C7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5" name="Google Shape;1515;p185"/>
          <p:cNvSpPr txBox="1">
            <a:spLocks noGrp="1"/>
          </p:cNvSpPr>
          <p:nvPr>
            <p:ph type="title"/>
          </p:nvPr>
        </p:nvSpPr>
        <p:spPr>
          <a:xfrm>
            <a:off x="291523" y="721726"/>
            <a:ext cx="46152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aleway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6" name="Google Shape;1516;p185"/>
          <p:cNvSpPr txBox="1">
            <a:spLocks noGrp="1"/>
          </p:cNvSpPr>
          <p:nvPr>
            <p:ph type="body" idx="1"/>
          </p:nvPr>
        </p:nvSpPr>
        <p:spPr>
          <a:xfrm>
            <a:off x="291537" y="1515825"/>
            <a:ext cx="2247000" cy="29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517" name="Google Shape;1517;p185"/>
          <p:cNvSpPr txBox="1">
            <a:spLocks noGrp="1"/>
          </p:cNvSpPr>
          <p:nvPr>
            <p:ph type="body" idx="2"/>
          </p:nvPr>
        </p:nvSpPr>
        <p:spPr>
          <a:xfrm>
            <a:off x="2659631" y="1515825"/>
            <a:ext cx="2247000" cy="29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518" name="Google Shape;1518;p185"/>
          <p:cNvSpPr>
            <a:spLocks noGrp="1"/>
          </p:cNvSpPr>
          <p:nvPr>
            <p:ph type="pic" idx="3"/>
          </p:nvPr>
        </p:nvSpPr>
        <p:spPr>
          <a:xfrm>
            <a:off x="5094514" y="653653"/>
            <a:ext cx="394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8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1394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21" name="Google Shape;1521;p186"/>
          <p:cNvGrpSpPr/>
          <p:nvPr/>
        </p:nvGrpSpPr>
        <p:grpSpPr>
          <a:xfrm>
            <a:off x="120409" y="72016"/>
            <a:ext cx="9023540" cy="4933659"/>
            <a:chOff x="160546" y="96021"/>
            <a:chExt cx="12031386" cy="6578212"/>
          </a:xfrm>
        </p:grpSpPr>
        <p:sp>
          <p:nvSpPr>
            <p:cNvPr id="1522" name="Google Shape;1522;p186"/>
            <p:cNvSpPr txBox="1"/>
            <p:nvPr/>
          </p:nvSpPr>
          <p:spPr>
            <a:xfrm>
              <a:off x="6753201" y="2618069"/>
              <a:ext cx="2422200" cy="6723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23" name="Google Shape;1523;p186"/>
            <p:cNvSpPr txBox="1"/>
            <p:nvPr/>
          </p:nvSpPr>
          <p:spPr>
            <a:xfrm>
              <a:off x="7432482" y="258080"/>
              <a:ext cx="3411900" cy="3993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24" name="Google Shape;1524;p186"/>
            <p:cNvSpPr txBox="1"/>
            <p:nvPr/>
          </p:nvSpPr>
          <p:spPr>
            <a:xfrm>
              <a:off x="7450151" y="3969505"/>
              <a:ext cx="4603500" cy="5559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25" name="Google Shape;1525;p186"/>
            <p:cNvSpPr txBox="1"/>
            <p:nvPr/>
          </p:nvSpPr>
          <p:spPr>
            <a:xfrm>
              <a:off x="9798333" y="828113"/>
              <a:ext cx="2092200" cy="5826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209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26" name="Google Shape;1526;p186"/>
            <p:cNvSpPr txBox="1"/>
            <p:nvPr/>
          </p:nvSpPr>
          <p:spPr>
            <a:xfrm>
              <a:off x="8780018" y="3361224"/>
              <a:ext cx="3411900" cy="3993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27" name="Google Shape;1527;p186"/>
            <p:cNvSpPr txBox="1"/>
            <p:nvPr/>
          </p:nvSpPr>
          <p:spPr>
            <a:xfrm>
              <a:off x="7588432" y="1619655"/>
              <a:ext cx="4603500" cy="5559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28" name="Google Shape;1528;p186"/>
            <p:cNvSpPr txBox="1"/>
            <p:nvPr/>
          </p:nvSpPr>
          <p:spPr>
            <a:xfrm>
              <a:off x="9418259" y="2516683"/>
              <a:ext cx="2480700" cy="5559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29" name="Google Shape;1529;p186"/>
            <p:cNvSpPr txBox="1"/>
            <p:nvPr/>
          </p:nvSpPr>
          <p:spPr>
            <a:xfrm>
              <a:off x="6390261" y="991859"/>
              <a:ext cx="2389800" cy="4923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grpSp>
          <p:nvGrpSpPr>
            <p:cNvPr id="1530" name="Google Shape;1530;p186"/>
            <p:cNvGrpSpPr/>
            <p:nvPr/>
          </p:nvGrpSpPr>
          <p:grpSpPr>
            <a:xfrm>
              <a:off x="160546" y="96021"/>
              <a:ext cx="7143554" cy="3202030"/>
              <a:chOff x="160546" y="96021"/>
              <a:chExt cx="7143554" cy="3202030"/>
            </a:xfrm>
          </p:grpSpPr>
          <p:sp>
            <p:nvSpPr>
              <p:cNvPr id="1531" name="Google Shape;1531;p186"/>
              <p:cNvSpPr txBox="1"/>
              <p:nvPr/>
            </p:nvSpPr>
            <p:spPr>
              <a:xfrm>
                <a:off x="160546" y="267463"/>
                <a:ext cx="2422200" cy="672300"/>
              </a:xfrm>
              <a:prstGeom prst="rect">
                <a:avLst/>
              </a:prstGeom>
              <a:blipFill rotWithShape="1">
                <a:blip r:embed="rId10">
                  <a:alphaModFix/>
                </a:blip>
                <a:stretch>
                  <a:fillRect b="-90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32" name="Google Shape;1532;p186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33" name="Google Shape;1533;p186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186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35" name="Google Shape;1535;p186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13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36" name="Google Shape;1536;p186"/>
              <p:cNvSpPr txBox="1"/>
              <p:nvPr/>
            </p:nvSpPr>
            <p:spPr>
              <a:xfrm>
                <a:off x="728737" y="2648251"/>
                <a:ext cx="2405100" cy="649800"/>
              </a:xfrm>
              <a:prstGeom prst="rect">
                <a:avLst/>
              </a:prstGeom>
              <a:blipFill rotWithShape="1">
                <a:blip r:embed="rId14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37" name="Google Shape;1537;p186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15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38" name="Google Shape;1538;p186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16">
                  <a:alphaModFix/>
                </a:blip>
                <a:stretch>
                  <a:fillRect t="-122355" r="-18678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grpSp>
          <p:nvGrpSpPr>
            <p:cNvPr id="1539" name="Google Shape;1539;p186"/>
            <p:cNvGrpSpPr/>
            <p:nvPr/>
          </p:nvGrpSpPr>
          <p:grpSpPr>
            <a:xfrm>
              <a:off x="193068" y="3380869"/>
              <a:ext cx="7295744" cy="3152604"/>
              <a:chOff x="8356" y="96021"/>
              <a:chExt cx="7295744" cy="3152604"/>
            </a:xfrm>
          </p:grpSpPr>
          <p:sp>
            <p:nvSpPr>
              <p:cNvPr id="1540" name="Google Shape;1540;p186"/>
              <p:cNvSpPr txBox="1"/>
              <p:nvPr/>
            </p:nvSpPr>
            <p:spPr>
              <a:xfrm>
                <a:off x="8356" y="250129"/>
                <a:ext cx="2723700" cy="756300"/>
              </a:xfrm>
              <a:prstGeom prst="rect">
                <a:avLst/>
              </a:prstGeom>
              <a:blipFill rotWithShape="1">
                <a:blip r:embed="rId17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41" name="Google Shape;1541;p186"/>
              <p:cNvSpPr txBox="1"/>
              <p:nvPr/>
            </p:nvSpPr>
            <p:spPr>
              <a:xfrm>
                <a:off x="2686677" y="922973"/>
                <a:ext cx="3278100" cy="581700"/>
              </a:xfrm>
              <a:prstGeom prst="rect">
                <a:avLst/>
              </a:prstGeom>
              <a:blipFill rotWithShape="1">
                <a:blip r:embed="rId18">
                  <a:alphaModFix/>
                </a:blip>
                <a:stretch>
                  <a:fillRect b="-103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42" name="Google Shape;1542;p186"/>
              <p:cNvSpPr txBox="1"/>
              <p:nvPr/>
            </p:nvSpPr>
            <p:spPr>
              <a:xfrm>
                <a:off x="5638800" y="2775284"/>
                <a:ext cx="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186"/>
              <p:cNvSpPr txBox="1"/>
              <p:nvPr/>
            </p:nvSpPr>
            <p:spPr>
              <a:xfrm>
                <a:off x="544025" y="1619655"/>
                <a:ext cx="4603500" cy="555900"/>
              </a:xfrm>
              <a:prstGeom prst="rect">
                <a:avLst/>
              </a:prstGeom>
              <a:blipFill rotWithShape="1">
                <a:blip r:embed="rId19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44" name="Google Shape;1544;p186"/>
              <p:cNvSpPr txBox="1"/>
              <p:nvPr/>
            </p:nvSpPr>
            <p:spPr>
              <a:xfrm>
                <a:off x="4660939" y="96021"/>
                <a:ext cx="2092200" cy="582600"/>
              </a:xfrm>
              <a:prstGeom prst="rect">
                <a:avLst/>
              </a:prstGeom>
              <a:blipFill rotWithShape="1">
                <a:blip r:embed="rId20">
                  <a:alphaModFix/>
                </a:blip>
                <a:stretch>
                  <a:fillRect b="-1049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45" name="Google Shape;1545;p186"/>
              <p:cNvSpPr txBox="1"/>
              <p:nvPr/>
            </p:nvSpPr>
            <p:spPr>
              <a:xfrm>
                <a:off x="293126" y="2598825"/>
                <a:ext cx="2405100" cy="649800"/>
              </a:xfrm>
              <a:prstGeom prst="rect">
                <a:avLst/>
              </a:prstGeom>
              <a:blipFill rotWithShape="1">
                <a:blip r:embed="rId21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46" name="Google Shape;1546;p186"/>
              <p:cNvSpPr txBox="1"/>
              <p:nvPr/>
            </p:nvSpPr>
            <p:spPr>
              <a:xfrm>
                <a:off x="3466060" y="2618069"/>
                <a:ext cx="2389800" cy="492300"/>
              </a:xfrm>
              <a:prstGeom prst="rect">
                <a:avLst/>
              </a:prstGeom>
              <a:blipFill rotWithShape="1">
                <a:blip r:embed="rId2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  <p:sp>
            <p:nvSpPr>
              <p:cNvPr id="1547" name="Google Shape;1547;p186"/>
              <p:cNvSpPr txBox="1"/>
              <p:nvPr/>
            </p:nvSpPr>
            <p:spPr>
              <a:xfrm>
                <a:off x="5638800" y="2191224"/>
                <a:ext cx="1665300" cy="462300"/>
              </a:xfrm>
              <a:prstGeom prst="rect">
                <a:avLst/>
              </a:prstGeom>
              <a:blipFill rotWithShape="1">
                <a:blip r:embed="rId23">
                  <a:alphaModFix/>
                </a:blip>
                <a:stretch>
                  <a:fillRect t="-122355" r="-19049" b="-184181"/>
                </a:stretch>
              </a:blip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0" i="0" u="none" strike="noStrike" cap="non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 sz="1100"/>
              </a:p>
            </p:txBody>
          </p:sp>
        </p:grpSp>
        <p:sp>
          <p:nvSpPr>
            <p:cNvPr id="1548" name="Google Shape;1548;p186"/>
            <p:cNvSpPr txBox="1"/>
            <p:nvPr/>
          </p:nvSpPr>
          <p:spPr>
            <a:xfrm>
              <a:off x="7781614" y="4904503"/>
              <a:ext cx="2389800" cy="492300"/>
            </a:xfrm>
            <a:prstGeom prst="rect">
              <a:avLst/>
            </a:prstGeom>
            <a:blipFill rotWithShape="1">
              <a:blip r:embed="rId2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49" name="Google Shape;1549;p186"/>
            <p:cNvSpPr txBox="1"/>
            <p:nvPr/>
          </p:nvSpPr>
          <p:spPr>
            <a:xfrm>
              <a:off x="8529490" y="6274933"/>
              <a:ext cx="3411900" cy="399300"/>
            </a:xfrm>
            <a:prstGeom prst="rect">
              <a:avLst/>
            </a:prstGeom>
            <a:blipFill rotWithShape="1">
              <a:blip r:embed="rId25">
                <a:alphaModFix/>
              </a:blip>
              <a:stretch>
                <a:fillRect l="-539" b="-13638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50" name="Google Shape;1550;p186"/>
            <p:cNvSpPr txBox="1"/>
            <p:nvPr/>
          </p:nvSpPr>
          <p:spPr>
            <a:xfrm>
              <a:off x="9875766" y="5520519"/>
              <a:ext cx="2092200" cy="582600"/>
            </a:xfrm>
            <a:prstGeom prst="rect">
              <a:avLst/>
            </a:prstGeom>
            <a:blipFill rotWithShape="1">
              <a:blip r:embed="rId26">
                <a:alphaModFix/>
              </a:blip>
              <a:stretch>
                <a:fillRect b="-104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  <p:sp>
          <p:nvSpPr>
            <p:cNvPr id="1551" name="Google Shape;1551;p186"/>
            <p:cNvSpPr txBox="1"/>
            <p:nvPr/>
          </p:nvSpPr>
          <p:spPr>
            <a:xfrm>
              <a:off x="6656143" y="6236041"/>
              <a:ext cx="1497300" cy="370500"/>
            </a:xfrm>
            <a:prstGeom prst="rect">
              <a:avLst/>
            </a:prstGeom>
            <a:blipFill rotWithShape="1">
              <a:blip r:embed="rId27">
                <a:alphaModFix/>
              </a:blip>
              <a:stretch>
                <a:fillRect l="-809" r="-409" b="-13109"/>
              </a:stretch>
            </a:blip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 i="0" u="none" strike="noStrike" cap="non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 sz="1100"/>
            </a:p>
          </p:txBody>
        </p:sp>
      </p:grpSp>
      <p:sp>
        <p:nvSpPr>
          <p:cNvPr id="1552" name="Google Shape;1552;p186"/>
          <p:cNvSpPr/>
          <p:nvPr/>
        </p:nvSpPr>
        <p:spPr>
          <a:xfrm>
            <a:off x="1575841" y="569158"/>
            <a:ext cx="5992500" cy="4005300"/>
          </a:xfrm>
          <a:prstGeom prst="rect">
            <a:avLst/>
          </a:prstGeom>
          <a:solidFill>
            <a:srgbClr val="592F28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186"/>
          <p:cNvSpPr txBox="1">
            <a:spLocks noGrp="1"/>
          </p:cNvSpPr>
          <p:nvPr>
            <p:ph type="title"/>
          </p:nvPr>
        </p:nvSpPr>
        <p:spPr>
          <a:xfrm>
            <a:off x="1910588" y="725351"/>
            <a:ext cx="53229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4" name="Google Shape;1554;p186"/>
          <p:cNvSpPr txBox="1">
            <a:spLocks noGrp="1"/>
          </p:cNvSpPr>
          <p:nvPr>
            <p:ph type="body" idx="1"/>
          </p:nvPr>
        </p:nvSpPr>
        <p:spPr>
          <a:xfrm>
            <a:off x="1910600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555" name="Google Shape;1555;p186"/>
          <p:cNvSpPr txBox="1">
            <a:spLocks noGrp="1"/>
          </p:cNvSpPr>
          <p:nvPr>
            <p:ph type="body" idx="2"/>
          </p:nvPr>
        </p:nvSpPr>
        <p:spPr>
          <a:xfrm>
            <a:off x="3744386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556" name="Google Shape;1556;p186"/>
          <p:cNvSpPr txBox="1">
            <a:spLocks noGrp="1"/>
          </p:cNvSpPr>
          <p:nvPr>
            <p:ph type="body" idx="3"/>
          </p:nvPr>
        </p:nvSpPr>
        <p:spPr>
          <a:xfrm>
            <a:off x="5578171" y="1489302"/>
            <a:ext cx="1655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1557" name="Google Shape;1557;p18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 rot="-1800008">
            <a:off x="1180999" y="85602"/>
            <a:ext cx="607364" cy="881781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  <p:pic>
        <p:nvPicPr>
          <p:cNvPr id="1558" name="Google Shape;1558;p186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2090240">
            <a:off x="7284198" y="339060"/>
            <a:ext cx="699505" cy="975353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559" name="Google Shape;1559;p186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 rot="-1883824" flipH="1">
            <a:off x="1214749" y="3874226"/>
            <a:ext cx="706282" cy="984801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1560" name="Google Shape;1560;p18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 rot="899998">
            <a:off x="7391301" y="3909909"/>
            <a:ext cx="607364" cy="881783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87"/>
          <p:cNvSpPr/>
          <p:nvPr/>
        </p:nvSpPr>
        <p:spPr>
          <a:xfrm>
            <a:off x="0" y="0"/>
            <a:ext cx="9144000" cy="20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187"/>
          <p:cNvSpPr/>
          <p:nvPr/>
        </p:nvSpPr>
        <p:spPr>
          <a:xfrm>
            <a:off x="0" y="4618142"/>
            <a:ext cx="9144000" cy="549000"/>
          </a:xfrm>
          <a:prstGeom prst="rect">
            <a:avLst/>
          </a:prstGeom>
          <a:solidFill>
            <a:srgbClr val="592F2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187"/>
          <p:cNvSpPr txBox="1">
            <a:spLocks noGrp="1"/>
          </p:cNvSpPr>
          <p:nvPr>
            <p:ph type="title"/>
          </p:nvPr>
        </p:nvSpPr>
        <p:spPr>
          <a:xfrm>
            <a:off x="1778219" y="612239"/>
            <a:ext cx="55878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aleway"/>
              <a:buNone/>
              <a:defRPr sz="27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ig">
  <p:cSld name="Blank big"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9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72" name="Google Shape;1572;p19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73" name="Google Shape;1573;p190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6" name="Google Shape;1576;p1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77" name="Google Shape;1577;p191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9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80" name="Google Shape;1580;p192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3" name="Google Shape;1583;p1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84" name="Google Shape;1584;p19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85" name="Google Shape;1585;p193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8" name="Google Shape;1588;p194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9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91" name="Google Shape;1591;p19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92" name="Google Shape;1592;p195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9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95" name="Google Shape;1595;p196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9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19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99" name="Google Shape;1599;p19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00" name="Google Shape;1600;p19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1" name="Google Shape;1601;p197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9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04" name="Google Shape;1604;p198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19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07" name="Google Shape;1607;p19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199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200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63" Type="http://schemas.openxmlformats.org/officeDocument/2006/relationships/slideLayout" Target="../slideLayouts/slideLayout75.xml"/><Relationship Id="rId68" Type="http://schemas.openxmlformats.org/officeDocument/2006/relationships/slideLayout" Target="../slideLayouts/slideLayout80.xml"/><Relationship Id="rId84" Type="http://schemas.openxmlformats.org/officeDocument/2006/relationships/slideLayout" Target="../slideLayouts/slideLayout96.xml"/><Relationship Id="rId89" Type="http://schemas.openxmlformats.org/officeDocument/2006/relationships/slideLayout" Target="../slideLayouts/slideLayout101.xml"/><Relationship Id="rId1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3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65.xml"/><Relationship Id="rId58" Type="http://schemas.openxmlformats.org/officeDocument/2006/relationships/slideLayout" Target="../slideLayouts/slideLayout70.xml"/><Relationship Id="rId74" Type="http://schemas.openxmlformats.org/officeDocument/2006/relationships/slideLayout" Target="../slideLayouts/slideLayout86.xml"/><Relationship Id="rId79" Type="http://schemas.openxmlformats.org/officeDocument/2006/relationships/slideLayout" Target="../slideLayouts/slideLayout91.xml"/><Relationship Id="rId5" Type="http://schemas.openxmlformats.org/officeDocument/2006/relationships/slideLayout" Target="../slideLayouts/slideLayout17.xml"/><Relationship Id="rId90" Type="http://schemas.openxmlformats.org/officeDocument/2006/relationships/slideLayout" Target="../slideLayouts/slideLayout102.xml"/><Relationship Id="rId95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64" Type="http://schemas.openxmlformats.org/officeDocument/2006/relationships/slideLayout" Target="../slideLayouts/slideLayout76.xml"/><Relationship Id="rId69" Type="http://schemas.openxmlformats.org/officeDocument/2006/relationships/slideLayout" Target="../slideLayouts/slideLayout81.xml"/><Relationship Id="rId80" Type="http://schemas.openxmlformats.org/officeDocument/2006/relationships/slideLayout" Target="../slideLayouts/slideLayout92.xml"/><Relationship Id="rId85" Type="http://schemas.openxmlformats.org/officeDocument/2006/relationships/slideLayout" Target="../slideLayouts/slideLayout97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71.xml"/><Relationship Id="rId67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66.xml"/><Relationship Id="rId62" Type="http://schemas.openxmlformats.org/officeDocument/2006/relationships/slideLayout" Target="../slideLayouts/slideLayout74.xml"/><Relationship Id="rId70" Type="http://schemas.openxmlformats.org/officeDocument/2006/relationships/slideLayout" Target="../slideLayouts/slideLayout82.xml"/><Relationship Id="rId75" Type="http://schemas.openxmlformats.org/officeDocument/2006/relationships/slideLayout" Target="../slideLayouts/slideLayout87.xml"/><Relationship Id="rId83" Type="http://schemas.openxmlformats.org/officeDocument/2006/relationships/slideLayout" Target="../slideLayouts/slideLayout95.xml"/><Relationship Id="rId88" Type="http://schemas.openxmlformats.org/officeDocument/2006/relationships/slideLayout" Target="../slideLayouts/slideLayout100.xml"/><Relationship Id="rId91" Type="http://schemas.openxmlformats.org/officeDocument/2006/relationships/slideLayout" Target="../slideLayouts/slideLayout103.xml"/><Relationship Id="rId96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Relationship Id="rId57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60" Type="http://schemas.openxmlformats.org/officeDocument/2006/relationships/slideLayout" Target="../slideLayouts/slideLayout72.xml"/><Relationship Id="rId65" Type="http://schemas.openxmlformats.org/officeDocument/2006/relationships/slideLayout" Target="../slideLayouts/slideLayout77.xml"/><Relationship Id="rId73" Type="http://schemas.openxmlformats.org/officeDocument/2006/relationships/slideLayout" Target="../slideLayouts/slideLayout85.xml"/><Relationship Id="rId78" Type="http://schemas.openxmlformats.org/officeDocument/2006/relationships/slideLayout" Target="../slideLayouts/slideLayout90.xml"/><Relationship Id="rId81" Type="http://schemas.openxmlformats.org/officeDocument/2006/relationships/slideLayout" Target="../slideLayouts/slideLayout93.xml"/><Relationship Id="rId86" Type="http://schemas.openxmlformats.org/officeDocument/2006/relationships/slideLayout" Target="../slideLayouts/slideLayout98.xml"/><Relationship Id="rId94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46.xml"/><Relationship Id="rId50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7.xml"/><Relationship Id="rId76" Type="http://schemas.openxmlformats.org/officeDocument/2006/relationships/slideLayout" Target="../slideLayouts/slideLayout88.xml"/><Relationship Id="rId97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9.xml"/><Relationship Id="rId71" Type="http://schemas.openxmlformats.org/officeDocument/2006/relationships/slideLayout" Target="../slideLayouts/slideLayout83.xml"/><Relationship Id="rId92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36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66" Type="http://schemas.openxmlformats.org/officeDocument/2006/relationships/slideLayout" Target="../slideLayouts/slideLayout78.xml"/><Relationship Id="rId87" Type="http://schemas.openxmlformats.org/officeDocument/2006/relationships/slideLayout" Target="../slideLayouts/slideLayout99.xml"/><Relationship Id="rId61" Type="http://schemas.openxmlformats.org/officeDocument/2006/relationships/slideLayout" Target="../slideLayouts/slideLayout73.xml"/><Relationship Id="rId82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26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56" Type="http://schemas.openxmlformats.org/officeDocument/2006/relationships/slideLayout" Target="../slideLayouts/slideLayout68.xml"/><Relationship Id="rId7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72" Type="http://schemas.openxmlformats.org/officeDocument/2006/relationships/slideLayout" Target="../slideLayouts/slideLayout84.xml"/><Relationship Id="rId93" Type="http://schemas.openxmlformats.org/officeDocument/2006/relationships/slideLayout" Target="../slideLayouts/slideLayout105.xml"/><Relationship Id="rId98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2.xml"/><Relationship Id="rId18" Type="http://schemas.openxmlformats.org/officeDocument/2006/relationships/slideLayout" Target="../slideLayouts/slideLayout127.xml"/><Relationship Id="rId26" Type="http://schemas.openxmlformats.org/officeDocument/2006/relationships/slideLayout" Target="../slideLayouts/slideLayout135.xml"/><Relationship Id="rId39" Type="http://schemas.openxmlformats.org/officeDocument/2006/relationships/image" Target="../media/image3.png"/><Relationship Id="rId21" Type="http://schemas.openxmlformats.org/officeDocument/2006/relationships/slideLayout" Target="../slideLayouts/slideLayout130.xml"/><Relationship Id="rId34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126.xml"/><Relationship Id="rId25" Type="http://schemas.openxmlformats.org/officeDocument/2006/relationships/slideLayout" Target="../slideLayouts/slideLayout134.xml"/><Relationship Id="rId33" Type="http://schemas.openxmlformats.org/officeDocument/2006/relationships/slideLayout" Target="../slideLayouts/slideLayout142.xml"/><Relationship Id="rId38" Type="http://schemas.openxmlformats.org/officeDocument/2006/relationships/theme" Target="../theme/theme3.xml"/><Relationship Id="rId2" Type="http://schemas.openxmlformats.org/officeDocument/2006/relationships/slideLayout" Target="../slideLayouts/slideLayout111.xml"/><Relationship Id="rId16" Type="http://schemas.openxmlformats.org/officeDocument/2006/relationships/slideLayout" Target="../slideLayouts/slideLayout125.xml"/><Relationship Id="rId20" Type="http://schemas.openxmlformats.org/officeDocument/2006/relationships/slideLayout" Target="../slideLayouts/slideLayout129.xml"/><Relationship Id="rId29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24" Type="http://schemas.openxmlformats.org/officeDocument/2006/relationships/slideLayout" Target="../slideLayouts/slideLayout133.xml"/><Relationship Id="rId32" Type="http://schemas.openxmlformats.org/officeDocument/2006/relationships/slideLayout" Target="../slideLayouts/slideLayout141.xml"/><Relationship Id="rId37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23" Type="http://schemas.openxmlformats.org/officeDocument/2006/relationships/slideLayout" Target="../slideLayouts/slideLayout132.xml"/><Relationship Id="rId28" Type="http://schemas.openxmlformats.org/officeDocument/2006/relationships/slideLayout" Target="../slideLayouts/slideLayout137.xml"/><Relationship Id="rId36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19.xml"/><Relationship Id="rId19" Type="http://schemas.openxmlformats.org/officeDocument/2006/relationships/slideLayout" Target="../slideLayouts/slideLayout128.xml"/><Relationship Id="rId31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131.xml"/><Relationship Id="rId27" Type="http://schemas.openxmlformats.org/officeDocument/2006/relationships/slideLayout" Target="../slideLayouts/slideLayout136.xml"/><Relationship Id="rId30" Type="http://schemas.openxmlformats.org/officeDocument/2006/relationships/slideLayout" Target="../slideLayouts/slideLayout139.xml"/><Relationship Id="rId35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8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5.xml"/><Relationship Id="rId7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4.xml"/><Relationship Id="rId1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8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8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●"/>
              <a:defRPr sz="2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○"/>
              <a:defRPr sz="2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roxima Nova"/>
              <a:buChar char="■"/>
              <a:defRPr sz="2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●"/>
              <a:defRPr sz="2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○"/>
              <a:defRPr sz="2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Proxima Nova"/>
              <a:buChar char="■"/>
              <a:defRPr sz="2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"/>
              <a:buChar char="○"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Proxima Nova"/>
              <a:buChar char="■"/>
              <a:defRPr sz="1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5" r:id="rId56"/>
    <p:sldLayoutId id="2147483716" r:id="rId57"/>
    <p:sldLayoutId id="2147483717" r:id="rId58"/>
    <p:sldLayoutId id="2147483718" r:id="rId59"/>
    <p:sldLayoutId id="2147483719" r:id="rId60"/>
    <p:sldLayoutId id="2147483720" r:id="rId61"/>
    <p:sldLayoutId id="2147483721" r:id="rId62"/>
    <p:sldLayoutId id="2147483722" r:id="rId63"/>
    <p:sldLayoutId id="2147483723" r:id="rId64"/>
    <p:sldLayoutId id="2147483724" r:id="rId65"/>
    <p:sldLayoutId id="2147483725" r:id="rId66"/>
    <p:sldLayoutId id="2147483726" r:id="rId67"/>
    <p:sldLayoutId id="2147483727" r:id="rId68"/>
    <p:sldLayoutId id="2147483728" r:id="rId69"/>
    <p:sldLayoutId id="2147483729" r:id="rId70"/>
    <p:sldLayoutId id="2147483730" r:id="rId71"/>
    <p:sldLayoutId id="2147483731" r:id="rId72"/>
    <p:sldLayoutId id="2147483732" r:id="rId73"/>
    <p:sldLayoutId id="2147483733" r:id="rId74"/>
    <p:sldLayoutId id="2147483734" r:id="rId75"/>
    <p:sldLayoutId id="2147483735" r:id="rId76"/>
    <p:sldLayoutId id="2147483736" r:id="rId77"/>
    <p:sldLayoutId id="2147483737" r:id="rId78"/>
    <p:sldLayoutId id="2147483738" r:id="rId79"/>
    <p:sldLayoutId id="2147483739" r:id="rId80"/>
    <p:sldLayoutId id="2147483740" r:id="rId81"/>
    <p:sldLayoutId id="2147483741" r:id="rId82"/>
    <p:sldLayoutId id="2147483742" r:id="rId83"/>
    <p:sldLayoutId id="2147483743" r:id="rId84"/>
    <p:sldLayoutId id="2147483744" r:id="rId85"/>
    <p:sldLayoutId id="2147483745" r:id="rId86"/>
    <p:sldLayoutId id="2147483746" r:id="rId87"/>
    <p:sldLayoutId id="2147483747" r:id="rId88"/>
    <p:sldLayoutId id="2147483748" r:id="rId89"/>
    <p:sldLayoutId id="2147483749" r:id="rId90"/>
    <p:sldLayoutId id="2147483750" r:id="rId91"/>
    <p:sldLayoutId id="2147483751" r:id="rId92"/>
    <p:sldLayoutId id="2147483752" r:id="rId93"/>
    <p:sldLayoutId id="2147483753" r:id="rId94"/>
    <p:sldLayoutId id="2147483754" r:id="rId95"/>
    <p:sldLayoutId id="2147483755" r:id="rId96"/>
    <p:sldLayoutId id="2147483756" r:id="rId9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">
          <p15:clr>
            <a:srgbClr val="EA4335"/>
          </p15:clr>
        </p15:guide>
        <p15:guide id="2" orient="horz" pos="3024">
          <p15:clr>
            <a:srgbClr val="EA4335"/>
          </p15:clr>
        </p15:guide>
        <p15:guide id="3" pos="5472">
          <p15:clr>
            <a:srgbClr val="EA4335"/>
          </p15:clr>
        </p15:guide>
        <p15:guide id="4" pos="288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553" name="Google Shape;553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  <a:defRPr sz="24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683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Proxima Nova"/>
              <a:buChar char="○"/>
              <a:defRPr sz="2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683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Proxima Nova"/>
              <a:buChar char="■"/>
              <a:defRPr sz="2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55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Proxima Nova"/>
              <a:buChar char="●"/>
              <a:defRPr sz="20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55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Proxima Nova"/>
              <a:buChar char="○"/>
              <a:defRPr sz="20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55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Proxima Nova"/>
              <a:buChar char="■"/>
              <a:defRPr sz="20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429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Proxima Nova"/>
              <a:buChar char="●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429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Proxima Nova"/>
              <a:buChar char="○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429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Proxima Nova"/>
              <a:buChar char="■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554" name="Google Shape;554;p112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8028128" y="4800601"/>
            <a:ext cx="836905" cy="34290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  <p:sldLayoutId id="2147483777" r:id="rId21"/>
    <p:sldLayoutId id="2147483778" r:id="rId22"/>
    <p:sldLayoutId id="2147483779" r:id="rId23"/>
    <p:sldLayoutId id="2147483780" r:id="rId24"/>
    <p:sldLayoutId id="2147483781" r:id="rId25"/>
    <p:sldLayoutId id="2147483782" r:id="rId26"/>
    <p:sldLayoutId id="2147483783" r:id="rId27"/>
    <p:sldLayoutId id="2147483784" r:id="rId28"/>
    <p:sldLayoutId id="2147483785" r:id="rId29"/>
    <p:sldLayoutId id="2147483786" r:id="rId30"/>
    <p:sldLayoutId id="2147483787" r:id="rId31"/>
    <p:sldLayoutId id="2147483788" r:id="rId32"/>
    <p:sldLayoutId id="2147483789" r:id="rId33"/>
    <p:sldLayoutId id="2147483790" r:id="rId34"/>
    <p:sldLayoutId id="2147483791" r:id="rId35"/>
    <p:sldLayoutId id="2147483792" r:id="rId36"/>
    <p:sldLayoutId id="2147483793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71" name="Google Shape;1171;p1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72" name="Google Shape;1172;p1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7" name="Google Shape;1227;p1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28" name="Google Shape;1228;p1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aleway"/>
              <a:buNone/>
              <a:defRPr sz="33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1" name="Google Shape;1281;p17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2" name="Google Shape;1282;p1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3" name="Google Shape;1283;p1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4" name="Google Shape;1284;p1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8" name="Google Shape;1568;p1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9" name="Google Shape;1569;p189"/>
          <p:cNvSpPr txBox="1">
            <a:spLocks noGrp="1"/>
          </p:cNvSpPr>
          <p:nvPr>
            <p:ph type="sldNum" idx="12"/>
          </p:nvPr>
        </p:nvSpPr>
        <p:spPr>
          <a:xfrm>
            <a:off x="8472458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9.xml"/><Relationship Id="rId5" Type="http://schemas.openxmlformats.org/officeDocument/2006/relationships/image" Target="../media/image105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9.xml"/><Relationship Id="rId5" Type="http://schemas.openxmlformats.org/officeDocument/2006/relationships/image" Target="../media/image107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2.xml"/><Relationship Id="rId6" Type="http://schemas.openxmlformats.org/officeDocument/2006/relationships/customXml" Target="../ink/ink3.xml"/><Relationship Id="rId5" Type="http://schemas.openxmlformats.org/officeDocument/2006/relationships/image" Target="../media/image10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1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9.xml"/><Relationship Id="rId5" Type="http://schemas.openxmlformats.org/officeDocument/2006/relationships/image" Target="../media/image118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9.xml"/><Relationship Id="rId4" Type="http://schemas.openxmlformats.org/officeDocument/2006/relationships/image" Target="../media/image1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4.xml"/><Relationship Id="rId5" Type="http://schemas.openxmlformats.org/officeDocument/2006/relationships/image" Target="../media/image109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5" name="Google Shape;1615;p201"/>
          <p:cNvGrpSpPr/>
          <p:nvPr/>
        </p:nvGrpSpPr>
        <p:grpSpPr>
          <a:xfrm>
            <a:off x="0" y="-332637"/>
            <a:ext cx="9144000" cy="3287338"/>
            <a:chOff x="12" y="-646675"/>
            <a:chExt cx="9144000" cy="6214250"/>
          </a:xfrm>
        </p:grpSpPr>
        <p:pic>
          <p:nvPicPr>
            <p:cNvPr id="1616" name="Google Shape;1616;p201"/>
            <p:cNvPicPr preferRelativeResize="0"/>
            <p:nvPr/>
          </p:nvPicPr>
          <p:blipFill rotWithShape="1">
            <a:blip r:embed="rId3">
              <a:alphaModFix/>
            </a:blip>
            <a:srcRect l="11148" r="6083"/>
            <a:stretch/>
          </p:blipFill>
          <p:spPr>
            <a:xfrm>
              <a:off x="12" y="-646675"/>
              <a:ext cx="9144000" cy="6214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7" name="Google Shape;1617;p201"/>
            <p:cNvPicPr preferRelativeResize="0"/>
            <p:nvPr/>
          </p:nvPicPr>
          <p:blipFill rotWithShape="1">
            <a:blip r:embed="rId4">
              <a:alphaModFix/>
            </a:blip>
            <a:srcRect l="54650"/>
            <a:stretch/>
          </p:blipFill>
          <p:spPr>
            <a:xfrm>
              <a:off x="4777598" y="-176125"/>
              <a:ext cx="3494149" cy="51268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8" name="Google Shape;1618;p201"/>
            <p:cNvPicPr preferRelativeResize="0"/>
            <p:nvPr/>
          </p:nvPicPr>
          <p:blipFill rotWithShape="1">
            <a:blip r:embed="rId4">
              <a:alphaModFix/>
            </a:blip>
            <a:srcRect l="28113" t="19836" r="46649" b="26941"/>
            <a:stretch/>
          </p:blipFill>
          <p:spPr>
            <a:xfrm>
              <a:off x="3019550" y="1004962"/>
              <a:ext cx="1923575" cy="27646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19" name="Google Shape;1619;p201"/>
          <p:cNvSpPr/>
          <p:nvPr/>
        </p:nvSpPr>
        <p:spPr>
          <a:xfrm>
            <a:off x="-10450" y="2954698"/>
            <a:ext cx="9154500" cy="218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0" name="Google Shape;1620;p201"/>
          <p:cNvSpPr txBox="1"/>
          <p:nvPr/>
        </p:nvSpPr>
        <p:spPr>
          <a:xfrm>
            <a:off x="370550" y="3916025"/>
            <a:ext cx="8516100" cy="9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510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1" name="Google Shape;1621;p2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9533" y="1243769"/>
            <a:ext cx="2514214" cy="386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622" name="Google Shape;1622;p201"/>
          <p:cNvSpPr txBox="1"/>
          <p:nvPr/>
        </p:nvSpPr>
        <p:spPr>
          <a:xfrm>
            <a:off x="2450875" y="2332450"/>
            <a:ext cx="4100700" cy="11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3400" b="1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ABHAY MAHAJAN</a:t>
            </a:r>
            <a:endParaRPr sz="3400" b="1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700" b="1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B.Tech. IIT Roorkee</a:t>
            </a:r>
            <a:endParaRPr sz="2700" b="1">
              <a:solidFill>
                <a:srgbClr val="E066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3" name="Google Shape;1623;p201"/>
          <p:cNvSpPr txBox="1"/>
          <p:nvPr/>
        </p:nvSpPr>
        <p:spPr>
          <a:xfrm>
            <a:off x="2450875" y="3246850"/>
            <a:ext cx="66006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11+ years teaching experience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Mentored and taught around 20000+ students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Produced 400+ IIT selections 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10+ INMO selections  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 Math"/>
              <a:buChar char="➔"/>
            </a:pPr>
            <a:r>
              <a:rPr lang="en" sz="2300" b="1">
                <a:solidFill>
                  <a:srgbClr val="FFFFFF"/>
                </a:solidFill>
                <a:latin typeface="Cambria Math"/>
                <a:ea typeface="Cambria Math"/>
                <a:cs typeface="Cambria Math"/>
                <a:sym typeface="Cambria Math"/>
              </a:rPr>
              <a:t>1 EGMO Selection</a:t>
            </a:r>
            <a:endParaRPr sz="2300" b="1">
              <a:solidFill>
                <a:srgbClr val="FFFFFF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202"/>
          <p:cNvSpPr/>
          <p:nvPr/>
        </p:nvSpPr>
        <p:spPr>
          <a:xfrm>
            <a:off x="10400" y="4936325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202"/>
          <p:cNvSpPr/>
          <p:nvPr/>
        </p:nvSpPr>
        <p:spPr>
          <a:xfrm>
            <a:off x="8790725" y="-9750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0" name="Google Shape;1630;p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-77625"/>
            <a:ext cx="9343123" cy="53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2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6" name="Google Shape;1636;p2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37" name="Google Shape;1637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D5B119-57B1-4697-AB66-E7E03A9E76B6}"/>
                  </a:ext>
                </a:extLst>
              </p14:cNvPr>
              <p14:cNvContentPartPr/>
              <p14:nvPr/>
            </p14:nvContentPartPr>
            <p14:xfrm>
              <a:off x="5902920" y="3744360"/>
              <a:ext cx="287640" cy="38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D5B119-57B1-4697-AB66-E7E03A9E76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93560" y="3735000"/>
                <a:ext cx="306360" cy="40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20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44" name="Google Shape;1644;p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5A02F5-5543-45A8-9AD8-F86AE6670627}"/>
                  </a:ext>
                </a:extLst>
              </p14:cNvPr>
              <p14:cNvContentPartPr/>
              <p14:nvPr/>
            </p14:nvContentPartPr>
            <p14:xfrm>
              <a:off x="3535200" y="1034280"/>
              <a:ext cx="1687680" cy="261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5A02F5-5543-45A8-9AD8-F86AE66706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5840" y="1024920"/>
                <a:ext cx="1706400" cy="262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205"/>
          <p:cNvSpPr txBox="1">
            <a:spLocks noGrp="1"/>
          </p:cNvSpPr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205"/>
          <p:cNvSpPr txBox="1">
            <a:spLocks noGrp="1"/>
          </p:cNvSpPr>
          <p:nvPr>
            <p:ph type="body" idx="1"/>
          </p:nvPr>
        </p:nvSpPr>
        <p:spPr>
          <a:xfrm>
            <a:off x="311700" y="864356"/>
            <a:ext cx="8520600" cy="25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51" name="Google Shape;1651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205"/>
          <p:cNvPicPr preferRelativeResize="0"/>
          <p:nvPr/>
        </p:nvPicPr>
        <p:blipFill rotWithShape="1">
          <a:blip r:embed="rId4">
            <a:alphaModFix/>
          </a:blip>
          <a:srcRect t="24580" b="19503"/>
          <a:stretch/>
        </p:blipFill>
        <p:spPr>
          <a:xfrm>
            <a:off x="7304755" y="73740"/>
            <a:ext cx="1260511" cy="42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3" name="Google Shape;1653;p205"/>
          <p:cNvPicPr preferRelativeResize="0"/>
          <p:nvPr/>
        </p:nvPicPr>
        <p:blipFill rotWithShape="1">
          <a:blip r:embed="rId5">
            <a:alphaModFix/>
          </a:blip>
          <a:srcRect l="46615" t="17555" r="22002" b="34843"/>
          <a:stretch/>
        </p:blipFill>
        <p:spPr>
          <a:xfrm>
            <a:off x="3863839" y="2143686"/>
            <a:ext cx="3819380" cy="24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1654" name="Google Shape;1654;p205"/>
          <p:cNvSpPr/>
          <p:nvPr/>
        </p:nvSpPr>
        <p:spPr>
          <a:xfrm>
            <a:off x="1982525" y="710981"/>
            <a:ext cx="5021400" cy="1477500"/>
          </a:xfrm>
          <a:prstGeom prst="wedgeRectCallout">
            <a:avLst>
              <a:gd name="adj1" fmla="val -20833"/>
              <a:gd name="adj2" fmla="val 62500"/>
            </a:avLst>
          </a:prstGeom>
          <a:noFill/>
          <a:ln w="3810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Kindly attempt the </a:t>
            </a:r>
            <a:r>
              <a:rPr lang="en" sz="3600" b="1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Session Assignment</a:t>
            </a: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                  that follows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55" name="Google Shape;1655;p205"/>
          <p:cNvSpPr/>
          <p:nvPr/>
        </p:nvSpPr>
        <p:spPr>
          <a:xfrm>
            <a:off x="-11475" y="4637625"/>
            <a:ext cx="5986200" cy="42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6" name="Google Shape;1656;p205"/>
          <p:cNvSpPr txBox="1"/>
          <p:nvPr/>
        </p:nvSpPr>
        <p:spPr>
          <a:xfrm>
            <a:off x="43150" y="4596325"/>
            <a:ext cx="5169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</a:rPr>
              <a:t>NOTE: Solution also attached</a:t>
            </a:r>
            <a:endParaRPr sz="2100" b="1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73D913-DD64-41CB-81C7-596E00A84F49}"/>
                  </a:ext>
                </a:extLst>
              </p14:cNvPr>
              <p14:cNvContentPartPr/>
              <p14:nvPr/>
            </p14:nvContentPartPr>
            <p14:xfrm>
              <a:off x="384840" y="75960"/>
              <a:ext cx="6130440" cy="1086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73D913-DD64-41CB-81C7-596E00A84F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5480" y="66600"/>
                <a:ext cx="6149160" cy="110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206"/>
          <p:cNvSpPr txBox="1">
            <a:spLocks noGrp="1"/>
          </p:cNvSpPr>
          <p:nvPr>
            <p:ph type="ctrTitle"/>
          </p:nvPr>
        </p:nvSpPr>
        <p:spPr>
          <a:xfrm>
            <a:off x="2380910" y="716465"/>
            <a:ext cx="43821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2F28"/>
              </a:buClr>
              <a:buSzPts val="2700"/>
              <a:buFont typeface="Raleway"/>
              <a:buNone/>
            </a:pPr>
            <a:r>
              <a:rPr lang="en" b="1">
                <a:solidFill>
                  <a:srgbClr val="592F28"/>
                </a:solidFill>
              </a:rPr>
              <a:t>Divisibility Rule</a:t>
            </a:r>
            <a:endParaRPr sz="39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207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207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207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669" name="Google Shape;1669;p207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70" name="Google Shape;1670;p207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1143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Euclid’s division lemma</a:t>
            </a: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671" name="Google Shape;1671;p207"/>
          <p:cNvSpPr txBox="1"/>
          <p:nvPr/>
        </p:nvSpPr>
        <p:spPr>
          <a:xfrm>
            <a:off x="242650" y="1018450"/>
            <a:ext cx="61371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 any pair of positive integers a and b there exist a pair of unique integers q and r such that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 = b × q + r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where 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0 ≤ r &lt;  b</a:t>
            </a:r>
            <a:endParaRPr sz="20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Here </a:t>
            </a:r>
            <a:r>
              <a:rPr lang="en" sz="2000" b="1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q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the </a:t>
            </a:r>
            <a:r>
              <a:rPr lang="en" sz="2000" b="1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quotient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and </a:t>
            </a:r>
            <a:r>
              <a:rPr lang="en" sz="20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the </a:t>
            </a:r>
            <a:r>
              <a:rPr lang="en" sz="20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remainder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obtained when a is divided by b.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if a = 38 and b = 6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38 = 6 × 6 + 2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Ex.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If a= 2 and b = 3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 = 0 × 3 + 2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1F3966-C6EC-4059-9F43-C3D5509184BC}"/>
                  </a:ext>
                </a:extLst>
              </p14:cNvPr>
              <p14:cNvContentPartPr/>
              <p14:nvPr/>
            </p14:nvContentPartPr>
            <p14:xfrm>
              <a:off x="2675160" y="1352160"/>
              <a:ext cx="5865120" cy="2962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1F3966-C6EC-4059-9F43-C3D5509184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5800" y="1342800"/>
                <a:ext cx="5883840" cy="298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208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208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208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679" name="Google Shape;1679;p208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80" name="Google Shape;1680;p208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DIVISION ALGORITHM</a:t>
            </a:r>
            <a:endParaRPr sz="5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681" name="Google Shape;1681;p208"/>
          <p:cNvSpPr txBox="1"/>
          <p:nvPr/>
        </p:nvSpPr>
        <p:spPr>
          <a:xfrm>
            <a:off x="642450" y="997538"/>
            <a:ext cx="3295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Can we write it like this?</a:t>
            </a:r>
            <a:endParaRPr sz="2200">
              <a:solidFill>
                <a:srgbClr val="000000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cxnSp>
        <p:nvCxnSpPr>
          <p:cNvPr id="1682" name="Google Shape;1682;p208"/>
          <p:cNvCxnSpPr/>
          <p:nvPr/>
        </p:nvCxnSpPr>
        <p:spPr>
          <a:xfrm>
            <a:off x="2183050" y="1755083"/>
            <a:ext cx="0" cy="1394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3" name="Google Shape;1683;p208"/>
          <p:cNvCxnSpPr/>
          <p:nvPr/>
        </p:nvCxnSpPr>
        <p:spPr>
          <a:xfrm>
            <a:off x="1752775" y="1755083"/>
            <a:ext cx="0" cy="92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84" name="Google Shape;1684;p208"/>
          <p:cNvSpPr txBox="1"/>
          <p:nvPr/>
        </p:nvSpPr>
        <p:spPr>
          <a:xfrm>
            <a:off x="1053400" y="1335656"/>
            <a:ext cx="19662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25 = 3 x 8  + 1</a:t>
            </a:r>
            <a:endParaRPr sz="2000" dirty="0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85" name="Google Shape;1685;p208"/>
          <p:cNvSpPr/>
          <p:nvPr/>
        </p:nvSpPr>
        <p:spPr>
          <a:xfrm>
            <a:off x="159000" y="2268950"/>
            <a:ext cx="1462500" cy="302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    Dividend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686" name="Google Shape;1686;p208"/>
          <p:cNvCxnSpPr/>
          <p:nvPr/>
        </p:nvCxnSpPr>
        <p:spPr>
          <a:xfrm flipH="1">
            <a:off x="1188772" y="1755075"/>
            <a:ext cx="10500" cy="453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7" name="Google Shape;1687;p208"/>
          <p:cNvCxnSpPr>
            <a:cxnSpLocks/>
          </p:cNvCxnSpPr>
          <p:nvPr/>
        </p:nvCxnSpPr>
        <p:spPr>
          <a:xfrm>
            <a:off x="2607650" y="1755075"/>
            <a:ext cx="0" cy="186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88" name="Google Shape;1688;p208"/>
          <p:cNvSpPr/>
          <p:nvPr/>
        </p:nvSpPr>
        <p:spPr>
          <a:xfrm>
            <a:off x="189200" y="2738652"/>
            <a:ext cx="1901100" cy="25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4587"/>
                </a:solidFill>
                <a:latin typeface="Proxima Nova"/>
                <a:ea typeface="Proxima Nova"/>
                <a:cs typeface="Proxima Nova"/>
                <a:sym typeface="Proxima Nova"/>
              </a:rPr>
              <a:t>    Divisor</a:t>
            </a:r>
            <a:endParaRPr sz="2000">
              <a:solidFill>
                <a:srgbClr val="1C45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89" name="Google Shape;1689;p208"/>
          <p:cNvSpPr/>
          <p:nvPr/>
        </p:nvSpPr>
        <p:spPr>
          <a:xfrm>
            <a:off x="189200" y="3208350"/>
            <a:ext cx="2342700" cy="25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    Quotient</a:t>
            </a:r>
            <a:endParaRPr sz="200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0" name="Google Shape;1690;p208"/>
          <p:cNvSpPr/>
          <p:nvPr/>
        </p:nvSpPr>
        <p:spPr>
          <a:xfrm>
            <a:off x="189200" y="3678056"/>
            <a:ext cx="2830500" cy="2517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Remainder</a:t>
            </a:r>
            <a:endParaRPr sz="20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691" name="Google Shape;1691;p208"/>
          <p:cNvCxnSpPr/>
          <p:nvPr/>
        </p:nvCxnSpPr>
        <p:spPr>
          <a:xfrm>
            <a:off x="3127129" y="2585258"/>
            <a:ext cx="641400" cy="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2" name="Google Shape;1692;p208"/>
          <p:cNvCxnSpPr/>
          <p:nvPr/>
        </p:nvCxnSpPr>
        <p:spPr>
          <a:xfrm>
            <a:off x="3768597" y="2048333"/>
            <a:ext cx="1462500" cy="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3" name="Google Shape;1693;p208"/>
          <p:cNvCxnSpPr/>
          <p:nvPr/>
        </p:nvCxnSpPr>
        <p:spPr>
          <a:xfrm rot="10800000">
            <a:off x="3768597" y="2048288"/>
            <a:ext cx="0" cy="53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4" name="Google Shape;1694;p208"/>
          <p:cNvSpPr txBox="1"/>
          <p:nvPr/>
        </p:nvSpPr>
        <p:spPr>
          <a:xfrm>
            <a:off x="4203973" y="2104028"/>
            <a:ext cx="6909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25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5" name="Google Shape;1695;p208"/>
          <p:cNvSpPr txBox="1"/>
          <p:nvPr/>
        </p:nvSpPr>
        <p:spPr>
          <a:xfrm>
            <a:off x="3259538" y="2162002"/>
            <a:ext cx="6909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C4587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2000">
              <a:solidFill>
                <a:srgbClr val="1C458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6" name="Google Shape;1696;p208"/>
          <p:cNvSpPr txBox="1"/>
          <p:nvPr/>
        </p:nvSpPr>
        <p:spPr>
          <a:xfrm>
            <a:off x="4290731" y="1643688"/>
            <a:ext cx="6909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2000">
              <a:solidFill>
                <a:srgbClr val="38761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97" name="Google Shape;1697;p208"/>
          <p:cNvSpPr txBox="1"/>
          <p:nvPr/>
        </p:nvSpPr>
        <p:spPr>
          <a:xfrm>
            <a:off x="3756203" y="2528476"/>
            <a:ext cx="1126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-"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24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698" name="Google Shape;1698;p208"/>
          <p:cNvCxnSpPr/>
          <p:nvPr/>
        </p:nvCxnSpPr>
        <p:spPr>
          <a:xfrm>
            <a:off x="3768597" y="3118158"/>
            <a:ext cx="1462500" cy="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9" name="Google Shape;1699;p208"/>
          <p:cNvSpPr txBox="1"/>
          <p:nvPr/>
        </p:nvSpPr>
        <p:spPr>
          <a:xfrm>
            <a:off x="4290723" y="3079629"/>
            <a:ext cx="6909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20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700" name="Google Shape;1700;p208"/>
          <p:cNvCxnSpPr/>
          <p:nvPr/>
        </p:nvCxnSpPr>
        <p:spPr>
          <a:xfrm>
            <a:off x="3768597" y="3479310"/>
            <a:ext cx="1462500" cy="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1" name="Google Shape;1701;p208"/>
          <p:cNvSpPr txBox="1"/>
          <p:nvPr/>
        </p:nvSpPr>
        <p:spPr>
          <a:xfrm>
            <a:off x="557100" y="4728635"/>
            <a:ext cx="5681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Dividend = Divisor x Quotient + Remainder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02" name="Google Shape;1702;p208"/>
          <p:cNvSpPr/>
          <p:nvPr/>
        </p:nvSpPr>
        <p:spPr>
          <a:xfrm>
            <a:off x="19617" y="4609189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Dividend = Divisor x Quotient + Remainder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209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209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09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10" name="Google Shape;1710;p209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11" name="Google Shape;1711;p209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FACTS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12" name="Google Shape;1712;p209"/>
          <p:cNvSpPr txBox="1"/>
          <p:nvPr/>
        </p:nvSpPr>
        <p:spPr>
          <a:xfrm>
            <a:off x="196425" y="1018575"/>
            <a:ext cx="64932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eriod"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Quotient </a:t>
            </a:r>
            <a:r>
              <a:rPr lang="en" sz="20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a positive integer when</a:t>
            </a:r>
            <a:r>
              <a:rPr lang="en" sz="2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000" b="1" i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2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 greater than or equal to </a:t>
            </a:r>
            <a:r>
              <a:rPr lang="en" sz="2000" b="1" i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556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eriod"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Quotient </a:t>
            </a:r>
            <a:r>
              <a:rPr lang="en" sz="20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q</a:t>
            </a:r>
            <a:r>
              <a:rPr lang="en" sz="2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 </a:t>
            </a:r>
            <a:r>
              <a:rPr lang="en" sz="2000" b="1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0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less than </a:t>
            </a:r>
            <a:r>
              <a:rPr lang="en" sz="20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556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roxima Nova"/>
              <a:buAutoNum type="arabicPeriod"/>
            </a:pP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Remainder </a:t>
            </a:r>
            <a:r>
              <a:rPr lang="en" sz="20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a whole number whose value is less than</a:t>
            </a:r>
            <a:r>
              <a:rPr lang="en" sz="2000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b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i.e., 0 ≤ r &lt; b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72880C-BEBE-4A03-8045-848E508403A9}"/>
                  </a:ext>
                </a:extLst>
              </p14:cNvPr>
              <p14:cNvContentPartPr/>
              <p14:nvPr/>
            </p14:nvContentPartPr>
            <p14:xfrm>
              <a:off x="1981080" y="1444680"/>
              <a:ext cx="1188000" cy="1460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72880C-BEBE-4A03-8045-848E508403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1720" y="1435320"/>
                <a:ext cx="1206720" cy="147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210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210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210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20" name="Google Shape;1720;p210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21" name="Google Shape;1721;p210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Divisibility Tests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22" name="Google Shape;1722;p210"/>
          <p:cNvSpPr txBox="1"/>
          <p:nvPr/>
        </p:nvSpPr>
        <p:spPr>
          <a:xfrm>
            <a:off x="213475" y="878550"/>
            <a:ext cx="55941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oxima Nova"/>
              <a:buAutoNum type="arabicPeriod"/>
            </a:pPr>
            <a:r>
              <a:rPr lang="en" sz="1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Divisibility by 2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 If the last digit of a number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 0 or an even number, then the number is divisible by 2.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252, 430 etc.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oxima Nova"/>
              <a:buAutoNum type="arabicPeriod"/>
            </a:pPr>
            <a:r>
              <a:rPr lang="en" sz="1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Divisibility by 3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 If the sum of all the digits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of a number is divisible by 3, then the number is divisible by 3.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432, 4 + 3 + 2 = 9 which is divisible by 3.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roxima Nova"/>
              <a:buAutoNum type="arabicPeriod"/>
            </a:pPr>
            <a:r>
              <a:rPr lang="en" sz="19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Divisibility by 4: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If in any number, last two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digits are divisible by 4, then the number is divisible by 4.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48124, 24 is divisible by 4.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0DD6DE-8876-45E2-BC06-CDD6D2EB987A}"/>
                  </a:ext>
                </a:extLst>
              </p14:cNvPr>
              <p14:cNvContentPartPr/>
              <p14:nvPr/>
            </p14:nvContentPartPr>
            <p14:xfrm>
              <a:off x="2430720" y="2058840"/>
              <a:ext cx="974880" cy="356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0DD6DE-8876-45E2-BC06-CDD6D2EB98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1360" y="2049480"/>
                <a:ext cx="993600" cy="37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211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8" name="Google Shape;1728;p211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211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30" name="Google Shape;1730;p211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31" name="Google Shape;1731;p211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Divisibility Tests</a:t>
            </a:r>
            <a:endParaRPr sz="20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32" name="Google Shape;1732;p211"/>
          <p:cNvSpPr txBox="1"/>
          <p:nvPr/>
        </p:nvSpPr>
        <p:spPr>
          <a:xfrm>
            <a:off x="137275" y="930000"/>
            <a:ext cx="52854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4.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Divisibility by 5: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If the last digit of a number is 5 or 0, then the number is divisible by 5.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1200, 2365.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5. </a:t>
            </a:r>
            <a:r>
              <a:rPr lang="en" sz="20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Divisibility by 6: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If a number is divisible by both 2 and 3, then the number is divisible by 6.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432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3" name="Google Shape;1733;p211"/>
          <p:cNvSpPr txBox="1"/>
          <p:nvPr/>
        </p:nvSpPr>
        <p:spPr>
          <a:xfrm>
            <a:off x="5697275" y="869500"/>
            <a:ext cx="2989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D340B4-03EC-49E9-A1A5-63D8C02FDF7D}"/>
                  </a:ext>
                </a:extLst>
              </p14:cNvPr>
              <p14:cNvContentPartPr/>
              <p14:nvPr/>
            </p14:nvContentPartPr>
            <p14:xfrm>
              <a:off x="1182240" y="1593000"/>
              <a:ext cx="4096800" cy="2400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D340B4-03EC-49E9-A1A5-63D8C02FDF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2880" y="1583640"/>
                <a:ext cx="4115520" cy="241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212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9" name="Google Shape;1739;p212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212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41" name="Google Shape;1741;p212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42" name="Google Shape;1742;p212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Divisibility Tests</a:t>
            </a: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43" name="Google Shape;1743;p212"/>
          <p:cNvSpPr txBox="1"/>
          <p:nvPr/>
        </p:nvSpPr>
        <p:spPr>
          <a:xfrm>
            <a:off x="139050" y="930275"/>
            <a:ext cx="53544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6. Divisibility by 7: 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Let ab be a number. (where b is unit digit and a  represents the remaining digits). Then it is divisible by 7 if a – 2b  is divisible by 7.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7.  Divisibility by 8: 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in any number, last three digits are divisible by 8, then the number is divisible by 8.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247864, 864 is divisible by 8.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00050" lvl="0" indent="-40005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8.	Divisibility by 9: 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the sum of all the digits of a number is divisible by 9, then the number is divisible by 9.  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0005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243243, 2 + 4 + 3 + 2 + 4 + 3 = 18 which is divisible by 9.</a:t>
            </a:r>
            <a:endParaRPr sz="18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05E4EA-E072-4B7D-992D-CC4E8AB7461C}"/>
                  </a:ext>
                </a:extLst>
              </p14:cNvPr>
              <p14:cNvContentPartPr/>
              <p14:nvPr/>
            </p14:nvContentPartPr>
            <p14:xfrm>
              <a:off x="781200" y="59400"/>
              <a:ext cx="8090280" cy="437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05E4EA-E072-4B7D-992D-CC4E8AB746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1840" y="50040"/>
                <a:ext cx="8109000" cy="438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213"/>
          <p:cNvSpPr/>
          <p:nvPr/>
        </p:nvSpPr>
        <p:spPr>
          <a:xfrm>
            <a:off x="58475" y="143138"/>
            <a:ext cx="739500" cy="508200"/>
          </a:xfrm>
          <a:prstGeom prst="parallelogram">
            <a:avLst>
              <a:gd name="adj" fmla="val 0"/>
            </a:avLst>
          </a:prstGeom>
          <a:solidFill>
            <a:srgbClr val="0C343D"/>
          </a:solidFill>
          <a:ln>
            <a:noFill/>
          </a:ln>
          <a:effectLst>
            <a:outerShdw blurRad="57150" dist="133350" dir="5400000" algn="bl" rotWithShape="0">
              <a:srgbClr val="000000">
                <a:alpha val="1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9" name="Google Shape;1749;p213"/>
          <p:cNvSpPr/>
          <p:nvPr/>
        </p:nvSpPr>
        <p:spPr>
          <a:xfrm>
            <a:off x="930200" y="339956"/>
            <a:ext cx="7689300" cy="508200"/>
          </a:xfrm>
          <a:prstGeom prst="parallelogram">
            <a:avLst>
              <a:gd name="adj" fmla="val 25000"/>
            </a:avLst>
          </a:prstGeom>
          <a:solidFill>
            <a:srgbClr val="0C343D"/>
          </a:solidFill>
          <a:ln>
            <a:noFill/>
          </a:ln>
          <a:effectLst>
            <a:outerShdw blurRad="57150" dist="47625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213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51" name="Google Shape;1751;p213"/>
          <p:cNvSpPr/>
          <p:nvPr/>
        </p:nvSpPr>
        <p:spPr>
          <a:xfrm>
            <a:off x="593123" y="139857"/>
            <a:ext cx="513525" cy="714375"/>
          </a:xfrm>
          <a:custGeom>
            <a:avLst/>
            <a:gdLst/>
            <a:ahLst/>
            <a:cxnLst/>
            <a:rect l="l" t="t" r="r" b="b"/>
            <a:pathLst>
              <a:path w="20541" h="38100" extrusionOk="0">
                <a:moveTo>
                  <a:pt x="7951" y="0"/>
                </a:moveTo>
                <a:lnTo>
                  <a:pt x="20541" y="10933"/>
                </a:lnTo>
                <a:lnTo>
                  <a:pt x="13915" y="38100"/>
                </a:lnTo>
                <a:lnTo>
                  <a:pt x="0" y="27167"/>
                </a:lnTo>
                <a:close/>
              </a:path>
            </a:pathLst>
          </a:cu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>
            <a:noFill/>
          </a:ln>
          <a:effectLst>
            <a:outerShdw blurRad="57150" dist="66675" dir="63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52" name="Google Shape;1752;p213"/>
          <p:cNvSpPr txBox="1"/>
          <p:nvPr/>
        </p:nvSpPr>
        <p:spPr>
          <a:xfrm>
            <a:off x="1030450" y="376900"/>
            <a:ext cx="706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Bree Serif"/>
                <a:ea typeface="Bree Serif"/>
                <a:cs typeface="Bree Serif"/>
                <a:sym typeface="Bree Serif"/>
              </a:rPr>
              <a:t>Divisibility Tests</a:t>
            </a:r>
            <a:endParaRPr sz="1600">
              <a:solidFill>
                <a:schemeClr val="lt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53" name="Google Shape;1753;p213"/>
          <p:cNvSpPr txBox="1"/>
          <p:nvPr/>
        </p:nvSpPr>
        <p:spPr>
          <a:xfrm>
            <a:off x="5936500" y="930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213"/>
          <p:cNvSpPr txBox="1"/>
          <p:nvPr/>
        </p:nvSpPr>
        <p:spPr>
          <a:xfrm>
            <a:off x="141775" y="1040225"/>
            <a:ext cx="53517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sp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9. Divisibility by 10:  </a:t>
            </a: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the last digit of a number is 0, then the number is divisible by 10.   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10.  Divisibility by 11:  </a:t>
            </a: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the difference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between the sum of the odd-numbered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digits and the sum of the even-numbered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digits, counted from right to left, is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divisible by 11, then the number is divisible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by 11.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Ex: 9174, (9 + 7) - (1 + 4) = 16 - 5 = 11 which is divisible by 11.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856AF6-0DC8-4E96-95FD-686DE27644CA}"/>
                  </a:ext>
                </a:extLst>
              </p14:cNvPr>
              <p14:cNvContentPartPr/>
              <p14:nvPr/>
            </p14:nvContentPartPr>
            <p14:xfrm>
              <a:off x="1861560" y="849960"/>
              <a:ext cx="5718240" cy="3087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856AF6-0DC8-4E96-95FD-686DE27644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2200" y="840600"/>
                <a:ext cx="5736960" cy="3105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214"/>
          <p:cNvSpPr/>
          <p:nvPr/>
        </p:nvSpPr>
        <p:spPr>
          <a:xfrm>
            <a:off x="60425" y="57050"/>
            <a:ext cx="6340500" cy="18594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When a natural number x is divided by 5, the remainder is 2. When a natural number y is divided by 5, the remainder is 4. The remainder is z when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+ y is divided by 5.  The value of               is</a:t>
            </a:r>
            <a:r>
              <a:rPr lang="en" sz="2000" b="1">
                <a:solidFill>
                  <a:srgbClr val="0000FF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60" name="Google Shape;1760;p214"/>
          <p:cNvSpPr/>
          <p:nvPr/>
        </p:nvSpPr>
        <p:spPr>
          <a:xfrm>
            <a:off x="63253" y="21220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1" name="Google Shape;1761;p214"/>
          <p:cNvSpPr/>
          <p:nvPr/>
        </p:nvSpPr>
        <p:spPr>
          <a:xfrm>
            <a:off x="63253" y="28122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2" name="Google Shape;1762;p214"/>
          <p:cNvSpPr/>
          <p:nvPr/>
        </p:nvSpPr>
        <p:spPr>
          <a:xfrm>
            <a:off x="63253" y="35068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3" name="Google Shape;1763;p214"/>
          <p:cNvSpPr/>
          <p:nvPr/>
        </p:nvSpPr>
        <p:spPr>
          <a:xfrm>
            <a:off x="63253" y="41713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64" name="Google Shape;1764;p214"/>
          <p:cNvSpPr txBox="1"/>
          <p:nvPr/>
        </p:nvSpPr>
        <p:spPr>
          <a:xfrm>
            <a:off x="629150" y="21918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–1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65" name="Google Shape;1765;p214"/>
          <p:cNvSpPr txBox="1"/>
          <p:nvPr/>
        </p:nvSpPr>
        <p:spPr>
          <a:xfrm>
            <a:off x="629150" y="42353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66" name="Google Shape;1766;p214"/>
          <p:cNvSpPr txBox="1"/>
          <p:nvPr/>
        </p:nvSpPr>
        <p:spPr>
          <a:xfrm>
            <a:off x="629147" y="35709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–2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67" name="Google Shape;1767;p214"/>
          <p:cNvSpPr txBox="1"/>
          <p:nvPr/>
        </p:nvSpPr>
        <p:spPr>
          <a:xfrm>
            <a:off x="629147" y="28637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68" name="Google Shape;1768;p214" descr="% MathType!MTEF!2!1!+-&#10;% feaagKart1ev2aaatCvAUfeBSjuyZL2yd9gzLbvyNv2CaerbuLwBLn&#10;% hiov2DGi1BTfMBaeXatLxBI9gBaerbd9wDYLwzYbItLDharqqtubsr&#10;% 4rNCHbGeaGqiVCI8-feu0dXdh9vqqj-hEeeu0xXdbba9frFj0-OqFf&#10;% ea0dXdd9vqaq-JfrVkFHe9pgea0dXdar-Jb9hs0dXdbPYxe9vr0-vr&#10;% 0-vqpWqaaeaabaGaaiaacaqabeaadaqaaqaaaOqaamaalaaabaGaaG&#10;% OmaiaadQhacqGHsislcaaI1aaabaGaaG4maaaaaaa!3A77!&#10;\frac{{2z - 5}}{3}\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194" y="1397543"/>
            <a:ext cx="672516" cy="4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214"/>
          <p:cNvSpPr/>
          <p:nvPr/>
        </p:nvSpPr>
        <p:spPr>
          <a:xfrm>
            <a:off x="5355575" y="-24800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2015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491E57-BDBF-4CC2-99CE-0C876A612BE7}"/>
                  </a:ext>
                </a:extLst>
              </p14:cNvPr>
              <p14:cNvContentPartPr/>
              <p14:nvPr/>
            </p14:nvContentPartPr>
            <p14:xfrm>
              <a:off x="1218240" y="685800"/>
              <a:ext cx="5124600" cy="3431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491E57-BDBF-4CC2-99CE-0C876A612B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8880" y="676440"/>
                <a:ext cx="5143320" cy="345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215"/>
          <p:cNvSpPr/>
          <p:nvPr/>
        </p:nvSpPr>
        <p:spPr>
          <a:xfrm>
            <a:off x="60425" y="57050"/>
            <a:ext cx="6340500" cy="18594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When a natural number x is divided by 5, the remainder is 2. When a natural number y is divided by 5, the remainder is 4. The remainder is z when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x + y is divided by 5.  The value of               is</a:t>
            </a:r>
            <a:r>
              <a:rPr lang="en" sz="2000" b="1">
                <a:solidFill>
                  <a:srgbClr val="0000FF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75" name="Google Shape;1775;p215"/>
          <p:cNvSpPr/>
          <p:nvPr/>
        </p:nvSpPr>
        <p:spPr>
          <a:xfrm>
            <a:off x="63253" y="21220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6" name="Google Shape;1776;p215"/>
          <p:cNvSpPr/>
          <p:nvPr/>
        </p:nvSpPr>
        <p:spPr>
          <a:xfrm>
            <a:off x="63253" y="28122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7" name="Google Shape;1777;p215"/>
          <p:cNvSpPr/>
          <p:nvPr/>
        </p:nvSpPr>
        <p:spPr>
          <a:xfrm>
            <a:off x="63253" y="35068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8" name="Google Shape;1778;p215"/>
          <p:cNvSpPr/>
          <p:nvPr/>
        </p:nvSpPr>
        <p:spPr>
          <a:xfrm>
            <a:off x="63253" y="41713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79" name="Google Shape;1779;p215"/>
          <p:cNvSpPr txBox="1"/>
          <p:nvPr/>
        </p:nvSpPr>
        <p:spPr>
          <a:xfrm>
            <a:off x="629150" y="21918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–1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0" name="Google Shape;1780;p215"/>
          <p:cNvSpPr txBox="1"/>
          <p:nvPr/>
        </p:nvSpPr>
        <p:spPr>
          <a:xfrm>
            <a:off x="629150" y="42353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1" name="Google Shape;1781;p215"/>
          <p:cNvSpPr txBox="1"/>
          <p:nvPr/>
        </p:nvSpPr>
        <p:spPr>
          <a:xfrm>
            <a:off x="629147" y="35709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–2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2" name="Google Shape;1782;p215"/>
          <p:cNvSpPr txBox="1"/>
          <p:nvPr/>
        </p:nvSpPr>
        <p:spPr>
          <a:xfrm>
            <a:off x="629147" y="28637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83" name="Google Shape;1783;p215" descr="% MathType!MTEF!2!1!+-&#10;% feaagKart1ev2aaatCvAUfeBSjuyZL2yd9gzLbvyNv2CaerbuLwBLn&#10;% hiov2DGi1BTfMBaeXatLxBI9gBaerbd9wDYLwzYbItLDharqqtubsr&#10;% 4rNCHbGeaGqiVCI8-feu0dXdh9vqqj-hEeeu0xXdbba9frFj0-OqFf&#10;% ea0dXdd9vqaq-JfrVkFHe9pgea0dXdar-Jb9hs0dXdbPYxe9vr0-vr&#10;% 0-vqpWqaaeaabaGaaiaacaqabeaadaqaaqaaaOqaamaalaaabaGaaG&#10;% OmaiaadQhacqGHsislcaaI1aaabaGaaG4maaaaaaa!3A77!&#10;\frac{{2z - 5}}{3}\" title="MathEquation,#000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9194" y="1397543"/>
            <a:ext cx="672516" cy="4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4" name="Google Shape;1784;p215"/>
          <p:cNvSpPr/>
          <p:nvPr/>
        </p:nvSpPr>
        <p:spPr>
          <a:xfrm>
            <a:off x="5355575" y="-24800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2015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216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90" name="Google Shape;1790;p216"/>
          <p:cNvSpPr txBox="1"/>
          <p:nvPr/>
        </p:nvSpPr>
        <p:spPr>
          <a:xfrm>
            <a:off x="125175" y="525800"/>
            <a:ext cx="52797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a natural number x is divided by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the remainder is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∴ x = 5P + 2 …(i)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a natural number y is divided by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the remainder is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∴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5Q + 4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...(ii)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+ y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divided by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the remainder is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z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Adding Eq. (i) and (ii), we get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+ y  = 5 (P + Q) + 6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Now when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+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is divided by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remainder will be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1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57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Hence the value of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91" name="Google Shape;1791;p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049" y="4138226"/>
            <a:ext cx="1987925" cy="6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217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If the eight digit number 2575d568 is divisible by 54 and 87, the value of the digit ‘d’ is</a:t>
            </a:r>
            <a:r>
              <a:rPr lang="en" sz="2000" b="1">
                <a:solidFill>
                  <a:srgbClr val="0000FF"/>
                </a:solidFill>
                <a:latin typeface="Bree Serif"/>
                <a:ea typeface="Bree Serif"/>
                <a:cs typeface="Bree Serif"/>
                <a:sym typeface="Bree Serif"/>
              </a:rPr>
              <a:t>       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797" name="Google Shape;1797;p217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98" name="Google Shape;1798;p217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99" name="Google Shape;1799;p217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00" name="Google Shape;1800;p217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01" name="Google Shape;1801;p217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2" name="Google Shape;1802;p217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3" name="Google Shape;1803;p217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4" name="Google Shape;1804;p217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5" name="Google Shape;1805;p217"/>
          <p:cNvSpPr/>
          <p:nvPr/>
        </p:nvSpPr>
        <p:spPr>
          <a:xfrm>
            <a:off x="5212035" y="24819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2012 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D0EEF4-B701-45EF-B6FD-262F2E8511A4}"/>
                  </a:ext>
                </a:extLst>
              </p14:cNvPr>
              <p14:cNvContentPartPr/>
              <p14:nvPr/>
            </p14:nvContentPartPr>
            <p14:xfrm>
              <a:off x="398880" y="2880"/>
              <a:ext cx="8600400" cy="3623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D0EEF4-B701-45EF-B6FD-262F2E8511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520" y="-6480"/>
                <a:ext cx="8619120" cy="364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218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If the eight digit number 2575d568 is divisible by 54 and 87, the value of the digit ‘d’ is</a:t>
            </a:r>
            <a:r>
              <a:rPr lang="en" sz="2000" b="1">
                <a:solidFill>
                  <a:srgbClr val="0000FF"/>
                </a:solidFill>
                <a:latin typeface="Bree Serif"/>
                <a:ea typeface="Bree Serif"/>
                <a:cs typeface="Bree Serif"/>
                <a:sym typeface="Bree Serif"/>
              </a:rPr>
              <a:t>       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20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20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20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811" name="Google Shape;1811;p218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12" name="Google Shape;1812;p218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13" name="Google Shape;1813;p218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14" name="Google Shape;1814;p218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15" name="Google Shape;1815;p218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6" name="Google Shape;1816;p218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7" name="Google Shape;1817;p218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8" name="Google Shape;1818;p218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9" name="Google Shape;1819;p218"/>
          <p:cNvSpPr/>
          <p:nvPr/>
        </p:nvSpPr>
        <p:spPr>
          <a:xfrm>
            <a:off x="5212035" y="24819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2012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219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25" name="Google Shape;1825;p219"/>
          <p:cNvSpPr txBox="1"/>
          <p:nvPr/>
        </p:nvSpPr>
        <p:spPr>
          <a:xfrm>
            <a:off x="171425" y="519850"/>
            <a:ext cx="61035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0" u="none" strike="noStrike" cap="none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54 = 2 × 3 × 3 × 3 = 2 × 3</a:t>
            </a:r>
            <a:r>
              <a:rPr lang="en" sz="2000" i="0" u="none" strike="noStrike" cap="none" baseline="30000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sz="2000" i="0" u="none" strike="noStrike" cap="none" baseline="30000"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0" u="none" strike="noStrike" cap="none"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87 = 3 × 29</a:t>
            </a:r>
            <a:endParaRPr sz="2000" i="0" u="none" strike="noStrike" cap="none"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2575d568 is divisible by 54 &amp; 87 </a:t>
            </a: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Hence it should also be divi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sible</a:t>
            </a: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 by 2, 3 &amp; 29</a:t>
            </a: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51435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○"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Divisible by 2 → Even Number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14350" marR="0" lvl="1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○"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Divisibility by 3</a:t>
            </a: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marR="0" lvl="2" indent="-527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■"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2 + 5 + 7 + 5 + d + 5 + 6 + 8 = 38 + d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571500" marR="0" lvl="2" indent="-527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roxima Nova"/>
              <a:buChar char="■"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Hence d can be 1, 4, 7 </a:t>
            </a: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If d = 1 or 4</a:t>
            </a: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25751568 and 25754568 are not divisible by 29</a:t>
            </a: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0" u="none" strike="noStrike" cap="none">
                <a:latin typeface="Proxima Nova"/>
                <a:ea typeface="Proxima Nova"/>
                <a:cs typeface="Proxima Nova"/>
                <a:sym typeface="Proxima Nova"/>
              </a:rPr>
              <a:t>Hence d = 7 is TRUE</a:t>
            </a: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i="0" u="none" strike="noStrike" cap="none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220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If sum of digits of any integer lying between 100 and 1000 is subtracted from that integer, then the result is always divisible by which number?</a:t>
            </a:r>
            <a:r>
              <a:rPr lang="en" sz="2000" b="1">
                <a:solidFill>
                  <a:srgbClr val="0000FF"/>
                </a:solidFill>
                <a:latin typeface="Bree Serif"/>
                <a:ea typeface="Bree Serif"/>
                <a:cs typeface="Bree Serif"/>
                <a:sym typeface="Bree Serif"/>
              </a:rPr>
              <a:t>  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831" name="Google Shape;1831;p220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32" name="Google Shape;1832;p220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33" name="Google Shape;1833;p220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34" name="Google Shape;1834;p220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35" name="Google Shape;1835;p220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6" name="Google Shape;1836;p220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9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7" name="Google Shape;1837;p220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8" name="Google Shape;1838;p220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9" name="Google Shape;1839;p220"/>
          <p:cNvSpPr/>
          <p:nvPr/>
        </p:nvSpPr>
        <p:spPr>
          <a:xfrm>
            <a:off x="5472533" y="5671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2013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4DB0626-1DE3-4797-B8AE-635767106D32}"/>
                  </a:ext>
                </a:extLst>
              </p14:cNvPr>
              <p14:cNvContentPartPr/>
              <p14:nvPr/>
            </p14:nvContentPartPr>
            <p14:xfrm>
              <a:off x="87120" y="808200"/>
              <a:ext cx="7692840" cy="364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4DB0626-1DE3-4797-B8AE-635767106D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60" y="798840"/>
                <a:ext cx="7711560" cy="3665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21"/>
          <p:cNvSpPr/>
          <p:nvPr/>
        </p:nvSpPr>
        <p:spPr>
          <a:xfrm>
            <a:off x="33844" y="4819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</a:t>
            </a:r>
            <a:r>
              <a:rPr lang="en" sz="2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If sum of digits of any integer lying between 100 and 1000 is subtracted from that integer, then the result is always divisible by which number?</a:t>
            </a:r>
            <a:r>
              <a:rPr lang="en" sz="2000" b="1">
                <a:solidFill>
                  <a:srgbClr val="0000FF"/>
                </a:solidFill>
                <a:latin typeface="Bree Serif"/>
                <a:ea typeface="Bree Serif"/>
                <a:cs typeface="Bree Serif"/>
                <a:sym typeface="Bree Serif"/>
              </a:rPr>
              <a:t>  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845" name="Google Shape;1845;p221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46" name="Google Shape;1846;p221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47" name="Google Shape;1847;p221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48" name="Google Shape;1848;p221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49" name="Google Shape;1849;p221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0" name="Google Shape;1850;p221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9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1" name="Google Shape;1851;p221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2" name="Google Shape;1852;p221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3" name="Google Shape;1853;p221"/>
          <p:cNvSpPr/>
          <p:nvPr/>
        </p:nvSpPr>
        <p:spPr>
          <a:xfrm>
            <a:off x="5346715" y="5671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2013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222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59" name="Google Shape;1859;p222"/>
          <p:cNvSpPr txBox="1"/>
          <p:nvPr/>
        </p:nvSpPr>
        <p:spPr>
          <a:xfrm>
            <a:off x="159650" y="638575"/>
            <a:ext cx="62703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let the three digit number of abc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Where abc = 100a + 10b + c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Therefore,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(100a + 10b + c ) – (a + b + c) = 99a + 9b  = 9 (11a + b) which is divisible by 9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Therefore, when a +  b + c is subtracted from the integer, the  result is always divisible by 9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223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  If m = n</a:t>
            </a:r>
            <a:r>
              <a:rPr lang="en" sz="19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– n, where n is an integer then m</a:t>
            </a:r>
            <a:r>
              <a:rPr lang="en" sz="19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– 2m is divisible by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865" name="Google Shape;1865;p223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6" name="Google Shape;1866;p223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7" name="Google Shape;1867;p223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8" name="Google Shape;1868;p223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69" name="Google Shape;1869;p223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0" name="Google Shape;1870;p223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16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1" name="Google Shape;1871;p223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30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2" name="Google Shape;1872;p223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24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3" name="Google Shape;1873;p223"/>
          <p:cNvSpPr/>
          <p:nvPr/>
        </p:nvSpPr>
        <p:spPr>
          <a:xfrm>
            <a:off x="5516835" y="4785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2019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2BAB52-E0E3-4E51-91F2-97427177A7D1}"/>
                  </a:ext>
                </a:extLst>
              </p14:cNvPr>
              <p14:cNvContentPartPr/>
              <p14:nvPr/>
            </p14:nvContentPartPr>
            <p14:xfrm>
              <a:off x="303120" y="258120"/>
              <a:ext cx="8500680" cy="313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2BAB52-E0E3-4E51-91F2-97427177A7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760" y="248760"/>
                <a:ext cx="8519400" cy="315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224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  If m = n</a:t>
            </a:r>
            <a:r>
              <a:rPr lang="en" sz="19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– n, where n is an integer then m</a:t>
            </a:r>
            <a:r>
              <a:rPr lang="en" sz="1900" baseline="30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2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– 2m is divisible by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879" name="Google Shape;1879;p224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80" name="Google Shape;1880;p224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81" name="Google Shape;1881;p224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82" name="Google Shape;1882;p224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83" name="Google Shape;1883;p224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4" name="Google Shape;1884;p224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16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5" name="Google Shape;1885;p224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30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6" name="Google Shape;1886;p224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24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7" name="Google Shape;1887;p224"/>
          <p:cNvSpPr/>
          <p:nvPr/>
        </p:nvSpPr>
        <p:spPr>
          <a:xfrm>
            <a:off x="5364435" y="5671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2019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225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93" name="Google Shape;1893;p225"/>
          <p:cNvSpPr/>
          <p:nvPr/>
        </p:nvSpPr>
        <p:spPr>
          <a:xfrm>
            <a:off x="206836" y="620199"/>
            <a:ext cx="6546600" cy="1505100"/>
          </a:xfrm>
          <a:prstGeom prst="roundRect">
            <a:avLst>
              <a:gd name="adj" fmla="val 55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We can solve this question by taking arbitrary value of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If we take n = 3, we get m = 9 - 3 = 6 , Now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" sz="2000" baseline="30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 – 2m = 36 – 12 = 24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24 is not divisible by 20, 30 and 16.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"/>
                <a:ea typeface="Proxima Nova"/>
                <a:cs typeface="Proxima Nova"/>
                <a:sym typeface="Proxima Nova"/>
              </a:rPr>
              <a:t>Hence option (B) is correct. </a:t>
            </a: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226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Given 5A9 + 3B7 + 2C8 = 1114, then the maximum value of C is</a:t>
            </a:r>
            <a:r>
              <a:rPr lang="en" sz="18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899" name="Google Shape;1899;p226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0" name="Google Shape;1900;p226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1" name="Google Shape;1901;p226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2" name="Google Shape;1902;p226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3" name="Google Shape;1903;p226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4" name="Google Shape;1904;p226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None of these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5" name="Google Shape;1905;p226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6" name="Google Shape;1906;p226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7" name="Google Shape;1907;p226"/>
          <p:cNvSpPr/>
          <p:nvPr/>
        </p:nvSpPr>
        <p:spPr>
          <a:xfrm>
            <a:off x="5593035" y="4785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2014 –15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FF8C20-8B6E-4123-887B-B3AC803E8043}"/>
                  </a:ext>
                </a:extLst>
              </p14:cNvPr>
              <p14:cNvContentPartPr/>
              <p14:nvPr/>
            </p14:nvContentPartPr>
            <p14:xfrm>
              <a:off x="193680" y="890640"/>
              <a:ext cx="8161560" cy="357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FF8C20-8B6E-4123-887B-B3AC803E80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320" y="881280"/>
                <a:ext cx="8180280" cy="359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227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Given 5A9 + 3B7 + 2C8 = 1114, then the maximum value of C is</a:t>
            </a:r>
            <a:r>
              <a:rPr lang="en" sz="18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913" name="Google Shape;1913;p227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14" name="Google Shape;1914;p227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15" name="Google Shape;1915;p227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16" name="Google Shape;1916;p227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17" name="Google Shape;1917;p227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8" name="Google Shape;1918;p227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None of these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9" name="Google Shape;1919;p227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0" name="Google Shape;1920;p227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1" name="Google Shape;1921;p227"/>
          <p:cNvSpPr/>
          <p:nvPr/>
        </p:nvSpPr>
        <p:spPr>
          <a:xfrm>
            <a:off x="5516835" y="4785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2014 –15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228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927" name="Google Shape;1927;p2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00" y="613323"/>
            <a:ext cx="3128050" cy="28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229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  Product of any three consecutive even numbers is divisible by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I.     2,	 II.    4,	 III. 	12,	 IV. 	16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933" name="Google Shape;1933;p229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4" name="Google Shape;1934;p229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5" name="Google Shape;1935;p229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6" name="Google Shape;1936;p229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7" name="Google Shape;1937;p229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 and II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8" name="Google Shape;1938;p229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II and IV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9" name="Google Shape;1939;p229"/>
          <p:cNvSpPr txBox="1"/>
          <p:nvPr/>
        </p:nvSpPr>
        <p:spPr>
          <a:xfrm>
            <a:off x="629151" y="3266125"/>
            <a:ext cx="2138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I, II, III and IV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0" name="Google Shape;1940;p229"/>
          <p:cNvSpPr txBox="1"/>
          <p:nvPr/>
        </p:nvSpPr>
        <p:spPr>
          <a:xfrm>
            <a:off x="629152" y="2558950"/>
            <a:ext cx="1632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I, II and III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1" name="Google Shape;1941;p229"/>
          <p:cNvSpPr/>
          <p:nvPr/>
        </p:nvSpPr>
        <p:spPr>
          <a:xfrm>
            <a:off x="5669235" y="4785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2019 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E5CC71-9FA4-4B12-B920-EE8260B47299}"/>
                  </a:ext>
                </a:extLst>
              </p14:cNvPr>
              <p14:cNvContentPartPr/>
              <p14:nvPr/>
            </p14:nvContentPartPr>
            <p14:xfrm>
              <a:off x="265320" y="465480"/>
              <a:ext cx="8446320" cy="344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E5CC71-9FA4-4B12-B920-EE8260B472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960" y="456120"/>
                <a:ext cx="8465040" cy="346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230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47" name="Google Shape;1947;p230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48" name="Google Shape;1948;p230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49" name="Google Shape;1949;p230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50" name="Google Shape;1950;p230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 and II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1" name="Google Shape;1951;p230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II and IV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2" name="Google Shape;1952;p230"/>
          <p:cNvSpPr txBox="1"/>
          <p:nvPr/>
        </p:nvSpPr>
        <p:spPr>
          <a:xfrm>
            <a:off x="629151" y="3266125"/>
            <a:ext cx="2138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I, II, III and IV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3" name="Google Shape;1953;p230"/>
          <p:cNvSpPr txBox="1"/>
          <p:nvPr/>
        </p:nvSpPr>
        <p:spPr>
          <a:xfrm>
            <a:off x="629152" y="2558950"/>
            <a:ext cx="1632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I, II and III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4" name="Google Shape;1954;p230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  Product of any three consecutive even numbers is divisible by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I.     2,	 II.    4,	 III. 	12,	 IV. 	16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955" name="Google Shape;1955;p230"/>
          <p:cNvSpPr/>
          <p:nvPr/>
        </p:nvSpPr>
        <p:spPr>
          <a:xfrm>
            <a:off x="5669235" y="47856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2019 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231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61" name="Google Shape;1961;p231"/>
          <p:cNvSpPr/>
          <p:nvPr/>
        </p:nvSpPr>
        <p:spPr>
          <a:xfrm>
            <a:off x="74550" y="622975"/>
            <a:ext cx="5415300" cy="2649600"/>
          </a:xfrm>
          <a:prstGeom prst="roundRect">
            <a:avLst>
              <a:gd name="adj" fmla="val 55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Three even consecutive numbers are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2n, (2n + 2), (2n + 4)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Product of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2n(2n + 2)(2n + 4) = 8n(n + 1) (n + 2)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If we take n = 1, and substitute in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8n(n + 1) (n + 2),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n(n + 1) (n + 2) is divisible by 3!.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232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The sum of all the possible remainders, which can be obtained when the cube of a natural number is divided by 9, is  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967" name="Google Shape;1967;p232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68" name="Google Shape;1968;p232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69" name="Google Shape;1969;p232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0" name="Google Shape;1970;p232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1" name="Google Shape;1971;p232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72" name="Google Shape;1972;p232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9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73" name="Google Shape;1973;p232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74" name="Google Shape;1974;p232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75" name="Google Shape;1975;p232"/>
          <p:cNvSpPr/>
          <p:nvPr/>
        </p:nvSpPr>
        <p:spPr>
          <a:xfrm>
            <a:off x="5607212" y="51400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2017</a:t>
            </a:r>
            <a:endParaRPr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2215B0-508F-404C-8B19-238BFD6B1671}"/>
                  </a:ext>
                </a:extLst>
              </p14:cNvPr>
              <p14:cNvContentPartPr/>
              <p14:nvPr/>
            </p14:nvContentPartPr>
            <p14:xfrm>
              <a:off x="925920" y="64440"/>
              <a:ext cx="7902720" cy="4323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2215B0-508F-404C-8B19-238BFD6B16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6560" y="55080"/>
                <a:ext cx="7921440" cy="434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233"/>
          <p:cNvSpPr/>
          <p:nvPr/>
        </p:nvSpPr>
        <p:spPr>
          <a:xfrm>
            <a:off x="60425" y="57050"/>
            <a:ext cx="6340500" cy="1466700"/>
          </a:xfrm>
          <a:prstGeom prst="round1Rect">
            <a:avLst>
              <a:gd name="adj" fmla="val 16667"/>
            </a:avLst>
          </a:prstGeom>
          <a:noFill/>
          <a:ln w="38100" cap="flat" cmpd="sng">
            <a:solidFill>
              <a:srgbClr val="0097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Q. The sum of all the possible remainders, which can be obtained when the cube of a natural number is divided by 9, is                                         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</a:t>
            </a:r>
            <a:r>
              <a:rPr lang="en" sz="1900" b="1" baseline="-250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</a:t>
            </a:r>
            <a:r>
              <a:rPr lang="en" sz="1900" b="1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   </a:t>
            </a:r>
            <a:endParaRPr sz="1900">
              <a:solidFill>
                <a:schemeClr val="dk1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981" name="Google Shape;1981;p233"/>
          <p:cNvSpPr/>
          <p:nvPr/>
        </p:nvSpPr>
        <p:spPr>
          <a:xfrm>
            <a:off x="63253" y="181720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82" name="Google Shape;1982;p233"/>
          <p:cNvSpPr/>
          <p:nvPr/>
        </p:nvSpPr>
        <p:spPr>
          <a:xfrm>
            <a:off x="63253" y="2507438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B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83" name="Google Shape;1983;p233"/>
          <p:cNvSpPr/>
          <p:nvPr/>
        </p:nvSpPr>
        <p:spPr>
          <a:xfrm>
            <a:off x="63253" y="3202074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C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84" name="Google Shape;1984;p233"/>
          <p:cNvSpPr/>
          <p:nvPr/>
        </p:nvSpPr>
        <p:spPr>
          <a:xfrm>
            <a:off x="63253" y="3866503"/>
            <a:ext cx="461400" cy="463200"/>
          </a:xfrm>
          <a:prstGeom prst="roundRect">
            <a:avLst>
              <a:gd name="adj" fmla="val 50000"/>
            </a:avLst>
          </a:prstGeom>
          <a:solidFill>
            <a:srgbClr val="00FF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579B"/>
                </a:solidFill>
                <a:latin typeface="Merriweather"/>
                <a:ea typeface="Merriweather"/>
                <a:cs typeface="Merriweather"/>
                <a:sym typeface="Merriweather"/>
              </a:rPr>
              <a:t>D</a:t>
            </a:r>
            <a:endParaRPr sz="1800" b="1">
              <a:solidFill>
                <a:srgbClr val="00579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85" name="Google Shape;1985;p233"/>
          <p:cNvSpPr txBox="1"/>
          <p:nvPr/>
        </p:nvSpPr>
        <p:spPr>
          <a:xfrm>
            <a:off x="629150" y="1887025"/>
            <a:ext cx="13143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6" name="Google Shape;1986;p233"/>
          <p:cNvSpPr txBox="1"/>
          <p:nvPr/>
        </p:nvSpPr>
        <p:spPr>
          <a:xfrm>
            <a:off x="629150" y="3930550"/>
            <a:ext cx="22107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9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7" name="Google Shape;1987;p233"/>
          <p:cNvSpPr txBox="1"/>
          <p:nvPr/>
        </p:nvSpPr>
        <p:spPr>
          <a:xfrm>
            <a:off x="629147" y="3266125"/>
            <a:ext cx="14739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8" name="Google Shape;1988;p233"/>
          <p:cNvSpPr txBox="1"/>
          <p:nvPr/>
        </p:nvSpPr>
        <p:spPr>
          <a:xfrm>
            <a:off x="629147" y="2558950"/>
            <a:ext cx="10122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900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sz="19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9" name="Google Shape;1989;p233"/>
          <p:cNvSpPr/>
          <p:nvPr/>
        </p:nvSpPr>
        <p:spPr>
          <a:xfrm>
            <a:off x="5593035" y="51400"/>
            <a:ext cx="1473900" cy="247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NTSE 2017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234"/>
          <p:cNvSpPr/>
          <p:nvPr/>
        </p:nvSpPr>
        <p:spPr>
          <a:xfrm>
            <a:off x="74556" y="164038"/>
            <a:ext cx="1607400" cy="355800"/>
          </a:xfrm>
          <a:prstGeom prst="flowChartDelay">
            <a:avLst/>
          </a:prstGeom>
          <a:solidFill>
            <a:srgbClr val="00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Lora"/>
                <a:ea typeface="Lora"/>
                <a:cs typeface="Lora"/>
                <a:sym typeface="Lora"/>
              </a:rPr>
              <a:t>Solution :</a:t>
            </a:r>
            <a:endParaRPr sz="2000" b="1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95" name="Google Shape;1995;p234"/>
          <p:cNvSpPr txBox="1"/>
          <p:nvPr/>
        </p:nvSpPr>
        <p:spPr>
          <a:xfrm>
            <a:off x="181575" y="627225"/>
            <a:ext cx="53349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1</a:t>
            </a:r>
            <a:r>
              <a:rPr lang="en" sz="20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divided by 9 then remainder is 1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2</a:t>
            </a:r>
            <a:r>
              <a:rPr lang="en" sz="20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 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divided by 9 then remainder is 8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3</a:t>
            </a:r>
            <a:r>
              <a:rPr lang="en" sz="20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divided by 9 then remainder is 0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4</a:t>
            </a:r>
            <a:r>
              <a:rPr lang="en" sz="2000" baseline="30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is divided by 9 then remainder is 1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This Pattern started repeating after 3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Hence, all possible remainders are 0, 1 and 8 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∴ Sum of remainders = 0 + 1 + 8 = 9</a:t>
            </a: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235"/>
          <p:cNvSpPr txBox="1">
            <a:spLocks noGrp="1"/>
          </p:cNvSpPr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1" name="Google Shape;2001;p235"/>
          <p:cNvSpPr txBox="1">
            <a:spLocks noGrp="1"/>
          </p:cNvSpPr>
          <p:nvPr>
            <p:ph type="body" idx="1"/>
          </p:nvPr>
        </p:nvSpPr>
        <p:spPr>
          <a:xfrm>
            <a:off x="311700" y="864356"/>
            <a:ext cx="8520600" cy="25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002" name="Google Shape;2002;p2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3" name="Google Shape;2003;p235"/>
          <p:cNvPicPr preferRelativeResize="0"/>
          <p:nvPr/>
        </p:nvPicPr>
        <p:blipFill rotWithShape="1">
          <a:blip r:embed="rId4">
            <a:alphaModFix/>
          </a:blip>
          <a:srcRect t="24580" b="19503"/>
          <a:stretch/>
        </p:blipFill>
        <p:spPr>
          <a:xfrm>
            <a:off x="7304755" y="73740"/>
            <a:ext cx="1260511" cy="42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4" name="Google Shape;2004;p235"/>
          <p:cNvPicPr preferRelativeResize="0"/>
          <p:nvPr/>
        </p:nvPicPr>
        <p:blipFill rotWithShape="1">
          <a:blip r:embed="rId5">
            <a:alphaModFix/>
          </a:blip>
          <a:srcRect l="46615" t="17555" r="22002" b="34843"/>
          <a:stretch/>
        </p:blipFill>
        <p:spPr>
          <a:xfrm>
            <a:off x="3863839" y="2143686"/>
            <a:ext cx="3819380" cy="2444068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235"/>
          <p:cNvSpPr/>
          <p:nvPr/>
        </p:nvSpPr>
        <p:spPr>
          <a:xfrm>
            <a:off x="1982525" y="710981"/>
            <a:ext cx="5021400" cy="1477500"/>
          </a:xfrm>
          <a:prstGeom prst="wedgeRectCallout">
            <a:avLst>
              <a:gd name="adj1" fmla="val -20833"/>
              <a:gd name="adj2" fmla="val 62500"/>
            </a:avLst>
          </a:prstGeom>
          <a:noFill/>
          <a:ln w="38100" cap="flat" cmpd="sng">
            <a:solidFill>
              <a:srgbClr val="741B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Kindly attempt the </a:t>
            </a:r>
            <a:r>
              <a:rPr lang="en" sz="3600" b="1">
                <a:solidFill>
                  <a:srgbClr val="38761D"/>
                </a:solidFill>
                <a:latin typeface="Comic Sans MS"/>
                <a:ea typeface="Comic Sans MS"/>
                <a:cs typeface="Comic Sans MS"/>
                <a:sym typeface="Comic Sans MS"/>
              </a:rPr>
              <a:t>Session Assignment</a:t>
            </a: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omic Sans MS"/>
                <a:ea typeface="Comic Sans MS"/>
                <a:cs typeface="Comic Sans MS"/>
                <a:sym typeface="Comic Sans MS"/>
              </a:rPr>
              <a:t>                   that follows</a:t>
            </a:r>
            <a:endParaRPr sz="32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06" name="Google Shape;2006;p235"/>
          <p:cNvSpPr/>
          <p:nvPr/>
        </p:nvSpPr>
        <p:spPr>
          <a:xfrm>
            <a:off x="-11475" y="4637625"/>
            <a:ext cx="5986200" cy="429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7" name="Google Shape;2007;p235"/>
          <p:cNvSpPr txBox="1"/>
          <p:nvPr/>
        </p:nvSpPr>
        <p:spPr>
          <a:xfrm>
            <a:off x="43150" y="4596325"/>
            <a:ext cx="5169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lt1"/>
                </a:solidFill>
              </a:rPr>
              <a:t>NOTE: Solution also attached</a:t>
            </a:r>
            <a:endParaRPr sz="21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2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3" name="Google Shape;2013;p2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014" name="Google Shape;2014;p2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2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0" name="Google Shape;2020;p2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021" name="Google Shape;2021;p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238"/>
          <p:cNvSpPr/>
          <p:nvPr/>
        </p:nvSpPr>
        <p:spPr>
          <a:xfrm>
            <a:off x="10400" y="4936325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7" name="Google Shape;2027;p238"/>
          <p:cNvSpPr/>
          <p:nvPr/>
        </p:nvSpPr>
        <p:spPr>
          <a:xfrm>
            <a:off x="8790725" y="-9750"/>
            <a:ext cx="353400" cy="197400"/>
          </a:xfrm>
          <a:prstGeom prst="rect">
            <a:avLst/>
          </a:prstGeom>
          <a:solidFill>
            <a:srgbClr val="98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8" name="Google Shape;2028;p2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6200" y="-77625"/>
            <a:ext cx="9343123" cy="532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3" name="Google Shape;2033;p239"/>
          <p:cNvPicPr preferRelativeResize="0"/>
          <p:nvPr/>
        </p:nvPicPr>
        <p:blipFill rotWithShape="1">
          <a:blip r:embed="rId3">
            <a:alphaModFix/>
          </a:blip>
          <a:srcRect t="14719" b="23746"/>
          <a:stretch/>
        </p:blipFill>
        <p:spPr>
          <a:xfrm>
            <a:off x="346675" y="1501300"/>
            <a:ext cx="3586675" cy="331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34" name="Google Shape;2034;p239"/>
          <p:cNvSpPr txBox="1"/>
          <p:nvPr/>
        </p:nvSpPr>
        <p:spPr>
          <a:xfrm>
            <a:off x="346675" y="720350"/>
            <a:ext cx="60612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8E57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you liked the session, then</a:t>
            </a:r>
            <a:endParaRPr sz="2800" b="1">
              <a:solidFill>
                <a:srgbClr val="FF8E5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avebook 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avebook 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1732</Words>
  <Application>Microsoft Office PowerPoint</Application>
  <PresentationFormat>On-screen Show (16:9)</PresentationFormat>
  <Paragraphs>278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39</vt:i4>
      </vt:variant>
    </vt:vector>
  </HeadingPairs>
  <TitlesOfParts>
    <vt:vector size="63" baseType="lpstr">
      <vt:lpstr>Roboto</vt:lpstr>
      <vt:lpstr>Cambria Math</vt:lpstr>
      <vt:lpstr>Bree Serif</vt:lpstr>
      <vt:lpstr>Poppins</vt:lpstr>
      <vt:lpstr>Proxima Nova</vt:lpstr>
      <vt:lpstr>Impact</vt:lpstr>
      <vt:lpstr>Joti One</vt:lpstr>
      <vt:lpstr>Merriweather</vt:lpstr>
      <vt:lpstr>Lora</vt:lpstr>
      <vt:lpstr>Proxima Nova Semibold</vt:lpstr>
      <vt:lpstr>Calibri</vt:lpstr>
      <vt:lpstr>Montserrat</vt:lpstr>
      <vt:lpstr>Raleway</vt:lpstr>
      <vt:lpstr>Barlow Light</vt:lpstr>
      <vt:lpstr>Times New Roman</vt:lpstr>
      <vt:lpstr>Comic Sans MS</vt:lpstr>
      <vt:lpstr>Arial</vt:lpstr>
      <vt:lpstr>Simple Light</vt:lpstr>
      <vt:lpstr>Wavebook v1</vt:lpstr>
      <vt:lpstr>Wavebook v1</vt:lpstr>
      <vt:lpstr>Simple Dark</vt:lpstr>
      <vt:lpstr>Simple Light</vt:lpstr>
      <vt:lpstr>Office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Divisibility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Abhay Mahajan</cp:lastModifiedBy>
  <cp:revision>2</cp:revision>
  <dcterms:modified xsi:type="dcterms:W3CDTF">2021-04-27T11:31:03Z</dcterms:modified>
</cp:coreProperties>
</file>